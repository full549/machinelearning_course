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70"/>
  </p:notesMasterIdLst>
  <p:handoutMasterIdLst>
    <p:handoutMasterId r:id="rId71"/>
  </p:handoutMasterIdLst>
  <p:sldIdLst>
    <p:sldId id="541" r:id="rId4"/>
    <p:sldId id="542" r:id="rId5"/>
    <p:sldId id="543" r:id="rId6"/>
    <p:sldId id="544" r:id="rId7"/>
    <p:sldId id="545" r:id="rId8"/>
    <p:sldId id="546" r:id="rId9"/>
    <p:sldId id="547" r:id="rId10"/>
    <p:sldId id="548" r:id="rId11"/>
    <p:sldId id="549" r:id="rId12"/>
    <p:sldId id="550" r:id="rId13"/>
    <p:sldId id="551" r:id="rId14"/>
    <p:sldId id="552" r:id="rId15"/>
    <p:sldId id="553" r:id="rId16"/>
    <p:sldId id="554" r:id="rId17"/>
    <p:sldId id="555" r:id="rId18"/>
    <p:sldId id="556" r:id="rId19"/>
    <p:sldId id="557" r:id="rId20"/>
    <p:sldId id="558" r:id="rId21"/>
    <p:sldId id="559" r:id="rId22"/>
    <p:sldId id="683" r:id="rId23"/>
    <p:sldId id="639" r:id="rId24"/>
    <p:sldId id="562" r:id="rId25"/>
    <p:sldId id="563" r:id="rId26"/>
    <p:sldId id="564" r:id="rId27"/>
    <p:sldId id="565" r:id="rId28"/>
    <p:sldId id="566" r:id="rId29"/>
    <p:sldId id="567" r:id="rId30"/>
    <p:sldId id="568" r:id="rId31"/>
    <p:sldId id="569" r:id="rId32"/>
    <p:sldId id="570" r:id="rId33"/>
    <p:sldId id="571" r:id="rId34"/>
    <p:sldId id="572" r:id="rId35"/>
    <p:sldId id="573" r:id="rId36"/>
    <p:sldId id="685" r:id="rId37"/>
    <p:sldId id="574" r:id="rId38"/>
    <p:sldId id="575" r:id="rId39"/>
    <p:sldId id="576" r:id="rId40"/>
    <p:sldId id="577" r:id="rId41"/>
    <p:sldId id="578" r:id="rId42"/>
    <p:sldId id="579" r:id="rId43"/>
    <p:sldId id="580" r:id="rId44"/>
    <p:sldId id="581" r:id="rId45"/>
    <p:sldId id="582" r:id="rId46"/>
    <p:sldId id="583" r:id="rId47"/>
    <p:sldId id="584" r:id="rId48"/>
    <p:sldId id="585" r:id="rId49"/>
    <p:sldId id="586" r:id="rId50"/>
    <p:sldId id="688" r:id="rId51"/>
    <p:sldId id="587" r:id="rId52"/>
    <p:sldId id="588" r:id="rId53"/>
    <p:sldId id="589" r:id="rId54"/>
    <p:sldId id="590" r:id="rId55"/>
    <p:sldId id="604" r:id="rId56"/>
    <p:sldId id="695" r:id="rId57"/>
    <p:sldId id="687" r:id="rId58"/>
    <p:sldId id="591" r:id="rId59"/>
    <p:sldId id="592" r:id="rId60"/>
    <p:sldId id="594" r:id="rId61"/>
    <p:sldId id="595" r:id="rId62"/>
    <p:sldId id="596" r:id="rId63"/>
    <p:sldId id="597" r:id="rId64"/>
    <p:sldId id="600" r:id="rId65"/>
    <p:sldId id="601" r:id="rId66"/>
    <p:sldId id="602" r:id="rId67"/>
    <p:sldId id="689" r:id="rId68"/>
    <p:sldId id="603" r:id="rId69"/>
  </p:sldIdLst>
  <p:sldSz cx="9144000" cy="6858000" type="screen4x3"/>
  <p:notesSz cx="10234295" cy="7099300"/>
  <p:custDataLst>
    <p:tags r:id="rId75"/>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42" autoAdjust="0"/>
    <p:restoredTop sz="92076" autoAdjust="0"/>
  </p:normalViewPr>
  <p:slideViewPr>
    <p:cSldViewPr showGuides="1">
      <p:cViewPr varScale="1">
        <p:scale>
          <a:sx n="63" d="100"/>
          <a:sy n="63" d="100"/>
        </p:scale>
        <p:origin x="1376" y="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5" Type="http://schemas.openxmlformats.org/officeDocument/2006/relationships/tags" Target="tags/tag1.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handoutMaster" Target="handoutMasters/handoutMaster1.xml"/><Relationship Id="rId70" Type="http://schemas.openxmlformats.org/officeDocument/2006/relationships/notesMaster" Target="notesMasters/notesMaster1.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2.wmf"/><Relationship Id="rId8" Type="http://schemas.openxmlformats.org/officeDocument/2006/relationships/image" Target="../media/image11.wmf"/><Relationship Id="rId7" Type="http://schemas.openxmlformats.org/officeDocument/2006/relationships/image" Target="../media/image10.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1" Type="http://schemas.openxmlformats.org/officeDocument/2006/relationships/image" Target="../media/image14.wmf"/><Relationship Id="rId10" Type="http://schemas.openxmlformats.org/officeDocument/2006/relationships/image" Target="../media/image13.wmf"/><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7.wmf"/><Relationship Id="rId7" Type="http://schemas.openxmlformats.org/officeDocument/2006/relationships/image" Target="../media/image26.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image" Target="../media/image19.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26.wmf"/><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47.wmf"/><Relationship Id="rId8" Type="http://schemas.openxmlformats.org/officeDocument/2006/relationships/image" Target="../media/image46.png"/><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43.png"/><Relationship Id="rId4" Type="http://schemas.openxmlformats.org/officeDocument/2006/relationships/image" Target="../media/image42.wmf"/><Relationship Id="rId3" Type="http://schemas.openxmlformats.org/officeDocument/2006/relationships/image" Target="../media/image41.wmf"/><Relationship Id="rId24" Type="http://schemas.openxmlformats.org/officeDocument/2006/relationships/image" Target="../media/image62.wmf"/><Relationship Id="rId23" Type="http://schemas.openxmlformats.org/officeDocument/2006/relationships/image" Target="../media/image61.wmf"/><Relationship Id="rId22" Type="http://schemas.openxmlformats.org/officeDocument/2006/relationships/image" Target="../media/image60.wmf"/><Relationship Id="rId21" Type="http://schemas.openxmlformats.org/officeDocument/2006/relationships/image" Target="../media/image59.wmf"/><Relationship Id="rId20" Type="http://schemas.openxmlformats.org/officeDocument/2006/relationships/image" Target="../media/image58.wmf"/><Relationship Id="rId2" Type="http://schemas.openxmlformats.org/officeDocument/2006/relationships/image" Target="../media/image40.wmf"/><Relationship Id="rId19" Type="http://schemas.openxmlformats.org/officeDocument/2006/relationships/image" Target="../media/image57.wmf"/><Relationship Id="rId18" Type="http://schemas.openxmlformats.org/officeDocument/2006/relationships/image" Target="../media/image56.wmf"/><Relationship Id="rId17" Type="http://schemas.openxmlformats.org/officeDocument/2006/relationships/image" Target="../media/image55.wmf"/><Relationship Id="rId16" Type="http://schemas.openxmlformats.org/officeDocument/2006/relationships/image" Target="../media/image54.wmf"/><Relationship Id="rId15" Type="http://schemas.openxmlformats.org/officeDocument/2006/relationships/image" Target="../media/image53.png"/><Relationship Id="rId14" Type="http://schemas.openxmlformats.org/officeDocument/2006/relationships/image" Target="../media/image52.wmf"/><Relationship Id="rId13" Type="http://schemas.openxmlformats.org/officeDocument/2006/relationships/image" Target="../media/image51.wmf"/><Relationship Id="rId12" Type="http://schemas.openxmlformats.org/officeDocument/2006/relationships/image" Target="../media/image50.wmf"/><Relationship Id="rId11" Type="http://schemas.openxmlformats.org/officeDocument/2006/relationships/image" Target="../media/image49.wmf"/><Relationship Id="rId10" Type="http://schemas.openxmlformats.org/officeDocument/2006/relationships/image" Target="../media/image48.wmf"/><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70.wmf"/><Relationship Id="rId8" Type="http://schemas.openxmlformats.org/officeDocument/2006/relationships/image" Target="../media/image57.wmf"/><Relationship Id="rId7" Type="http://schemas.openxmlformats.org/officeDocument/2006/relationships/image" Target="../media/image69.wmf"/><Relationship Id="rId6" Type="http://schemas.openxmlformats.org/officeDocument/2006/relationships/image" Target="../media/image68.wmf"/><Relationship Id="rId5" Type="http://schemas.openxmlformats.org/officeDocument/2006/relationships/image" Target="../media/image67.png"/><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4" Type="http://schemas.openxmlformats.org/officeDocument/2006/relationships/image" Target="../media/image75.wmf"/><Relationship Id="rId13" Type="http://schemas.openxmlformats.org/officeDocument/2006/relationships/image" Target="../media/image74.wmf"/><Relationship Id="rId12" Type="http://schemas.openxmlformats.org/officeDocument/2006/relationships/image" Target="../media/image73.wmf"/><Relationship Id="rId11" Type="http://schemas.openxmlformats.org/officeDocument/2006/relationships/image" Target="../media/image72.png"/><Relationship Id="rId10" Type="http://schemas.openxmlformats.org/officeDocument/2006/relationships/image" Target="../media/image71.wmf"/><Relationship Id="rId1" Type="http://schemas.openxmlformats.org/officeDocument/2006/relationships/image" Target="../media/image63.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84.wmf"/><Relationship Id="rId8" Type="http://schemas.openxmlformats.org/officeDocument/2006/relationships/image" Target="../media/image83.wmf"/><Relationship Id="rId7" Type="http://schemas.openxmlformats.org/officeDocument/2006/relationships/image" Target="../media/image82.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93.wmf"/><Relationship Id="rId8" Type="http://schemas.openxmlformats.org/officeDocument/2006/relationships/image" Target="../media/image92.wmf"/><Relationship Id="rId7" Type="http://schemas.openxmlformats.org/officeDocument/2006/relationships/image" Target="../media/image91.wmf"/><Relationship Id="rId6" Type="http://schemas.openxmlformats.org/officeDocument/2006/relationships/image" Target="../media/image90.wmf"/><Relationship Id="rId5" Type="http://schemas.openxmlformats.org/officeDocument/2006/relationships/image" Target="../media/image89.wmf"/><Relationship Id="rId4" Type="http://schemas.openxmlformats.org/officeDocument/2006/relationships/image" Target="../media/image88.wmf"/><Relationship Id="rId3" Type="http://schemas.openxmlformats.org/officeDocument/2006/relationships/image" Target="../media/image87.wmf"/><Relationship Id="rId20" Type="http://schemas.openxmlformats.org/officeDocument/2006/relationships/image" Target="../media/image104.wmf"/><Relationship Id="rId2" Type="http://schemas.openxmlformats.org/officeDocument/2006/relationships/image" Target="../media/image86.wmf"/><Relationship Id="rId19" Type="http://schemas.openxmlformats.org/officeDocument/2006/relationships/image" Target="../media/image103.wmf"/><Relationship Id="rId18" Type="http://schemas.openxmlformats.org/officeDocument/2006/relationships/image" Target="../media/image102.wmf"/><Relationship Id="rId17" Type="http://schemas.openxmlformats.org/officeDocument/2006/relationships/image" Target="../media/image101.wmf"/><Relationship Id="rId16" Type="http://schemas.openxmlformats.org/officeDocument/2006/relationships/image" Target="../media/image100.wmf"/><Relationship Id="rId15" Type="http://schemas.openxmlformats.org/officeDocument/2006/relationships/image" Target="../media/image99.wmf"/><Relationship Id="rId14" Type="http://schemas.openxmlformats.org/officeDocument/2006/relationships/image" Target="../media/image98.wmf"/><Relationship Id="rId13" Type="http://schemas.openxmlformats.org/officeDocument/2006/relationships/image" Target="../media/image97.wmf"/><Relationship Id="rId12" Type="http://schemas.openxmlformats.org/officeDocument/2006/relationships/image" Target="../media/image96.wmf"/><Relationship Id="rId11" Type="http://schemas.openxmlformats.org/officeDocument/2006/relationships/image" Target="../media/image95.wmf"/><Relationship Id="rId10" Type="http://schemas.openxmlformats.org/officeDocument/2006/relationships/image" Target="../media/image94.wmf"/><Relationship Id="rId1" Type="http://schemas.openxmlformats.org/officeDocument/2006/relationships/image" Target="../media/image85.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113.wmf"/><Relationship Id="rId8" Type="http://schemas.openxmlformats.org/officeDocument/2006/relationships/image" Target="../media/image112.png"/><Relationship Id="rId7" Type="http://schemas.openxmlformats.org/officeDocument/2006/relationships/image" Target="../media/image111.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6" Type="http://schemas.openxmlformats.org/officeDocument/2006/relationships/image" Target="../media/image119.wmf"/><Relationship Id="rId15" Type="http://schemas.openxmlformats.org/officeDocument/2006/relationships/image" Target="../media/image118.wmf"/><Relationship Id="rId14" Type="http://schemas.openxmlformats.org/officeDocument/2006/relationships/image" Target="../media/image117.wmf"/><Relationship Id="rId13" Type="http://schemas.openxmlformats.org/officeDocument/2006/relationships/image" Target="../media/image116.wmf"/><Relationship Id="rId12" Type="http://schemas.openxmlformats.org/officeDocument/2006/relationships/image" Target="../media/image115.wmf"/><Relationship Id="rId11" Type="http://schemas.openxmlformats.org/officeDocument/2006/relationships/image" Target="../media/image114.wmf"/><Relationship Id="rId10" Type="http://schemas.openxmlformats.org/officeDocument/2006/relationships/image" Target="../media/image87.wmf"/><Relationship Id="rId1" Type="http://schemas.openxmlformats.org/officeDocument/2006/relationships/image" Target="../media/image105.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128.wmf"/><Relationship Id="rId8" Type="http://schemas.openxmlformats.org/officeDocument/2006/relationships/image" Target="../media/image127.wmf"/><Relationship Id="rId7" Type="http://schemas.openxmlformats.org/officeDocument/2006/relationships/image" Target="../media/image126.wmf"/><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3.emf"/><Relationship Id="rId3" Type="http://schemas.openxmlformats.org/officeDocument/2006/relationships/image" Target="../media/image122.wmf"/><Relationship Id="rId2" Type="http://schemas.openxmlformats.org/officeDocument/2006/relationships/image" Target="../media/image121.wmf"/><Relationship Id="rId13" Type="http://schemas.openxmlformats.org/officeDocument/2006/relationships/image" Target="../media/image133.wmf"/><Relationship Id="rId12" Type="http://schemas.openxmlformats.org/officeDocument/2006/relationships/image" Target="../media/image132.wmf"/><Relationship Id="rId11" Type="http://schemas.openxmlformats.org/officeDocument/2006/relationships/image" Target="../media/image131.wmf"/><Relationship Id="rId10" Type="http://schemas.openxmlformats.org/officeDocument/2006/relationships/image" Target="../media/image130.wmf"/><Relationship Id="rId1" Type="http://schemas.openxmlformats.org/officeDocument/2006/relationships/image" Target="../media/image120.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112.png"/><Relationship Id="rId8" Type="http://schemas.openxmlformats.org/officeDocument/2006/relationships/image" Target="../media/image128.wmf"/><Relationship Id="rId7" Type="http://schemas.openxmlformats.org/officeDocument/2006/relationships/image" Target="../media/image127.wmf"/><Relationship Id="rId6" Type="http://schemas.openxmlformats.org/officeDocument/2006/relationships/image" Target="../media/image126.wmf"/><Relationship Id="rId5" Type="http://schemas.openxmlformats.org/officeDocument/2006/relationships/image" Target="../media/image134.wmf"/><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7" Type="http://schemas.openxmlformats.org/officeDocument/2006/relationships/image" Target="../media/image133.wmf"/><Relationship Id="rId16" Type="http://schemas.openxmlformats.org/officeDocument/2006/relationships/image" Target="../media/image136.wmf"/><Relationship Id="rId15" Type="http://schemas.openxmlformats.org/officeDocument/2006/relationships/image" Target="../media/image131.wmf"/><Relationship Id="rId14" Type="http://schemas.openxmlformats.org/officeDocument/2006/relationships/image" Target="../media/image130.wmf"/><Relationship Id="rId13" Type="http://schemas.openxmlformats.org/officeDocument/2006/relationships/image" Target="../media/image115.wmf"/><Relationship Id="rId12" Type="http://schemas.openxmlformats.org/officeDocument/2006/relationships/image" Target="../media/image114.wmf"/><Relationship Id="rId11" Type="http://schemas.openxmlformats.org/officeDocument/2006/relationships/image" Target="../media/image87.wmf"/><Relationship Id="rId10" Type="http://schemas.openxmlformats.org/officeDocument/2006/relationships/image" Target="../media/image135.wmf"/><Relationship Id="rId1" Type="http://schemas.openxmlformats.org/officeDocument/2006/relationships/image" Target="../media/image105.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145.wmf"/><Relationship Id="rId8" Type="http://schemas.openxmlformats.org/officeDocument/2006/relationships/image" Target="../media/image144.wmf"/><Relationship Id="rId7" Type="http://schemas.openxmlformats.org/officeDocument/2006/relationships/image" Target="../media/image143.wmf"/><Relationship Id="rId6" Type="http://schemas.openxmlformats.org/officeDocument/2006/relationships/image" Target="../media/image142.wmf"/><Relationship Id="rId5" Type="http://schemas.openxmlformats.org/officeDocument/2006/relationships/image" Target="../media/image141.wmf"/><Relationship Id="rId4" Type="http://schemas.openxmlformats.org/officeDocument/2006/relationships/image" Target="../media/image140.wmf"/><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155.wmf"/><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159.wmf"/><Relationship Id="rId3" Type="http://schemas.openxmlformats.org/officeDocument/2006/relationships/image" Target="../media/image158.wmf"/><Relationship Id="rId2" Type="http://schemas.openxmlformats.org/officeDocument/2006/relationships/image" Target="../media/image157.wmf"/><Relationship Id="rId1" Type="http://schemas.openxmlformats.org/officeDocument/2006/relationships/image" Target="../media/image156.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69.wmf"/><Relationship Id="rId8" Type="http://schemas.openxmlformats.org/officeDocument/2006/relationships/image" Target="../media/image168.wmf"/><Relationship Id="rId7" Type="http://schemas.openxmlformats.org/officeDocument/2006/relationships/image" Target="../media/image167.wmf"/><Relationship Id="rId6" Type="http://schemas.openxmlformats.org/officeDocument/2006/relationships/image" Target="../media/image166.wmf"/><Relationship Id="rId5" Type="http://schemas.openxmlformats.org/officeDocument/2006/relationships/image" Target="../media/image165.wmf"/><Relationship Id="rId4" Type="http://schemas.openxmlformats.org/officeDocument/2006/relationships/image" Target="../media/image164.wmf"/><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76.wmf"/><Relationship Id="rId7" Type="http://schemas.openxmlformats.org/officeDocument/2006/relationships/image" Target="../media/image169.wmf"/><Relationship Id="rId6" Type="http://schemas.openxmlformats.org/officeDocument/2006/relationships/image" Target="../media/image175.wmf"/><Relationship Id="rId5" Type="http://schemas.openxmlformats.org/officeDocument/2006/relationships/image" Target="../media/image174.wmf"/><Relationship Id="rId4" Type="http://schemas.openxmlformats.org/officeDocument/2006/relationships/image" Target="../media/image173.wmf"/><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185.wmf"/><Relationship Id="rId8" Type="http://schemas.openxmlformats.org/officeDocument/2006/relationships/image" Target="../media/image184.wmf"/><Relationship Id="rId7" Type="http://schemas.openxmlformats.org/officeDocument/2006/relationships/image" Target="../media/image183.wmf"/><Relationship Id="rId6" Type="http://schemas.openxmlformats.org/officeDocument/2006/relationships/image" Target="../media/image182.wmf"/><Relationship Id="rId5" Type="http://schemas.openxmlformats.org/officeDocument/2006/relationships/image" Target="../media/image181.wmf"/><Relationship Id="rId4" Type="http://schemas.openxmlformats.org/officeDocument/2006/relationships/image" Target="../media/image180.wmf"/><Relationship Id="rId3" Type="http://schemas.openxmlformats.org/officeDocument/2006/relationships/image" Target="../media/image179.wmf"/><Relationship Id="rId2" Type="http://schemas.openxmlformats.org/officeDocument/2006/relationships/image" Target="../media/image178.wmf"/><Relationship Id="rId16" Type="http://schemas.openxmlformats.org/officeDocument/2006/relationships/image" Target="../media/image192.wmf"/><Relationship Id="rId15" Type="http://schemas.openxmlformats.org/officeDocument/2006/relationships/image" Target="../media/image191.wmf"/><Relationship Id="rId14" Type="http://schemas.openxmlformats.org/officeDocument/2006/relationships/image" Target="../media/image190.wmf"/><Relationship Id="rId13" Type="http://schemas.openxmlformats.org/officeDocument/2006/relationships/image" Target="../media/image189.wmf"/><Relationship Id="rId12" Type="http://schemas.openxmlformats.org/officeDocument/2006/relationships/image" Target="../media/image188.wmf"/><Relationship Id="rId11" Type="http://schemas.openxmlformats.org/officeDocument/2006/relationships/image" Target="../media/image187.wmf"/><Relationship Id="rId10" Type="http://schemas.openxmlformats.org/officeDocument/2006/relationships/image" Target="../media/image186.wmf"/><Relationship Id="rId1" Type="http://schemas.openxmlformats.org/officeDocument/2006/relationships/image" Target="../media/image177.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5.wmf"/><Relationship Id="rId8" Type="http://schemas.openxmlformats.org/officeDocument/2006/relationships/image" Target="../media/image4.png"/><Relationship Id="rId7" Type="http://schemas.openxmlformats.org/officeDocument/2006/relationships/image" Target="../media/image199.wmf"/><Relationship Id="rId6" Type="http://schemas.openxmlformats.org/officeDocument/2006/relationships/image" Target="../media/image198.wmf"/><Relationship Id="rId5" Type="http://schemas.openxmlformats.org/officeDocument/2006/relationships/image" Target="../media/image197.wmf"/><Relationship Id="rId4" Type="http://schemas.openxmlformats.org/officeDocument/2006/relationships/image" Target="../media/image196.wmf"/><Relationship Id="rId3" Type="http://schemas.openxmlformats.org/officeDocument/2006/relationships/image" Target="../media/image195.wmf"/><Relationship Id="rId2" Type="http://schemas.openxmlformats.org/officeDocument/2006/relationships/image" Target="../media/image194.wmf"/><Relationship Id="rId15" Type="http://schemas.openxmlformats.org/officeDocument/2006/relationships/image" Target="../media/image200.wmf"/><Relationship Id="rId14" Type="http://schemas.openxmlformats.org/officeDocument/2006/relationships/image" Target="../media/image10.wmf"/><Relationship Id="rId13" Type="http://schemas.openxmlformats.org/officeDocument/2006/relationships/image" Target="../media/image9.wmf"/><Relationship Id="rId12" Type="http://schemas.openxmlformats.org/officeDocument/2006/relationships/image" Target="../media/image8.wmf"/><Relationship Id="rId11" Type="http://schemas.openxmlformats.org/officeDocument/2006/relationships/image" Target="../media/image7.wmf"/><Relationship Id="rId10" Type="http://schemas.openxmlformats.org/officeDocument/2006/relationships/image" Target="../media/image6.wmf"/><Relationship Id="rId1" Type="http://schemas.openxmlformats.org/officeDocument/2006/relationships/image" Target="../media/image193.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202.wmf"/><Relationship Id="rId1" Type="http://schemas.openxmlformats.org/officeDocument/2006/relationships/image" Target="../media/image201.wmf"/></Relationships>
</file>

<file path=ppt/drawings/_rels/vmlDrawing24.vml.rels><?xml version="1.0" encoding="UTF-8" standalone="yes"?>
<Relationships xmlns="http://schemas.openxmlformats.org/package/2006/relationships"><Relationship Id="rId6" Type="http://schemas.openxmlformats.org/officeDocument/2006/relationships/image" Target="../media/image208.wmf"/><Relationship Id="rId5" Type="http://schemas.openxmlformats.org/officeDocument/2006/relationships/image" Target="../media/image207.wmf"/><Relationship Id="rId4" Type="http://schemas.openxmlformats.org/officeDocument/2006/relationships/image" Target="../media/image206.wmf"/><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3.wmf"/></Relationships>
</file>

<file path=ppt/drawings/_rels/vmlDrawing25.vml.rels><?xml version="1.0" encoding="UTF-8" standalone="yes"?>
<Relationships xmlns="http://schemas.openxmlformats.org/package/2006/relationships"><Relationship Id="rId6" Type="http://schemas.openxmlformats.org/officeDocument/2006/relationships/image" Target="../media/image214.wmf"/><Relationship Id="rId5" Type="http://schemas.openxmlformats.org/officeDocument/2006/relationships/image" Target="../media/image213.wmf"/><Relationship Id="rId4" Type="http://schemas.openxmlformats.org/officeDocument/2006/relationships/image" Target="../media/image212.wmf"/><Relationship Id="rId3" Type="http://schemas.openxmlformats.org/officeDocument/2006/relationships/image" Target="../media/image211.wmf"/><Relationship Id="rId2" Type="http://schemas.openxmlformats.org/officeDocument/2006/relationships/image" Target="../media/image210.wmf"/><Relationship Id="rId1" Type="http://schemas.openxmlformats.org/officeDocument/2006/relationships/image" Target="../media/image209.w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223.wmf"/><Relationship Id="rId8" Type="http://schemas.openxmlformats.org/officeDocument/2006/relationships/image" Target="../media/image222.wmf"/><Relationship Id="rId7" Type="http://schemas.openxmlformats.org/officeDocument/2006/relationships/image" Target="../media/image221.wmf"/><Relationship Id="rId6" Type="http://schemas.openxmlformats.org/officeDocument/2006/relationships/image" Target="../media/image220.wmf"/><Relationship Id="rId5" Type="http://schemas.openxmlformats.org/officeDocument/2006/relationships/image" Target="../media/image219.wmf"/><Relationship Id="rId4" Type="http://schemas.openxmlformats.org/officeDocument/2006/relationships/image" Target="../media/image218.wmf"/><Relationship Id="rId3" Type="http://schemas.openxmlformats.org/officeDocument/2006/relationships/image" Target="../media/image217.wmf"/><Relationship Id="rId2" Type="http://schemas.openxmlformats.org/officeDocument/2006/relationships/image" Target="../media/image216.wmf"/><Relationship Id="rId1" Type="http://schemas.openxmlformats.org/officeDocument/2006/relationships/image" Target="../media/image215.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231.wmf"/><Relationship Id="rId7" Type="http://schemas.openxmlformats.org/officeDocument/2006/relationships/image" Target="../media/image230.wmf"/><Relationship Id="rId6" Type="http://schemas.openxmlformats.org/officeDocument/2006/relationships/image" Target="../media/image229.wmf"/><Relationship Id="rId5" Type="http://schemas.openxmlformats.org/officeDocument/2006/relationships/image" Target="../media/image228.wmf"/><Relationship Id="rId4" Type="http://schemas.openxmlformats.org/officeDocument/2006/relationships/image" Target="../media/image227.wmf"/><Relationship Id="rId3" Type="http://schemas.openxmlformats.org/officeDocument/2006/relationships/image" Target="../media/image226.wmf"/><Relationship Id="rId2" Type="http://schemas.openxmlformats.org/officeDocument/2006/relationships/image" Target="../media/image225.wmf"/><Relationship Id="rId1" Type="http://schemas.openxmlformats.org/officeDocument/2006/relationships/image" Target="../media/image224.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239.wmf"/><Relationship Id="rId8" Type="http://schemas.openxmlformats.org/officeDocument/2006/relationships/image" Target="../media/image228.wmf"/><Relationship Id="rId7" Type="http://schemas.openxmlformats.org/officeDocument/2006/relationships/image" Target="../media/image238.wmf"/><Relationship Id="rId6" Type="http://schemas.openxmlformats.org/officeDocument/2006/relationships/image" Target="../media/image237.wmf"/><Relationship Id="rId5" Type="http://schemas.openxmlformats.org/officeDocument/2006/relationships/image" Target="../media/image236.wmf"/><Relationship Id="rId4" Type="http://schemas.openxmlformats.org/officeDocument/2006/relationships/image" Target="../media/image235.wmf"/><Relationship Id="rId3" Type="http://schemas.openxmlformats.org/officeDocument/2006/relationships/image" Target="../media/image234.wmf"/><Relationship Id="rId2" Type="http://schemas.openxmlformats.org/officeDocument/2006/relationships/image" Target="../media/image233.wmf"/><Relationship Id="rId10" Type="http://schemas.openxmlformats.org/officeDocument/2006/relationships/image" Target="../media/image240.wmf"/><Relationship Id="rId1" Type="http://schemas.openxmlformats.org/officeDocument/2006/relationships/image" Target="../media/image232.wmf"/></Relationships>
</file>

<file path=ppt/drawings/_rels/vmlDrawing29.vml.rels><?xml version="1.0" encoding="UTF-8" standalone="yes"?>
<Relationships xmlns="http://schemas.openxmlformats.org/package/2006/relationships"><Relationship Id="rId9" Type="http://schemas.openxmlformats.org/officeDocument/2006/relationships/image" Target="../media/image249.wmf"/><Relationship Id="rId8" Type="http://schemas.openxmlformats.org/officeDocument/2006/relationships/image" Target="../media/image248.wmf"/><Relationship Id="rId7" Type="http://schemas.openxmlformats.org/officeDocument/2006/relationships/image" Target="../media/image247.wmf"/><Relationship Id="rId6" Type="http://schemas.openxmlformats.org/officeDocument/2006/relationships/image" Target="../media/image246.wmf"/><Relationship Id="rId5" Type="http://schemas.openxmlformats.org/officeDocument/2006/relationships/image" Target="../media/image245.wmf"/><Relationship Id="rId4" Type="http://schemas.openxmlformats.org/officeDocument/2006/relationships/image" Target="../media/image244.wmf"/><Relationship Id="rId3" Type="http://schemas.openxmlformats.org/officeDocument/2006/relationships/image" Target="../media/image243.wmf"/><Relationship Id="rId2" Type="http://schemas.openxmlformats.org/officeDocument/2006/relationships/image" Target="../media/image242.wmf"/><Relationship Id="rId14" Type="http://schemas.openxmlformats.org/officeDocument/2006/relationships/image" Target="../media/image254.wmf"/><Relationship Id="rId13" Type="http://schemas.openxmlformats.org/officeDocument/2006/relationships/image" Target="../media/image253.wmf"/><Relationship Id="rId12" Type="http://schemas.openxmlformats.org/officeDocument/2006/relationships/image" Target="../media/image252.wmf"/><Relationship Id="rId11" Type="http://schemas.openxmlformats.org/officeDocument/2006/relationships/image" Target="../media/image251.wmf"/><Relationship Id="rId10" Type="http://schemas.openxmlformats.org/officeDocument/2006/relationships/image" Target="../media/image250.wmf"/><Relationship Id="rId1" Type="http://schemas.openxmlformats.org/officeDocument/2006/relationships/image" Target="../media/image241.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00.wmf"/><Relationship Id="rId8" Type="http://schemas.openxmlformats.org/officeDocument/2006/relationships/image" Target="../media/image262.wmf"/><Relationship Id="rId7" Type="http://schemas.openxmlformats.org/officeDocument/2006/relationships/image" Target="../media/image261.wmf"/><Relationship Id="rId6" Type="http://schemas.openxmlformats.org/officeDocument/2006/relationships/image" Target="../media/image260.wmf"/><Relationship Id="rId5" Type="http://schemas.openxmlformats.org/officeDocument/2006/relationships/image" Target="../media/image259.wmf"/><Relationship Id="rId4" Type="http://schemas.openxmlformats.org/officeDocument/2006/relationships/image" Target="../media/image258.wmf"/><Relationship Id="rId3" Type="http://schemas.openxmlformats.org/officeDocument/2006/relationships/image" Target="../media/image257.wmf"/><Relationship Id="rId2" Type="http://schemas.openxmlformats.org/officeDocument/2006/relationships/image" Target="../media/image256.wmf"/><Relationship Id="rId14" Type="http://schemas.openxmlformats.org/officeDocument/2006/relationships/image" Target="../media/image268.wmf"/><Relationship Id="rId13" Type="http://schemas.openxmlformats.org/officeDocument/2006/relationships/image" Target="../media/image267.wmf"/><Relationship Id="rId12" Type="http://schemas.openxmlformats.org/officeDocument/2006/relationships/image" Target="../media/image266.wmf"/><Relationship Id="rId11" Type="http://schemas.openxmlformats.org/officeDocument/2006/relationships/image" Target="../media/image98.wmf"/><Relationship Id="rId10" Type="http://schemas.openxmlformats.org/officeDocument/2006/relationships/image" Target="../media/image265.wmf"/><Relationship Id="rId1" Type="http://schemas.openxmlformats.org/officeDocument/2006/relationships/image" Target="../media/image255.wmf"/></Relationships>
</file>

<file path=ppt/drawings/_rels/vmlDrawing31.vml.rels><?xml version="1.0" encoding="UTF-8" standalone="yes"?>
<Relationships xmlns="http://schemas.openxmlformats.org/package/2006/relationships"><Relationship Id="rId4" Type="http://schemas.openxmlformats.org/officeDocument/2006/relationships/image" Target="../media/image271.wmf"/><Relationship Id="rId3" Type="http://schemas.openxmlformats.org/officeDocument/2006/relationships/image" Target="../media/image270.wmf"/><Relationship Id="rId2" Type="http://schemas.openxmlformats.org/officeDocument/2006/relationships/image" Target="../media/image245.wmf"/><Relationship Id="rId1" Type="http://schemas.openxmlformats.org/officeDocument/2006/relationships/image" Target="../media/image269.wmf"/></Relationships>
</file>

<file path=ppt/drawings/_rels/vmlDrawing32.vml.rels><?xml version="1.0" encoding="UTF-8" standalone="yes"?>
<Relationships xmlns="http://schemas.openxmlformats.org/package/2006/relationships"><Relationship Id="rId7" Type="http://schemas.openxmlformats.org/officeDocument/2006/relationships/image" Target="../media/image278.wmf"/><Relationship Id="rId6" Type="http://schemas.openxmlformats.org/officeDocument/2006/relationships/image" Target="../media/image277.wmf"/><Relationship Id="rId5" Type="http://schemas.openxmlformats.org/officeDocument/2006/relationships/image" Target="../media/image276.wmf"/><Relationship Id="rId4" Type="http://schemas.openxmlformats.org/officeDocument/2006/relationships/image" Target="../media/image275.wmf"/><Relationship Id="rId3" Type="http://schemas.openxmlformats.org/officeDocument/2006/relationships/image" Target="../media/image274.wmf"/><Relationship Id="rId2" Type="http://schemas.openxmlformats.org/officeDocument/2006/relationships/image" Target="../media/image273.wmf"/><Relationship Id="rId1" Type="http://schemas.openxmlformats.org/officeDocument/2006/relationships/image" Target="../media/image272.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86.wmf"/><Relationship Id="rId7" Type="http://schemas.openxmlformats.org/officeDocument/2006/relationships/image" Target="../media/image285.wmf"/><Relationship Id="rId6" Type="http://schemas.openxmlformats.org/officeDocument/2006/relationships/image" Target="../media/image284.wmf"/><Relationship Id="rId5" Type="http://schemas.openxmlformats.org/officeDocument/2006/relationships/image" Target="../media/image283.wmf"/><Relationship Id="rId4" Type="http://schemas.openxmlformats.org/officeDocument/2006/relationships/image" Target="../media/image282.wmf"/><Relationship Id="rId3" Type="http://schemas.openxmlformats.org/officeDocument/2006/relationships/image" Target="../media/image281.wmf"/><Relationship Id="rId2" Type="http://schemas.openxmlformats.org/officeDocument/2006/relationships/image" Target="../media/image280.wmf"/><Relationship Id="rId1" Type="http://schemas.openxmlformats.org/officeDocument/2006/relationships/image" Target="../media/image279.wmf"/></Relationships>
</file>

<file path=ppt/drawings/_rels/vmlDrawing34.vml.rels><?xml version="1.0" encoding="UTF-8" standalone="yes"?>
<Relationships xmlns="http://schemas.openxmlformats.org/package/2006/relationships"><Relationship Id="rId6" Type="http://schemas.openxmlformats.org/officeDocument/2006/relationships/image" Target="../media/image292.wmf"/><Relationship Id="rId5" Type="http://schemas.openxmlformats.org/officeDocument/2006/relationships/image" Target="../media/image291.wmf"/><Relationship Id="rId4" Type="http://schemas.openxmlformats.org/officeDocument/2006/relationships/image" Target="../media/image290.wmf"/><Relationship Id="rId3" Type="http://schemas.openxmlformats.org/officeDocument/2006/relationships/image" Target="../media/image289.wmf"/><Relationship Id="rId2" Type="http://schemas.openxmlformats.org/officeDocument/2006/relationships/image" Target="../media/image288.wmf"/><Relationship Id="rId1" Type="http://schemas.openxmlformats.org/officeDocument/2006/relationships/image" Target="../media/image287.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301.wmf"/><Relationship Id="rId7" Type="http://schemas.openxmlformats.org/officeDocument/2006/relationships/image" Target="../media/image300.wmf"/><Relationship Id="rId6" Type="http://schemas.openxmlformats.org/officeDocument/2006/relationships/image" Target="../media/image299.wmf"/><Relationship Id="rId5" Type="http://schemas.openxmlformats.org/officeDocument/2006/relationships/image" Target="../media/image298.wmf"/><Relationship Id="rId4" Type="http://schemas.openxmlformats.org/officeDocument/2006/relationships/image" Target="../media/image297.wmf"/><Relationship Id="rId3" Type="http://schemas.openxmlformats.org/officeDocument/2006/relationships/image" Target="../media/image296.wmf"/><Relationship Id="rId2" Type="http://schemas.openxmlformats.org/officeDocument/2006/relationships/image" Target="../media/image295.wmf"/><Relationship Id="rId1" Type="http://schemas.openxmlformats.org/officeDocument/2006/relationships/image" Target="../media/image294.wmf"/></Relationships>
</file>

<file path=ppt/drawings/_rels/vmlDrawing36.vml.rels><?xml version="1.0" encoding="UTF-8" standalone="yes"?>
<Relationships xmlns="http://schemas.openxmlformats.org/package/2006/relationships"><Relationship Id="rId5" Type="http://schemas.openxmlformats.org/officeDocument/2006/relationships/image" Target="../media/image306.wmf"/><Relationship Id="rId4" Type="http://schemas.openxmlformats.org/officeDocument/2006/relationships/image" Target="../media/image305.wmf"/><Relationship Id="rId3" Type="http://schemas.openxmlformats.org/officeDocument/2006/relationships/image" Target="../media/image304.wmf"/><Relationship Id="rId2" Type="http://schemas.openxmlformats.org/officeDocument/2006/relationships/image" Target="../media/image303.wmf"/><Relationship Id="rId1" Type="http://schemas.openxmlformats.org/officeDocument/2006/relationships/image" Target="../media/image302.wmf"/></Relationships>
</file>

<file path=ppt/drawings/_rels/vmlDrawing37.vml.rels><?xml version="1.0" encoding="UTF-8" standalone="yes"?>
<Relationships xmlns="http://schemas.openxmlformats.org/package/2006/relationships"><Relationship Id="rId5" Type="http://schemas.openxmlformats.org/officeDocument/2006/relationships/image" Target="../media/image311.wmf"/><Relationship Id="rId4" Type="http://schemas.openxmlformats.org/officeDocument/2006/relationships/image" Target="../media/image310.wmf"/><Relationship Id="rId3" Type="http://schemas.openxmlformats.org/officeDocument/2006/relationships/image" Target="../media/image309.wmf"/><Relationship Id="rId2" Type="http://schemas.openxmlformats.org/officeDocument/2006/relationships/image" Target="../media/image308.wmf"/><Relationship Id="rId1" Type="http://schemas.openxmlformats.org/officeDocument/2006/relationships/image" Target="../media/image307.wmf"/></Relationships>
</file>

<file path=ppt/drawings/_rels/vmlDrawing38.vml.rels><?xml version="1.0" encoding="UTF-8" standalone="yes"?>
<Relationships xmlns="http://schemas.openxmlformats.org/package/2006/relationships"><Relationship Id="rId6" Type="http://schemas.openxmlformats.org/officeDocument/2006/relationships/image" Target="../media/image317.wmf"/><Relationship Id="rId5" Type="http://schemas.openxmlformats.org/officeDocument/2006/relationships/image" Target="../media/image307.wmf"/><Relationship Id="rId4" Type="http://schemas.openxmlformats.org/officeDocument/2006/relationships/image" Target="../media/image316.wmf"/><Relationship Id="rId3" Type="http://schemas.openxmlformats.org/officeDocument/2006/relationships/image" Target="../media/image315.wmf"/><Relationship Id="rId2" Type="http://schemas.openxmlformats.org/officeDocument/2006/relationships/image" Target="../media/image314.wmf"/><Relationship Id="rId1" Type="http://schemas.openxmlformats.org/officeDocument/2006/relationships/image" Target="../media/image313.wmf"/></Relationships>
</file>

<file path=ppt/drawings/_rels/vmlDrawing39.vml.rels><?xml version="1.0" encoding="UTF-8" standalone="yes"?>
<Relationships xmlns="http://schemas.openxmlformats.org/package/2006/relationships"><Relationship Id="rId6" Type="http://schemas.openxmlformats.org/officeDocument/2006/relationships/image" Target="../media/image323.wmf"/><Relationship Id="rId5" Type="http://schemas.openxmlformats.org/officeDocument/2006/relationships/image" Target="../media/image322.wmf"/><Relationship Id="rId4" Type="http://schemas.openxmlformats.org/officeDocument/2006/relationships/image" Target="../media/image321.wmf"/><Relationship Id="rId3" Type="http://schemas.openxmlformats.org/officeDocument/2006/relationships/image" Target="../media/image320.wmf"/><Relationship Id="rId2" Type="http://schemas.openxmlformats.org/officeDocument/2006/relationships/image" Target="../media/image319.wmf"/><Relationship Id="rId1" Type="http://schemas.openxmlformats.org/officeDocument/2006/relationships/image" Target="../media/image318.wmf"/></Relationships>
</file>

<file path=ppt/drawings/_rels/vmlDrawing40.vml.rels><?xml version="1.0" encoding="UTF-8" standalone="yes"?>
<Relationships xmlns="http://schemas.openxmlformats.org/package/2006/relationships"><Relationship Id="rId5" Type="http://schemas.openxmlformats.org/officeDocument/2006/relationships/image" Target="../media/image326.wmf"/><Relationship Id="rId4" Type="http://schemas.openxmlformats.org/officeDocument/2006/relationships/image" Target="../media/image325.wmf"/><Relationship Id="rId3" Type="http://schemas.openxmlformats.org/officeDocument/2006/relationships/image" Target="../media/image320.wmf"/><Relationship Id="rId2" Type="http://schemas.openxmlformats.org/officeDocument/2006/relationships/image" Target="../media/image323.wmf"/><Relationship Id="rId1" Type="http://schemas.openxmlformats.org/officeDocument/2006/relationships/image" Target="../media/image324.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328.emf"/></Relationships>
</file>

<file path=ppt/drawings/_rels/vmlDrawing42.vml.rels><?xml version="1.0" encoding="UTF-8" standalone="yes"?>
<Relationships xmlns="http://schemas.openxmlformats.org/package/2006/relationships"><Relationship Id="rId4" Type="http://schemas.openxmlformats.org/officeDocument/2006/relationships/image" Target="../media/image335.wmf"/><Relationship Id="rId3" Type="http://schemas.openxmlformats.org/officeDocument/2006/relationships/image" Target="../media/image334.wmf"/><Relationship Id="rId2" Type="http://schemas.openxmlformats.org/officeDocument/2006/relationships/image" Target="../media/image333.wmf"/><Relationship Id="rId1" Type="http://schemas.openxmlformats.org/officeDocument/2006/relationships/image" Target="../media/image332.wmf"/></Relationships>
</file>

<file path=ppt/drawings/_rels/vmlDrawing43.vml.rels><?xml version="1.0" encoding="UTF-8" standalone="yes"?>
<Relationships xmlns="http://schemas.openxmlformats.org/package/2006/relationships"><Relationship Id="rId5" Type="http://schemas.openxmlformats.org/officeDocument/2006/relationships/image" Target="../media/image340.wmf"/><Relationship Id="rId4" Type="http://schemas.openxmlformats.org/officeDocument/2006/relationships/image" Target="../media/image339.wmf"/><Relationship Id="rId3" Type="http://schemas.openxmlformats.org/officeDocument/2006/relationships/image" Target="../media/image338.wmf"/><Relationship Id="rId2" Type="http://schemas.openxmlformats.org/officeDocument/2006/relationships/image" Target="../media/image337.wmf"/><Relationship Id="rId1" Type="http://schemas.openxmlformats.org/officeDocument/2006/relationships/image" Target="../media/image336.wmf"/></Relationships>
</file>

<file path=ppt/drawings/_rels/vmlDrawing44.vml.rels><?xml version="1.0" encoding="UTF-8" standalone="yes"?>
<Relationships xmlns="http://schemas.openxmlformats.org/package/2006/relationships"><Relationship Id="rId4" Type="http://schemas.openxmlformats.org/officeDocument/2006/relationships/image" Target="../media/image344.wmf"/><Relationship Id="rId3" Type="http://schemas.openxmlformats.org/officeDocument/2006/relationships/image" Target="../media/image343.wmf"/><Relationship Id="rId2" Type="http://schemas.openxmlformats.org/officeDocument/2006/relationships/image" Target="../media/image342.wmf"/><Relationship Id="rId1" Type="http://schemas.openxmlformats.org/officeDocument/2006/relationships/image" Target="../media/image341.wmf"/></Relationships>
</file>

<file path=ppt/drawings/_rels/vmlDrawing45.vml.rels><?xml version="1.0" encoding="UTF-8" standalone="yes"?>
<Relationships xmlns="http://schemas.openxmlformats.org/package/2006/relationships"><Relationship Id="rId9" Type="http://schemas.openxmlformats.org/officeDocument/2006/relationships/image" Target="../media/image360.wmf"/><Relationship Id="rId8" Type="http://schemas.openxmlformats.org/officeDocument/2006/relationships/image" Target="../media/image359.wmf"/><Relationship Id="rId7" Type="http://schemas.openxmlformats.org/officeDocument/2006/relationships/image" Target="../media/image358.wmf"/><Relationship Id="rId6" Type="http://schemas.openxmlformats.org/officeDocument/2006/relationships/image" Target="../media/image357.wmf"/><Relationship Id="rId5" Type="http://schemas.openxmlformats.org/officeDocument/2006/relationships/image" Target="../media/image356.wmf"/><Relationship Id="rId4" Type="http://schemas.openxmlformats.org/officeDocument/2006/relationships/image" Target="../media/image355.wmf"/><Relationship Id="rId3" Type="http://schemas.openxmlformats.org/officeDocument/2006/relationships/image" Target="../media/image354.wmf"/><Relationship Id="rId2" Type="http://schemas.openxmlformats.org/officeDocument/2006/relationships/image" Target="../media/image353.wmf"/><Relationship Id="rId10" Type="http://schemas.openxmlformats.org/officeDocument/2006/relationships/image" Target="../media/image361.wmf"/><Relationship Id="rId1" Type="http://schemas.openxmlformats.org/officeDocument/2006/relationships/image" Target="../media/image352.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364.wmf"/><Relationship Id="rId2" Type="http://schemas.openxmlformats.org/officeDocument/2006/relationships/image" Target="../media/image98.wmf"/><Relationship Id="rId1" Type="http://schemas.openxmlformats.org/officeDocument/2006/relationships/image" Target="../media/image363.wmf"/></Relationships>
</file>

<file path=ppt/drawings/_rels/vmlDrawing47.vml.rels><?xml version="1.0" encoding="UTF-8" standalone="yes"?>
<Relationships xmlns="http://schemas.openxmlformats.org/package/2006/relationships"><Relationship Id="rId9" Type="http://schemas.openxmlformats.org/officeDocument/2006/relationships/image" Target="../media/image373.wmf"/><Relationship Id="rId8" Type="http://schemas.openxmlformats.org/officeDocument/2006/relationships/image" Target="../media/image372.wmf"/><Relationship Id="rId7" Type="http://schemas.openxmlformats.org/officeDocument/2006/relationships/image" Target="../media/image371.wmf"/><Relationship Id="rId6" Type="http://schemas.openxmlformats.org/officeDocument/2006/relationships/image" Target="../media/image370.wmf"/><Relationship Id="rId5" Type="http://schemas.openxmlformats.org/officeDocument/2006/relationships/image" Target="../media/image369.wmf"/><Relationship Id="rId4" Type="http://schemas.openxmlformats.org/officeDocument/2006/relationships/image" Target="../media/image368.wmf"/><Relationship Id="rId3" Type="http://schemas.openxmlformats.org/officeDocument/2006/relationships/image" Target="../media/image367.wmf"/><Relationship Id="rId2" Type="http://schemas.openxmlformats.org/officeDocument/2006/relationships/image" Target="../media/image366.wmf"/><Relationship Id="rId17" Type="http://schemas.openxmlformats.org/officeDocument/2006/relationships/image" Target="../media/image381.wmf"/><Relationship Id="rId16" Type="http://schemas.openxmlformats.org/officeDocument/2006/relationships/image" Target="../media/image380.wmf"/><Relationship Id="rId15" Type="http://schemas.openxmlformats.org/officeDocument/2006/relationships/image" Target="../media/image379.wmf"/><Relationship Id="rId14" Type="http://schemas.openxmlformats.org/officeDocument/2006/relationships/image" Target="../media/image378.wmf"/><Relationship Id="rId13" Type="http://schemas.openxmlformats.org/officeDocument/2006/relationships/image" Target="../media/image377.wmf"/><Relationship Id="rId12" Type="http://schemas.openxmlformats.org/officeDocument/2006/relationships/image" Target="../media/image376.wmf"/><Relationship Id="rId11" Type="http://schemas.openxmlformats.org/officeDocument/2006/relationships/image" Target="../media/image375.wmf"/><Relationship Id="rId10" Type="http://schemas.openxmlformats.org/officeDocument/2006/relationships/image" Target="../media/image374.wmf"/><Relationship Id="rId1" Type="http://schemas.openxmlformats.org/officeDocument/2006/relationships/image" Target="../media/image365.wmf"/></Relationships>
</file>

<file path=ppt/drawings/_rels/vmlDrawing48.vml.rels><?xml version="1.0" encoding="UTF-8" standalone="yes"?>
<Relationships xmlns="http://schemas.openxmlformats.org/package/2006/relationships"><Relationship Id="rId6" Type="http://schemas.openxmlformats.org/officeDocument/2006/relationships/image" Target="../media/image384.wmf"/><Relationship Id="rId5" Type="http://schemas.openxmlformats.org/officeDocument/2006/relationships/image" Target="../media/image375.wmf"/><Relationship Id="rId4" Type="http://schemas.openxmlformats.org/officeDocument/2006/relationships/image" Target="../media/image374.wmf"/><Relationship Id="rId3" Type="http://schemas.openxmlformats.org/officeDocument/2006/relationships/image" Target="../media/image367.wmf"/><Relationship Id="rId2" Type="http://schemas.openxmlformats.org/officeDocument/2006/relationships/image" Target="../media/image383.wmf"/><Relationship Id="rId1" Type="http://schemas.openxmlformats.org/officeDocument/2006/relationships/image" Target="../media/image382.wmf"/></Relationships>
</file>

<file path=ppt/drawings/_rels/vmlDrawing49.vml.rels><?xml version="1.0" encoding="UTF-8" standalone="yes"?>
<Relationships xmlns="http://schemas.openxmlformats.org/package/2006/relationships"><Relationship Id="rId7" Type="http://schemas.openxmlformats.org/officeDocument/2006/relationships/image" Target="../media/image389.wmf"/><Relationship Id="rId6" Type="http://schemas.openxmlformats.org/officeDocument/2006/relationships/image" Target="../media/image388.wmf"/><Relationship Id="rId5" Type="http://schemas.openxmlformats.org/officeDocument/2006/relationships/image" Target="../media/image387.wmf"/><Relationship Id="rId4" Type="http://schemas.openxmlformats.org/officeDocument/2006/relationships/image" Target="../media/image368.wmf"/><Relationship Id="rId3" Type="http://schemas.openxmlformats.org/officeDocument/2006/relationships/image" Target="../media/image369.wmf"/><Relationship Id="rId2" Type="http://schemas.openxmlformats.org/officeDocument/2006/relationships/image" Target="../media/image386.wmf"/><Relationship Id="rId1" Type="http://schemas.openxmlformats.org/officeDocument/2006/relationships/image" Target="../media/image385.wmf"/></Relationships>
</file>

<file path=ppt/drawings/_rels/vmlDrawing50.vml.rels><?xml version="1.0" encoding="UTF-8" standalone="yes"?>
<Relationships xmlns="http://schemas.openxmlformats.org/package/2006/relationships"><Relationship Id="rId9" Type="http://schemas.openxmlformats.org/officeDocument/2006/relationships/image" Target="../media/image398.wmf"/><Relationship Id="rId8" Type="http://schemas.openxmlformats.org/officeDocument/2006/relationships/image" Target="../media/image397.wmf"/><Relationship Id="rId7" Type="http://schemas.openxmlformats.org/officeDocument/2006/relationships/image" Target="../media/image396.wmf"/><Relationship Id="rId6" Type="http://schemas.openxmlformats.org/officeDocument/2006/relationships/image" Target="../media/image395.wmf"/><Relationship Id="rId5" Type="http://schemas.openxmlformats.org/officeDocument/2006/relationships/image" Target="../media/image394.wmf"/><Relationship Id="rId4" Type="http://schemas.openxmlformats.org/officeDocument/2006/relationships/image" Target="../media/image393.wmf"/><Relationship Id="rId3" Type="http://schemas.openxmlformats.org/officeDocument/2006/relationships/image" Target="../media/image392.wmf"/><Relationship Id="rId2" Type="http://schemas.openxmlformats.org/officeDocument/2006/relationships/image" Target="../media/image391.wmf"/><Relationship Id="rId11" Type="http://schemas.openxmlformats.org/officeDocument/2006/relationships/image" Target="../media/image400.wmf"/><Relationship Id="rId10" Type="http://schemas.openxmlformats.org/officeDocument/2006/relationships/image" Target="../media/image399.wmf"/><Relationship Id="rId1" Type="http://schemas.openxmlformats.org/officeDocument/2006/relationships/image" Target="../media/image390.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403.wmf"/><Relationship Id="rId2" Type="http://schemas.openxmlformats.org/officeDocument/2006/relationships/image" Target="../media/image402.wmf"/><Relationship Id="rId1" Type="http://schemas.openxmlformats.org/officeDocument/2006/relationships/image" Target="../media/image401.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406.wmf"/><Relationship Id="rId2" Type="http://schemas.openxmlformats.org/officeDocument/2006/relationships/image" Target="../media/image405.wmf"/><Relationship Id="rId1" Type="http://schemas.openxmlformats.org/officeDocument/2006/relationships/image" Target="../media/image404.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409.wmf"/><Relationship Id="rId2" Type="http://schemas.openxmlformats.org/officeDocument/2006/relationships/image" Target="../media/image408.wmf"/><Relationship Id="rId1" Type="http://schemas.openxmlformats.org/officeDocument/2006/relationships/image" Target="../media/image40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435166" cy="355692"/>
          </a:xfrm>
          <a:prstGeom prst="rect">
            <a:avLst/>
          </a:prstGeom>
        </p:spPr>
        <p:txBody>
          <a:bodyPr vert="horz" lIns="95445" tIns="47723" rIns="95445" bIns="47723" rtlCol="0"/>
          <a:lstStyle>
            <a:lvl1pPr algn="l">
              <a:defRPr sz="1735">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5796841" y="0"/>
            <a:ext cx="4435166" cy="355692"/>
          </a:xfrm>
          <a:prstGeom prst="rect">
            <a:avLst/>
          </a:prstGeom>
        </p:spPr>
        <p:txBody>
          <a:bodyPr vert="horz" lIns="95445" tIns="47723" rIns="95445" bIns="47723" rtlCol="0"/>
          <a:lstStyle>
            <a:lvl1pPr algn="r">
              <a:defRPr sz="1735">
                <a:latin typeface="Arial" panose="020B0604020202020204" pitchFamily="34" charset="0"/>
                <a:ea typeface="宋体" panose="02010600030101010101" pitchFamily="2" charset="-122"/>
              </a:defRPr>
            </a:lvl1pPr>
          </a:lstStyle>
          <a:p>
            <a:pPr>
              <a:defRPr/>
            </a:pPr>
            <a:fld id="{CDD98E6D-A9AC-4EC5-983B-3EB1D65200E5}" type="datetimeFigureOut">
              <a:rPr lang="zh-CN" altLang="en-US"/>
            </a:fld>
            <a:endParaRPr lang="zh-CN" altLang="en-US"/>
          </a:p>
        </p:txBody>
      </p:sp>
      <p:sp>
        <p:nvSpPr>
          <p:cNvPr id="4" name="页脚占位符 3"/>
          <p:cNvSpPr>
            <a:spLocks noGrp="1"/>
          </p:cNvSpPr>
          <p:nvPr>
            <p:ph type="ftr" sz="quarter" idx="2"/>
          </p:nvPr>
        </p:nvSpPr>
        <p:spPr>
          <a:xfrm>
            <a:off x="0" y="6742728"/>
            <a:ext cx="4435166" cy="355691"/>
          </a:xfrm>
          <a:prstGeom prst="rect">
            <a:avLst/>
          </a:prstGeom>
        </p:spPr>
        <p:txBody>
          <a:bodyPr vert="horz" lIns="95445" tIns="47723" rIns="95445" bIns="47723" rtlCol="0" anchor="b"/>
          <a:lstStyle>
            <a:lvl1pPr algn="l">
              <a:defRPr sz="1735">
                <a:latin typeface="Arial" panose="020B0604020202020204" pitchFamily="34" charset="0"/>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5796841" y="6742728"/>
            <a:ext cx="4435166" cy="355691"/>
          </a:xfrm>
          <a:prstGeom prst="rect">
            <a:avLst/>
          </a:prstGeom>
        </p:spPr>
        <p:txBody>
          <a:bodyPr vert="horz" wrap="square" lIns="95445" tIns="47723" rIns="95445" bIns="47723" numCol="1" anchor="b" anchorCtr="0" compatLnSpc="1"/>
          <a:lstStyle>
            <a:lvl1pPr algn="r">
              <a:defRPr sz="1735"/>
            </a:lvl1pPr>
          </a:lstStyle>
          <a:p>
            <a:fld id="{3713183C-BACB-4B7B-A3A1-BCCAB1E89ED7}"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435166" cy="354591"/>
          </a:xfrm>
          <a:prstGeom prst="rect">
            <a:avLst/>
          </a:prstGeom>
        </p:spPr>
        <p:txBody>
          <a:bodyPr vert="horz" lIns="95445" tIns="47723" rIns="95445" bIns="47723" rtlCol="0"/>
          <a:lstStyle>
            <a:lvl1pPr algn="l" fontAlgn="auto">
              <a:spcBef>
                <a:spcPts val="0"/>
              </a:spcBef>
              <a:spcAft>
                <a:spcPts val="0"/>
              </a:spcAft>
              <a:defRPr sz="1300">
                <a:latin typeface="+mn-lt"/>
                <a:ea typeface="+mn-ea"/>
              </a:defRPr>
            </a:lvl1pPr>
          </a:lstStyle>
          <a:p>
            <a:pPr>
              <a:defRPr/>
            </a:pPr>
            <a:endParaRPr lang="zh-CN" altLang="en-US"/>
          </a:p>
        </p:txBody>
      </p:sp>
      <p:sp>
        <p:nvSpPr>
          <p:cNvPr id="3" name="日期占位符 2"/>
          <p:cNvSpPr>
            <a:spLocks noGrp="1"/>
          </p:cNvSpPr>
          <p:nvPr>
            <p:ph type="dt" idx="1"/>
          </p:nvPr>
        </p:nvSpPr>
        <p:spPr>
          <a:xfrm>
            <a:off x="5796841" y="0"/>
            <a:ext cx="4435166" cy="354591"/>
          </a:xfrm>
          <a:prstGeom prst="rect">
            <a:avLst/>
          </a:prstGeom>
        </p:spPr>
        <p:txBody>
          <a:bodyPr vert="horz" lIns="95445" tIns="47723" rIns="95445" bIns="47723" rtlCol="0"/>
          <a:lstStyle>
            <a:lvl1pPr algn="r" fontAlgn="auto">
              <a:spcBef>
                <a:spcPts val="0"/>
              </a:spcBef>
              <a:spcAft>
                <a:spcPts val="0"/>
              </a:spcAft>
              <a:defRPr sz="1300">
                <a:latin typeface="+mn-lt"/>
                <a:ea typeface="+mn-ea"/>
              </a:defRPr>
            </a:lvl1pPr>
          </a:lstStyle>
          <a:p>
            <a:pPr>
              <a:defRPr/>
            </a:pPr>
            <a:fld id="{0AC3D235-346F-4FBF-910E-B2131EBF94C4}" type="datetimeFigureOut">
              <a:rPr lang="zh-CN" altLang="en-US"/>
            </a:fld>
            <a:endParaRPr lang="zh-CN" altLang="en-US"/>
          </a:p>
        </p:txBody>
      </p:sp>
      <p:sp>
        <p:nvSpPr>
          <p:cNvPr id="4" name="幻灯片图像占位符 3"/>
          <p:cNvSpPr>
            <a:spLocks noGrp="1" noRot="1" noChangeAspect="1"/>
          </p:cNvSpPr>
          <p:nvPr>
            <p:ph type="sldImg" idx="2"/>
          </p:nvPr>
        </p:nvSpPr>
        <p:spPr>
          <a:xfrm>
            <a:off x="3340892" y="531886"/>
            <a:ext cx="3552513" cy="2663834"/>
          </a:xfrm>
          <a:prstGeom prst="rect">
            <a:avLst/>
          </a:prstGeom>
          <a:noFill/>
          <a:ln w="12700">
            <a:solidFill>
              <a:prstClr val="black"/>
            </a:solidFill>
          </a:ln>
        </p:spPr>
        <p:txBody>
          <a:bodyPr vert="horz" lIns="95445" tIns="47723" rIns="95445" bIns="47723" rtlCol="0" anchor="ctr"/>
          <a:lstStyle/>
          <a:p>
            <a:pPr lvl="0"/>
            <a:endParaRPr lang="zh-CN" altLang="en-US" noProof="0"/>
          </a:p>
        </p:txBody>
      </p:sp>
      <p:sp>
        <p:nvSpPr>
          <p:cNvPr id="5" name="备注占位符 4"/>
          <p:cNvSpPr>
            <a:spLocks noGrp="1"/>
          </p:cNvSpPr>
          <p:nvPr>
            <p:ph type="body" sz="quarter" idx="3"/>
          </p:nvPr>
        </p:nvSpPr>
        <p:spPr>
          <a:xfrm>
            <a:off x="1022973" y="3371914"/>
            <a:ext cx="8188351" cy="3194619"/>
          </a:xfrm>
          <a:prstGeom prst="rect">
            <a:avLst/>
          </a:prstGeom>
        </p:spPr>
        <p:txBody>
          <a:bodyPr vert="horz" lIns="95445" tIns="47723" rIns="95445" bIns="47723"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6743828"/>
            <a:ext cx="4435166" cy="354591"/>
          </a:xfrm>
          <a:prstGeom prst="rect">
            <a:avLst/>
          </a:prstGeom>
        </p:spPr>
        <p:txBody>
          <a:bodyPr vert="horz" lIns="95445" tIns="47723" rIns="95445" bIns="47723" rtlCol="0" anchor="b"/>
          <a:lstStyle>
            <a:lvl1pPr algn="l" fontAlgn="auto">
              <a:spcBef>
                <a:spcPts val="0"/>
              </a:spcBef>
              <a:spcAft>
                <a:spcPts val="0"/>
              </a:spcAft>
              <a:defRPr sz="13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5796841" y="6743828"/>
            <a:ext cx="4435166" cy="354591"/>
          </a:xfrm>
          <a:prstGeom prst="rect">
            <a:avLst/>
          </a:prstGeom>
        </p:spPr>
        <p:txBody>
          <a:bodyPr vert="horz" wrap="square" lIns="95445" tIns="47723" rIns="95445" bIns="47723" numCol="1" anchor="b" anchorCtr="0" compatLnSpc="1"/>
          <a:lstStyle>
            <a:lvl1pPr algn="r">
              <a:defRPr sz="1300">
                <a:latin typeface="Calibri" panose="020F0502020204030204" pitchFamily="34" charset="0"/>
              </a:defRPr>
            </a:lvl1pPr>
          </a:lstStyle>
          <a:p>
            <a:fld id="{3E89DC9F-F273-408D-9717-78B9778D6BD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anose="020B0A04020102020204" pitchFamily="34" charset="0"/>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anose="020B0604020202020204" pitchFamily="34" charset="0"/>
                <a:ea typeface="黑体" panose="0201060906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6" name="日期占位符 3"/>
          <p:cNvSpPr>
            <a:spLocks noGrp="1"/>
          </p:cNvSpPr>
          <p:nvPr>
            <p:ph type="dt" sz="half" idx="10"/>
          </p:nvPr>
        </p:nvSpPr>
        <p:spPr/>
        <p:txBody>
          <a:bodyPr/>
          <a:lstStyle>
            <a:lvl1pPr>
              <a:defRPr/>
            </a:lvl1pPr>
          </a:lstStyle>
          <a:p>
            <a:pPr>
              <a:defRPr/>
            </a:pPr>
            <a:fld id="{EBA7D106-55E4-445B-8FD3-6AE69A72A7D6}"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C8CC64FB-159A-41F9-823A-FEBFDE5775B6}"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anose="02040502050405020303" pitchFamily="18" charset="0"/>
                <a:ea typeface="华文行楷"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b="1" i="0" baseline="0">
                <a:latin typeface="Times New Roman" panose="02020603050405020304" pitchFamily="18" charset="0"/>
                <a:ea typeface="华文楷体" pitchFamily="2" charset="-122"/>
              </a:defRPr>
            </a:lvl1pPr>
            <a:lvl2pPr>
              <a:defRPr b="1" i="0" baseline="0">
                <a:latin typeface="Times New Roman" panose="02020603050405020304" pitchFamily="18" charset="0"/>
                <a:ea typeface="华文楷体" pitchFamily="2" charset="-122"/>
              </a:defRPr>
            </a:lvl2pPr>
            <a:lvl3pPr>
              <a:defRPr b="1" i="0" baseline="0">
                <a:latin typeface="Times New Roman" panose="02020603050405020304" pitchFamily="18" charset="0"/>
                <a:ea typeface="华文楷体" pitchFamily="2" charset="-122"/>
              </a:defRPr>
            </a:lvl3pPr>
            <a:lvl4pPr>
              <a:defRPr b="1" i="0" baseline="0">
                <a:latin typeface="Times New Roman" panose="02020603050405020304" pitchFamily="18" charset="0"/>
                <a:ea typeface="华文楷体" pitchFamily="2" charset="-122"/>
              </a:defRPr>
            </a:lvl4pPr>
            <a:lvl5pPr>
              <a:defRPr b="1" i="0" baseline="0">
                <a:latin typeface="Times New Roman" panose="02020603050405020304" pitchFamily="18" charset="0"/>
                <a:ea typeface="华文楷体"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日期占位符 3"/>
          <p:cNvSpPr>
            <a:spLocks noGrp="1"/>
          </p:cNvSpPr>
          <p:nvPr>
            <p:ph type="dt" sz="half" idx="10"/>
          </p:nvPr>
        </p:nvSpPr>
        <p:spPr/>
        <p:txBody>
          <a:bodyPr/>
          <a:lstStyle>
            <a:lvl1pPr>
              <a:defRPr/>
            </a:lvl1pPr>
          </a:lstStyle>
          <a:p>
            <a:pPr>
              <a:defRPr/>
            </a:pPr>
            <a:fld id="{C7B0A13F-F4CB-4135-80E1-6C2FBA70F1CF}"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3AB91AAA-B07D-4031-BE8F-8AAEF51A17CE}"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DE019BE3-99E8-4A51-A51E-08763C2F375D}" type="datetime1">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A0759918-A88B-4EF9-B487-5BCAC54334B5}"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anose="02040502050405020303" pitchFamily="18" charset="0"/>
                <a:ea typeface="华文行楷"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anose="02020603050405020304" pitchFamily="18" charset="0"/>
                <a:ea typeface="华文楷体" pitchFamily="2" charset="-122"/>
              </a:defRPr>
            </a:lvl1pPr>
            <a:lvl2pPr>
              <a:defRPr sz="2400" b="1" i="0" baseline="0">
                <a:latin typeface="Times New Roman" panose="02020603050405020304" pitchFamily="18" charset="0"/>
                <a:ea typeface="华文楷体" pitchFamily="2" charset="-122"/>
              </a:defRPr>
            </a:lvl2pPr>
            <a:lvl3pPr>
              <a:defRPr sz="2000" b="1" i="0" baseline="0">
                <a:latin typeface="Times New Roman" panose="02020603050405020304" pitchFamily="18" charset="0"/>
                <a:ea typeface="华文楷体" pitchFamily="2" charset="-122"/>
              </a:defRPr>
            </a:lvl3pPr>
            <a:lvl4pPr>
              <a:defRPr sz="1800" b="1" i="0" baseline="0">
                <a:latin typeface="Times New Roman" panose="02020603050405020304" pitchFamily="18" charset="0"/>
                <a:ea typeface="华文楷体" pitchFamily="2" charset="-122"/>
              </a:defRPr>
            </a:lvl4pPr>
            <a:lvl5pPr>
              <a:defRPr sz="1800" b="1" i="0" baseline="0">
                <a:latin typeface="Times New Roman" panose="02020603050405020304"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anose="02020603050405020304" pitchFamily="18" charset="0"/>
                <a:ea typeface="华文楷体" pitchFamily="2" charset="-122"/>
              </a:defRPr>
            </a:lvl1pPr>
            <a:lvl2pPr>
              <a:defRPr sz="2400" b="1" i="0" baseline="0">
                <a:latin typeface="Times New Roman" panose="02020603050405020304" pitchFamily="18" charset="0"/>
                <a:ea typeface="华文楷体" pitchFamily="2" charset="-122"/>
              </a:defRPr>
            </a:lvl2pPr>
            <a:lvl3pPr>
              <a:defRPr sz="2000" b="1" i="0" baseline="0">
                <a:latin typeface="Times New Roman" panose="02020603050405020304" pitchFamily="18" charset="0"/>
                <a:ea typeface="华文楷体" pitchFamily="2" charset="-122"/>
              </a:defRPr>
            </a:lvl3pPr>
            <a:lvl4pPr>
              <a:defRPr sz="1800" b="1" i="0" baseline="0">
                <a:latin typeface="Times New Roman" panose="02020603050405020304" pitchFamily="18" charset="0"/>
                <a:ea typeface="华文楷体" pitchFamily="2" charset="-122"/>
              </a:defRPr>
            </a:lvl4pPr>
            <a:lvl5pPr>
              <a:defRPr sz="1800" b="1" i="0" baseline="0">
                <a:latin typeface="Times New Roman" panose="02020603050405020304"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4"/>
          <p:cNvSpPr>
            <a:spLocks noGrp="1"/>
          </p:cNvSpPr>
          <p:nvPr>
            <p:ph type="dt" sz="half" idx="10"/>
          </p:nvPr>
        </p:nvSpPr>
        <p:spPr/>
        <p:txBody>
          <a:bodyPr/>
          <a:lstStyle>
            <a:lvl1pPr>
              <a:defRPr/>
            </a:lvl1pPr>
          </a:lstStyle>
          <a:p>
            <a:pPr>
              <a:defRPr/>
            </a:pPr>
            <a:fld id="{2D9162F4-E7A8-47D5-B618-ED8FFEAF96C7}" type="datetime1">
              <a:rPr lang="zh-CN" altLang="en-US"/>
            </a:fld>
            <a:endParaRPr lang="zh-CN" altLang="en-US"/>
          </a:p>
        </p:txBody>
      </p:sp>
      <p:sp>
        <p:nvSpPr>
          <p:cNvPr id="8" name="页脚占位符 5"/>
          <p:cNvSpPr>
            <a:spLocks noGrp="1"/>
          </p:cNvSpPr>
          <p:nvPr>
            <p:ph type="ftr" sz="quarter" idx="11"/>
          </p:nvPr>
        </p:nvSpPr>
        <p:spPr/>
        <p:txBody>
          <a:bodyPr/>
          <a:lstStyle>
            <a:lvl1pPr>
              <a:defRPr/>
            </a:lvl1pPr>
          </a:lstStyle>
          <a:p>
            <a:pPr>
              <a:defRPr/>
            </a:pPr>
            <a:endParaRPr lang="zh-CN" altLang="en-US"/>
          </a:p>
        </p:txBody>
      </p:sp>
      <p:sp>
        <p:nvSpPr>
          <p:cNvPr id="9" name="灯片编号占位符 6"/>
          <p:cNvSpPr>
            <a:spLocks noGrp="1"/>
          </p:cNvSpPr>
          <p:nvPr>
            <p:ph type="sldNum" sz="quarter" idx="12"/>
          </p:nvPr>
        </p:nvSpPr>
        <p:spPr/>
        <p:txBody>
          <a:bodyPr/>
          <a:lstStyle>
            <a:lvl1pPr>
              <a:defRPr/>
            </a:lvl1pPr>
          </a:lstStyle>
          <a:p>
            <a:fld id="{292B0659-8488-4486-ACB4-DE87ADF54303}"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6"/>
          <p:cNvSpPr>
            <a:spLocks noGrp="1"/>
          </p:cNvSpPr>
          <p:nvPr>
            <p:ph type="dt" sz="half" idx="10"/>
          </p:nvPr>
        </p:nvSpPr>
        <p:spPr/>
        <p:txBody>
          <a:bodyPr/>
          <a:lstStyle>
            <a:lvl1pPr>
              <a:defRPr/>
            </a:lvl1pPr>
          </a:lstStyle>
          <a:p>
            <a:pPr>
              <a:defRPr/>
            </a:pPr>
            <a:fld id="{046A7D1C-9F4D-4785-923F-B85743550171}" type="datetime1">
              <a:rPr lang="zh-CN" altLang="en-US"/>
            </a:fld>
            <a:endParaRPr lang="zh-CN" altLang="en-US"/>
          </a:p>
        </p:txBody>
      </p:sp>
      <p:sp>
        <p:nvSpPr>
          <p:cNvPr id="10" name="页脚占位符 7"/>
          <p:cNvSpPr>
            <a:spLocks noGrp="1"/>
          </p:cNvSpPr>
          <p:nvPr>
            <p:ph type="ftr" sz="quarter" idx="11"/>
          </p:nvPr>
        </p:nvSpPr>
        <p:spPr/>
        <p:txBody>
          <a:bodyPr/>
          <a:lstStyle>
            <a:lvl1pPr>
              <a:defRPr/>
            </a:lvl1pPr>
          </a:lstStyle>
          <a:p>
            <a:pPr>
              <a:defRPr/>
            </a:pPr>
            <a:endParaRPr lang="zh-CN" altLang="en-US"/>
          </a:p>
        </p:txBody>
      </p:sp>
      <p:sp>
        <p:nvSpPr>
          <p:cNvPr id="11" name="灯片编号占位符 8"/>
          <p:cNvSpPr>
            <a:spLocks noGrp="1"/>
          </p:cNvSpPr>
          <p:nvPr>
            <p:ph type="sldNum" sz="quarter" idx="12"/>
          </p:nvPr>
        </p:nvSpPr>
        <p:spPr/>
        <p:txBody>
          <a:bodyPr/>
          <a:lstStyle>
            <a:lvl1pPr>
              <a:defRPr/>
            </a:lvl1pPr>
          </a:lstStyle>
          <a:p>
            <a:fld id="{80277EB4-3626-4329-9516-1891D2717DC3}"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5" name="日期占位符 2"/>
          <p:cNvSpPr>
            <a:spLocks noGrp="1"/>
          </p:cNvSpPr>
          <p:nvPr>
            <p:ph type="dt" sz="half" idx="10"/>
          </p:nvPr>
        </p:nvSpPr>
        <p:spPr/>
        <p:txBody>
          <a:bodyPr/>
          <a:lstStyle>
            <a:lvl1pPr>
              <a:defRPr/>
            </a:lvl1pPr>
          </a:lstStyle>
          <a:p>
            <a:pPr>
              <a:defRPr/>
            </a:pPr>
            <a:fld id="{AE20EF0E-81A4-40CF-B0F2-47E050679494}" type="datetime1">
              <a:rPr lang="zh-CN" altLang="en-US"/>
            </a:fld>
            <a:endParaRPr lang="zh-CN" altLang="en-US"/>
          </a:p>
        </p:txBody>
      </p:sp>
      <p:sp>
        <p:nvSpPr>
          <p:cNvPr id="6" name="页脚占位符 3"/>
          <p:cNvSpPr>
            <a:spLocks noGrp="1"/>
          </p:cNvSpPr>
          <p:nvPr>
            <p:ph type="ftr" sz="quarter" idx="11"/>
          </p:nvPr>
        </p:nvSpPr>
        <p:spPr/>
        <p:txBody>
          <a:bodyPr/>
          <a:lstStyle>
            <a:lvl1pPr>
              <a:defRPr/>
            </a:lvl1pPr>
          </a:lstStyle>
          <a:p>
            <a:pPr>
              <a:defRPr/>
            </a:pPr>
            <a:endParaRPr lang="zh-CN" altLang="en-US"/>
          </a:p>
        </p:txBody>
      </p:sp>
      <p:sp>
        <p:nvSpPr>
          <p:cNvPr id="7" name="灯片编号占位符 4"/>
          <p:cNvSpPr>
            <a:spLocks noGrp="1"/>
          </p:cNvSpPr>
          <p:nvPr>
            <p:ph type="sldNum" sz="quarter" idx="12"/>
          </p:nvPr>
        </p:nvSpPr>
        <p:spPr/>
        <p:txBody>
          <a:bodyPr/>
          <a:lstStyle>
            <a:lvl1pPr>
              <a:defRPr/>
            </a:lvl1pPr>
          </a:lstStyle>
          <a:p>
            <a:fld id="{4BA41C70-BA5A-49E9-AB5C-ED131FB6A862}"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D1BCC965-3D37-4242-82EF-CD4CEA3B59F4}" type="datetime1">
              <a:rPr lang="zh-CN" altLang="en-US"/>
            </a:fld>
            <a:endParaRPr lang="zh-CN" altLang="en-US" dirty="0"/>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F0D779B2-FF90-4195-AE60-0B19A2543402}"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07F8158F-32FA-4B7A-B0AE-D5E209944A89}" type="datetime1">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12998518-7D26-446C-A9C0-FF0B6B86DB6A}"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2FBAD5CB-5BED-4383-AAAD-377E92205408}" type="datetime1">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44546F5E-72C8-4489-B2EF-7FDEB53AE68A}"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3"/>
          <p:cNvSpPr>
            <a:spLocks noGrp="1"/>
          </p:cNvSpPr>
          <p:nvPr>
            <p:ph type="dt" sz="half" idx="10"/>
          </p:nvPr>
        </p:nvSpPr>
        <p:spPr/>
        <p:txBody>
          <a:bodyPr/>
          <a:lstStyle>
            <a:lvl1pPr>
              <a:defRPr/>
            </a:lvl1pPr>
          </a:lstStyle>
          <a:p>
            <a:pPr>
              <a:defRPr/>
            </a:pPr>
            <a:fld id="{CB32556E-C21B-42F5-94B6-8944784B37B3}"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6D244A52-08BC-4B64-B35A-A2F02E9B3934}"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5AFB636-AA99-4B0F-847F-FDE880103800}" type="datetime1">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A2673604-6881-49BC-95A8-37FA15F00F0E}"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anose="020B0A04020102020204" pitchFamily="34" charset="0"/>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anose="020B0604020202020204" pitchFamily="34" charset="0"/>
                <a:ea typeface="黑体" panose="0201060906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6" name="日期占位符 3"/>
          <p:cNvSpPr>
            <a:spLocks noGrp="1"/>
          </p:cNvSpPr>
          <p:nvPr>
            <p:ph type="dt" sz="half" idx="10"/>
          </p:nvPr>
        </p:nvSpPr>
        <p:spPr/>
        <p:txBody>
          <a:bodyPr/>
          <a:lstStyle>
            <a:lvl1pPr>
              <a:defRPr/>
            </a:lvl1pPr>
          </a:lstStyle>
          <a:p>
            <a:pPr>
              <a:defRPr/>
            </a:pPr>
            <a:fld id="{659A8C79-02EB-4A50-8257-FBAB74634B83}"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F62146ED-01F5-44AA-AA17-91AD15A13069}" type="slidenum">
              <a:rPr lang="zh-CN"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anose="02040502050405020303" pitchFamily="18" charset="0"/>
                <a:ea typeface="华文行楷"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b="1" i="0" baseline="0">
                <a:latin typeface="Times New Roman" panose="02020603050405020304" pitchFamily="18" charset="0"/>
                <a:ea typeface="华文楷体" pitchFamily="2" charset="-122"/>
              </a:defRPr>
            </a:lvl1pPr>
            <a:lvl2pPr>
              <a:defRPr b="1" i="0" baseline="0">
                <a:latin typeface="Times New Roman" panose="02020603050405020304" pitchFamily="18" charset="0"/>
                <a:ea typeface="华文楷体" pitchFamily="2" charset="-122"/>
              </a:defRPr>
            </a:lvl2pPr>
            <a:lvl3pPr>
              <a:defRPr b="1" i="0" baseline="0">
                <a:latin typeface="Times New Roman" panose="02020603050405020304" pitchFamily="18" charset="0"/>
                <a:ea typeface="华文楷体" pitchFamily="2" charset="-122"/>
              </a:defRPr>
            </a:lvl3pPr>
            <a:lvl4pPr>
              <a:defRPr b="1" i="0" baseline="0">
                <a:latin typeface="Times New Roman" panose="02020603050405020304" pitchFamily="18" charset="0"/>
                <a:ea typeface="华文楷体" pitchFamily="2" charset="-122"/>
              </a:defRPr>
            </a:lvl4pPr>
            <a:lvl5pPr>
              <a:defRPr b="1" i="0" baseline="0">
                <a:latin typeface="Times New Roman" panose="02020603050405020304" pitchFamily="18" charset="0"/>
                <a:ea typeface="华文楷体"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日期占位符 3"/>
          <p:cNvSpPr>
            <a:spLocks noGrp="1"/>
          </p:cNvSpPr>
          <p:nvPr>
            <p:ph type="dt" sz="half" idx="10"/>
          </p:nvPr>
        </p:nvSpPr>
        <p:spPr/>
        <p:txBody>
          <a:bodyPr/>
          <a:lstStyle>
            <a:lvl1pPr>
              <a:defRPr/>
            </a:lvl1pPr>
          </a:lstStyle>
          <a:p>
            <a:pPr>
              <a:defRPr/>
            </a:pPr>
            <a:fld id="{428DF66C-3A4C-4DFC-BE52-675B2D5B015D}"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0EF26CF9-7ED7-45FC-8A2B-49D50059D23B}" type="slidenum">
              <a:rPr lang="zh-CN"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6A64FB0D-ED59-4BFC-83F2-654EA03EF5A8}" type="datetime1">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15C00959-FE26-4094-BA8B-5571CB4C4595}" type="slidenum">
              <a:rPr lang="zh-CN"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anose="02040502050405020303" pitchFamily="18" charset="0"/>
                <a:ea typeface="华文行楷"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anose="02020603050405020304" pitchFamily="18" charset="0"/>
                <a:ea typeface="华文楷体" pitchFamily="2" charset="-122"/>
              </a:defRPr>
            </a:lvl1pPr>
            <a:lvl2pPr>
              <a:defRPr sz="2400" b="1" i="0" baseline="0">
                <a:latin typeface="Times New Roman" panose="02020603050405020304" pitchFamily="18" charset="0"/>
                <a:ea typeface="华文楷体" pitchFamily="2" charset="-122"/>
              </a:defRPr>
            </a:lvl2pPr>
            <a:lvl3pPr>
              <a:defRPr sz="2000" b="1" i="0" baseline="0">
                <a:latin typeface="Times New Roman" panose="02020603050405020304" pitchFamily="18" charset="0"/>
                <a:ea typeface="华文楷体" pitchFamily="2" charset="-122"/>
              </a:defRPr>
            </a:lvl3pPr>
            <a:lvl4pPr>
              <a:defRPr sz="1800" b="1" i="0" baseline="0">
                <a:latin typeface="Times New Roman" panose="02020603050405020304" pitchFamily="18" charset="0"/>
                <a:ea typeface="华文楷体" pitchFamily="2" charset="-122"/>
              </a:defRPr>
            </a:lvl4pPr>
            <a:lvl5pPr>
              <a:defRPr sz="1800" b="1" i="0" baseline="0">
                <a:latin typeface="Times New Roman" panose="02020603050405020304"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anose="02020603050405020304" pitchFamily="18" charset="0"/>
                <a:ea typeface="华文楷体" pitchFamily="2" charset="-122"/>
              </a:defRPr>
            </a:lvl1pPr>
            <a:lvl2pPr>
              <a:defRPr sz="2400" b="1" i="0" baseline="0">
                <a:latin typeface="Times New Roman" panose="02020603050405020304" pitchFamily="18" charset="0"/>
                <a:ea typeface="华文楷体" pitchFamily="2" charset="-122"/>
              </a:defRPr>
            </a:lvl2pPr>
            <a:lvl3pPr>
              <a:defRPr sz="2000" b="1" i="0" baseline="0">
                <a:latin typeface="Times New Roman" panose="02020603050405020304" pitchFamily="18" charset="0"/>
                <a:ea typeface="华文楷体" pitchFamily="2" charset="-122"/>
              </a:defRPr>
            </a:lvl3pPr>
            <a:lvl4pPr>
              <a:defRPr sz="1800" b="1" i="0" baseline="0">
                <a:latin typeface="Times New Roman" panose="02020603050405020304" pitchFamily="18" charset="0"/>
                <a:ea typeface="华文楷体" pitchFamily="2" charset="-122"/>
              </a:defRPr>
            </a:lvl4pPr>
            <a:lvl5pPr>
              <a:defRPr sz="1800" b="1" i="0" baseline="0">
                <a:latin typeface="Times New Roman" panose="02020603050405020304"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4"/>
          <p:cNvSpPr>
            <a:spLocks noGrp="1"/>
          </p:cNvSpPr>
          <p:nvPr>
            <p:ph type="dt" sz="half" idx="10"/>
          </p:nvPr>
        </p:nvSpPr>
        <p:spPr/>
        <p:txBody>
          <a:bodyPr/>
          <a:lstStyle>
            <a:lvl1pPr>
              <a:defRPr/>
            </a:lvl1pPr>
          </a:lstStyle>
          <a:p>
            <a:pPr>
              <a:defRPr/>
            </a:pPr>
            <a:fld id="{AB46E9DC-51B6-4CFF-8551-75FBB492AAE8}" type="datetime1">
              <a:rPr lang="zh-CN" altLang="en-US"/>
            </a:fld>
            <a:endParaRPr lang="zh-CN" altLang="en-US"/>
          </a:p>
        </p:txBody>
      </p:sp>
      <p:sp>
        <p:nvSpPr>
          <p:cNvPr id="8" name="页脚占位符 5"/>
          <p:cNvSpPr>
            <a:spLocks noGrp="1"/>
          </p:cNvSpPr>
          <p:nvPr>
            <p:ph type="ftr" sz="quarter" idx="11"/>
          </p:nvPr>
        </p:nvSpPr>
        <p:spPr/>
        <p:txBody>
          <a:bodyPr/>
          <a:lstStyle>
            <a:lvl1pPr>
              <a:defRPr/>
            </a:lvl1pPr>
          </a:lstStyle>
          <a:p>
            <a:pPr>
              <a:defRPr/>
            </a:pPr>
            <a:endParaRPr lang="zh-CN" altLang="en-US"/>
          </a:p>
        </p:txBody>
      </p:sp>
      <p:sp>
        <p:nvSpPr>
          <p:cNvPr id="9" name="灯片编号占位符 6"/>
          <p:cNvSpPr>
            <a:spLocks noGrp="1"/>
          </p:cNvSpPr>
          <p:nvPr>
            <p:ph type="sldNum" sz="quarter" idx="12"/>
          </p:nvPr>
        </p:nvSpPr>
        <p:spPr/>
        <p:txBody>
          <a:bodyPr/>
          <a:lstStyle>
            <a:lvl1pPr>
              <a:defRPr/>
            </a:lvl1pPr>
          </a:lstStyle>
          <a:p>
            <a:fld id="{F5E38C24-B15C-40D8-87C4-95137C1E5918}" type="slidenum">
              <a:rPr lang="zh-CN" altLang="en-US"/>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6"/>
          <p:cNvSpPr>
            <a:spLocks noGrp="1"/>
          </p:cNvSpPr>
          <p:nvPr>
            <p:ph type="dt" sz="half" idx="10"/>
          </p:nvPr>
        </p:nvSpPr>
        <p:spPr/>
        <p:txBody>
          <a:bodyPr/>
          <a:lstStyle>
            <a:lvl1pPr>
              <a:defRPr/>
            </a:lvl1pPr>
          </a:lstStyle>
          <a:p>
            <a:pPr>
              <a:defRPr/>
            </a:pPr>
            <a:fld id="{DC35A862-6C84-4BB0-82C6-4AE1D1E85477}" type="datetime1">
              <a:rPr lang="zh-CN" altLang="en-US"/>
            </a:fld>
            <a:endParaRPr lang="zh-CN" altLang="en-US"/>
          </a:p>
        </p:txBody>
      </p:sp>
      <p:sp>
        <p:nvSpPr>
          <p:cNvPr id="10" name="页脚占位符 7"/>
          <p:cNvSpPr>
            <a:spLocks noGrp="1"/>
          </p:cNvSpPr>
          <p:nvPr>
            <p:ph type="ftr" sz="quarter" idx="11"/>
          </p:nvPr>
        </p:nvSpPr>
        <p:spPr/>
        <p:txBody>
          <a:bodyPr/>
          <a:lstStyle>
            <a:lvl1pPr>
              <a:defRPr/>
            </a:lvl1pPr>
          </a:lstStyle>
          <a:p>
            <a:pPr>
              <a:defRPr/>
            </a:pPr>
            <a:endParaRPr lang="zh-CN" altLang="en-US"/>
          </a:p>
        </p:txBody>
      </p:sp>
      <p:sp>
        <p:nvSpPr>
          <p:cNvPr id="11" name="灯片编号占位符 8"/>
          <p:cNvSpPr>
            <a:spLocks noGrp="1"/>
          </p:cNvSpPr>
          <p:nvPr>
            <p:ph type="sldNum" sz="quarter" idx="12"/>
          </p:nvPr>
        </p:nvSpPr>
        <p:spPr/>
        <p:txBody>
          <a:bodyPr/>
          <a:lstStyle>
            <a:lvl1pPr>
              <a:defRPr/>
            </a:lvl1pPr>
          </a:lstStyle>
          <a:p>
            <a:fld id="{B69D3E3F-C37F-4274-AACE-6B56F4433BFC}" type="slidenum">
              <a:rPr lang="zh-CN" altLang="en-US"/>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5" name="日期占位符 2"/>
          <p:cNvSpPr>
            <a:spLocks noGrp="1"/>
          </p:cNvSpPr>
          <p:nvPr>
            <p:ph type="dt" sz="half" idx="10"/>
          </p:nvPr>
        </p:nvSpPr>
        <p:spPr/>
        <p:txBody>
          <a:bodyPr/>
          <a:lstStyle>
            <a:lvl1pPr>
              <a:defRPr/>
            </a:lvl1pPr>
          </a:lstStyle>
          <a:p>
            <a:pPr>
              <a:defRPr/>
            </a:pPr>
            <a:fld id="{5EE4800F-FAC8-4C81-8F27-771D55B91C58}" type="datetime1">
              <a:rPr lang="zh-CN" altLang="en-US"/>
            </a:fld>
            <a:endParaRPr lang="zh-CN" altLang="en-US"/>
          </a:p>
        </p:txBody>
      </p:sp>
      <p:sp>
        <p:nvSpPr>
          <p:cNvPr id="6" name="页脚占位符 3"/>
          <p:cNvSpPr>
            <a:spLocks noGrp="1"/>
          </p:cNvSpPr>
          <p:nvPr>
            <p:ph type="ftr" sz="quarter" idx="11"/>
          </p:nvPr>
        </p:nvSpPr>
        <p:spPr/>
        <p:txBody>
          <a:bodyPr/>
          <a:lstStyle>
            <a:lvl1pPr>
              <a:defRPr/>
            </a:lvl1pPr>
          </a:lstStyle>
          <a:p>
            <a:pPr>
              <a:defRPr/>
            </a:pPr>
            <a:endParaRPr lang="zh-CN" altLang="en-US"/>
          </a:p>
        </p:txBody>
      </p:sp>
      <p:sp>
        <p:nvSpPr>
          <p:cNvPr id="7" name="灯片编号占位符 4"/>
          <p:cNvSpPr>
            <a:spLocks noGrp="1"/>
          </p:cNvSpPr>
          <p:nvPr>
            <p:ph type="sldNum" sz="quarter" idx="12"/>
          </p:nvPr>
        </p:nvSpPr>
        <p:spPr/>
        <p:txBody>
          <a:bodyPr/>
          <a:lstStyle>
            <a:lvl1pPr>
              <a:defRPr/>
            </a:lvl1pPr>
          </a:lstStyle>
          <a:p>
            <a:fld id="{2C9697EA-8765-4937-BF8E-48FFD57F5A49}" type="slidenum">
              <a:rPr lang="zh-CN" altLang="en-US"/>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434019B-572D-4C01-9DBA-B4F3B3B803D3}" type="datetime1">
              <a:rPr lang="zh-CN" altLang="en-US"/>
            </a:fld>
            <a:endParaRPr lang="zh-CN" altLang="en-US" dirty="0"/>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4B616A71-2CBB-40D8-90C9-BD028311B1B3}" type="slidenum">
              <a:rPr lang="zh-CN" altLang="en-US"/>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5BE3AC3F-3278-485F-8A66-C6843D48E4BB}" type="datetime1">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F40C033D-3435-496D-B665-C428A8D6EF98}" type="slidenum">
              <a:rPr lang="zh-CN" altLang="en-US"/>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DCD9BB17-F6EC-4059-986B-6A9BED9885AF}" type="datetime1">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F90DB877-39CB-48BD-A247-A1B54AD1B0C4}" type="slidenum">
              <a:rPr lang="zh-CN" altLang="en-US"/>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3"/>
          <p:cNvSpPr>
            <a:spLocks noGrp="1"/>
          </p:cNvSpPr>
          <p:nvPr>
            <p:ph type="dt" sz="half" idx="10"/>
          </p:nvPr>
        </p:nvSpPr>
        <p:spPr/>
        <p:txBody>
          <a:bodyPr/>
          <a:lstStyle>
            <a:lvl1pPr>
              <a:defRPr/>
            </a:lvl1pPr>
          </a:lstStyle>
          <a:p>
            <a:pPr>
              <a:defRPr/>
            </a:pPr>
            <a:fld id="{D68F40AE-FB92-4223-B957-2DF676E4A7D3}"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6E48081D-7822-4E7D-81CF-81D5A31731CC}" type="slidenum">
              <a:rPr lang="zh-CN" altLang="en-US"/>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F6D215A1-D61A-4012-BEF1-9C9056D99445}" type="datetime1">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E4B70F55-4585-488D-A8FD-04122E605B1F}"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标题占位符 1"/>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9699" name="文本占位符 2"/>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FF5C948D-846E-4945-BD31-6C99D3D3CB15}" type="datetime1">
              <a:rPr lang="zh-CN" altLang="en-US"/>
            </a:fld>
            <a:endParaRPr lang="zh-CN" altLang="en-US" dirty="0"/>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fld id="{68E9970E-C5BD-4C3A-BBA2-8103235B4D59}"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标题占位符 1"/>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60419" name="文本占位符 2"/>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DD104EFE-AA8B-4B77-B1E0-368753DDAD43}" type="datetime1">
              <a:rPr lang="zh-CN" altLang="en-US"/>
            </a:fld>
            <a:endParaRPr lang="zh-CN" altLang="en-US" dirty="0"/>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fld id="{9A8374BA-2DD4-4D22-AE1E-028B9CD96B1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7.wmf"/><Relationship Id="rId7" Type="http://schemas.openxmlformats.org/officeDocument/2006/relationships/oleObject" Target="../embeddings/oleObject4.bin"/><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 Id="rId3" Type="http://schemas.openxmlformats.org/officeDocument/2006/relationships/oleObject" Target="../embeddings/oleObject2.bin"/><Relationship Id="rId25" Type="http://schemas.openxmlformats.org/officeDocument/2006/relationships/vmlDrawing" Target="../drawings/vmlDrawing1.vml"/><Relationship Id="rId24" Type="http://schemas.openxmlformats.org/officeDocument/2006/relationships/slideLayout" Target="../slideLayouts/slideLayout2.xml"/><Relationship Id="rId23" Type="http://schemas.openxmlformats.org/officeDocument/2006/relationships/image" Target="../media/image14.wmf"/><Relationship Id="rId22" Type="http://schemas.openxmlformats.org/officeDocument/2006/relationships/oleObject" Target="../embeddings/oleObject12.bin"/><Relationship Id="rId21" Type="http://schemas.openxmlformats.org/officeDocument/2006/relationships/image" Target="../media/image13.wmf"/><Relationship Id="rId20" Type="http://schemas.openxmlformats.org/officeDocument/2006/relationships/oleObject" Target="../embeddings/oleObject11.bin"/><Relationship Id="rId2" Type="http://schemas.openxmlformats.org/officeDocument/2006/relationships/image" Target="../media/image4.png"/><Relationship Id="rId19" Type="http://schemas.openxmlformats.org/officeDocument/2006/relationships/image" Target="../media/image12.wmf"/><Relationship Id="rId18" Type="http://schemas.openxmlformats.org/officeDocument/2006/relationships/oleObject" Target="../embeddings/oleObject10.bin"/><Relationship Id="rId17" Type="http://schemas.openxmlformats.org/officeDocument/2006/relationships/image" Target="../media/image11.wmf"/><Relationship Id="rId16" Type="http://schemas.openxmlformats.org/officeDocument/2006/relationships/oleObject" Target="../embeddings/oleObject9.bin"/><Relationship Id="rId15" Type="http://schemas.openxmlformats.org/officeDocument/2006/relationships/oleObject" Target="../embeddings/oleObject8.bin"/><Relationship Id="rId14" Type="http://schemas.openxmlformats.org/officeDocument/2006/relationships/image" Target="../media/image10.wmf"/><Relationship Id="rId13" Type="http://schemas.openxmlformats.org/officeDocument/2006/relationships/oleObject" Target="../embeddings/oleObject7.bin"/><Relationship Id="rId12" Type="http://schemas.openxmlformats.org/officeDocument/2006/relationships/image" Target="../media/image9.wmf"/><Relationship Id="rId11" Type="http://schemas.openxmlformats.org/officeDocument/2006/relationships/oleObject" Target="../embeddings/oleObject6.bin"/><Relationship Id="rId10" Type="http://schemas.openxmlformats.org/officeDocument/2006/relationships/image" Target="../media/image8.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16.wmf"/><Relationship Id="rId2" Type="http://schemas.openxmlformats.org/officeDocument/2006/relationships/oleObject" Target="../embeddings/oleObject13.bin"/><Relationship Id="rId1" Type="http://schemas.openxmlformats.org/officeDocument/2006/relationships/image" Target="../media/image15.png"/></Relationships>
</file>

<file path=ppt/slides/_rels/slide5.xml.rels><?xml version="1.0" encoding="UTF-8" standalone="yes"?>
<Relationships xmlns="http://schemas.openxmlformats.org/package/2006/relationships"><Relationship Id="rId9" Type="http://schemas.openxmlformats.org/officeDocument/2006/relationships/image" Target="../media/image21.wmf"/><Relationship Id="rId8" Type="http://schemas.openxmlformats.org/officeDocument/2006/relationships/oleObject" Target="../embeddings/oleObject17.bin"/><Relationship Id="rId7" Type="http://schemas.openxmlformats.org/officeDocument/2006/relationships/image" Target="../media/image20.wmf"/><Relationship Id="rId6" Type="http://schemas.openxmlformats.org/officeDocument/2006/relationships/oleObject" Target="../embeddings/oleObject16.bin"/><Relationship Id="rId5" Type="http://schemas.openxmlformats.org/officeDocument/2006/relationships/image" Target="../media/image19.wmf"/><Relationship Id="rId4" Type="http://schemas.openxmlformats.org/officeDocument/2006/relationships/oleObject" Target="../embeddings/oleObject15.bin"/><Relationship Id="rId3" Type="http://schemas.openxmlformats.org/officeDocument/2006/relationships/image" Target="../media/image18.wmf"/><Relationship Id="rId2" Type="http://schemas.openxmlformats.org/officeDocument/2006/relationships/oleObject" Target="../embeddings/oleObject14.bin"/><Relationship Id="rId11" Type="http://schemas.openxmlformats.org/officeDocument/2006/relationships/vmlDrawing" Target="../drawings/vmlDrawing3.vml"/><Relationship Id="rId10" Type="http://schemas.openxmlformats.org/officeDocument/2006/relationships/slideLayout" Target="../slideLayouts/slideLayout2.xml"/><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23.wmf"/><Relationship Id="rId7" Type="http://schemas.openxmlformats.org/officeDocument/2006/relationships/oleObject" Target="../embeddings/oleObject21.bin"/><Relationship Id="rId6" Type="http://schemas.openxmlformats.org/officeDocument/2006/relationships/image" Target="../media/image22.wmf"/><Relationship Id="rId5" Type="http://schemas.openxmlformats.org/officeDocument/2006/relationships/oleObject" Target="../embeddings/oleObject20.bin"/><Relationship Id="rId4" Type="http://schemas.openxmlformats.org/officeDocument/2006/relationships/image" Target="../media/image19.wmf"/><Relationship Id="rId3" Type="http://schemas.openxmlformats.org/officeDocument/2006/relationships/oleObject" Target="../embeddings/oleObject19.bin"/><Relationship Id="rId2" Type="http://schemas.openxmlformats.org/officeDocument/2006/relationships/image" Target="../media/image20.wmf"/><Relationship Id="rId18" Type="http://schemas.openxmlformats.org/officeDocument/2006/relationships/vmlDrawing" Target="../drawings/vmlDrawing4.vml"/><Relationship Id="rId17" Type="http://schemas.openxmlformats.org/officeDocument/2006/relationships/slideLayout" Target="../slideLayouts/slideLayout2.xml"/><Relationship Id="rId16" Type="http://schemas.openxmlformats.org/officeDocument/2006/relationships/image" Target="../media/image27.wmf"/><Relationship Id="rId15" Type="http://schemas.openxmlformats.org/officeDocument/2006/relationships/oleObject" Target="../embeddings/oleObject25.bin"/><Relationship Id="rId14" Type="http://schemas.openxmlformats.org/officeDocument/2006/relationships/image" Target="../media/image26.wmf"/><Relationship Id="rId13" Type="http://schemas.openxmlformats.org/officeDocument/2006/relationships/oleObject" Target="../embeddings/oleObject24.bin"/><Relationship Id="rId12" Type="http://schemas.openxmlformats.org/officeDocument/2006/relationships/image" Target="../media/image25.wmf"/><Relationship Id="rId11" Type="http://schemas.openxmlformats.org/officeDocument/2006/relationships/oleObject" Target="../embeddings/oleObject23.bin"/><Relationship Id="rId10" Type="http://schemas.openxmlformats.org/officeDocument/2006/relationships/image" Target="../media/image24.wmf"/><Relationship Id="rId1" Type="http://schemas.openxmlformats.org/officeDocument/2006/relationships/oleObject" Target="../embeddings/oleObject18.bin"/></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1.wmf"/><Relationship Id="rId7" Type="http://schemas.openxmlformats.org/officeDocument/2006/relationships/oleObject" Target="../embeddings/oleObject29.bin"/><Relationship Id="rId6" Type="http://schemas.openxmlformats.org/officeDocument/2006/relationships/image" Target="../media/image30.wmf"/><Relationship Id="rId5" Type="http://schemas.openxmlformats.org/officeDocument/2006/relationships/oleObject" Target="../embeddings/oleObject28.bin"/><Relationship Id="rId4" Type="http://schemas.openxmlformats.org/officeDocument/2006/relationships/image" Target="../media/image29.wmf"/><Relationship Id="rId3" Type="http://schemas.openxmlformats.org/officeDocument/2006/relationships/oleObject" Target="../embeddings/oleObject27.bin"/><Relationship Id="rId2" Type="http://schemas.openxmlformats.org/officeDocument/2006/relationships/image" Target="../media/image28.wmf"/><Relationship Id="rId10" Type="http://schemas.openxmlformats.org/officeDocument/2006/relationships/vmlDrawing" Target="../drawings/vmlDrawing5.vml"/><Relationship Id="rId1" Type="http://schemas.openxmlformats.org/officeDocument/2006/relationships/oleObject" Target="../embeddings/oleObject26.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34.bin"/><Relationship Id="rId8" Type="http://schemas.openxmlformats.org/officeDocument/2006/relationships/image" Target="../media/image33.wmf"/><Relationship Id="rId7" Type="http://schemas.openxmlformats.org/officeDocument/2006/relationships/oleObject" Target="../embeddings/oleObject33.bin"/><Relationship Id="rId6" Type="http://schemas.openxmlformats.org/officeDocument/2006/relationships/image" Target="../media/image32.wmf"/><Relationship Id="rId5" Type="http://schemas.openxmlformats.org/officeDocument/2006/relationships/oleObject" Target="../embeddings/oleObject32.bin"/><Relationship Id="rId4" Type="http://schemas.openxmlformats.org/officeDocument/2006/relationships/image" Target="../media/image26.wmf"/><Relationship Id="rId3" Type="http://schemas.openxmlformats.org/officeDocument/2006/relationships/oleObject" Target="../embeddings/oleObject31.bin"/><Relationship Id="rId2" Type="http://schemas.openxmlformats.org/officeDocument/2006/relationships/image" Target="../media/image31.wmf"/><Relationship Id="rId12" Type="http://schemas.openxmlformats.org/officeDocument/2006/relationships/vmlDrawing" Target="../drawings/vmlDrawing6.vml"/><Relationship Id="rId11" Type="http://schemas.openxmlformats.org/officeDocument/2006/relationships/slideLayout" Target="../slideLayouts/slideLayout2.xml"/><Relationship Id="rId10" Type="http://schemas.openxmlformats.org/officeDocument/2006/relationships/image" Target="../media/image34.wmf"/><Relationship Id="rId1" Type="http://schemas.openxmlformats.org/officeDocument/2006/relationships/oleObject" Target="../embeddings/oleObject30.bin"/></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36.wmf"/><Relationship Id="rId3" Type="http://schemas.openxmlformats.org/officeDocument/2006/relationships/oleObject" Target="../embeddings/oleObject36.bin"/><Relationship Id="rId2" Type="http://schemas.openxmlformats.org/officeDocument/2006/relationships/image" Target="../media/image35.wmf"/><Relationship Id="rId1" Type="http://schemas.openxmlformats.org/officeDocument/2006/relationships/oleObject" Target="../embeddings/oleObject35.bin"/></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8.vml"/><Relationship Id="rId6" Type="http://schemas.openxmlformats.org/officeDocument/2006/relationships/slideLayout" Target="../slideLayouts/slideLayout2.xml"/><Relationship Id="rId5" Type="http://schemas.openxmlformats.org/officeDocument/2006/relationships/oleObject" Target="../embeddings/oleObject39.bin"/><Relationship Id="rId4" Type="http://schemas.openxmlformats.org/officeDocument/2006/relationships/image" Target="../media/image38.wmf"/><Relationship Id="rId3" Type="http://schemas.openxmlformats.org/officeDocument/2006/relationships/oleObject" Target="../embeddings/oleObject38.bin"/><Relationship Id="rId2" Type="http://schemas.openxmlformats.org/officeDocument/2006/relationships/image" Target="../media/image37.wmf"/><Relationship Id="rId1" Type="http://schemas.openxmlformats.org/officeDocument/2006/relationships/oleObject" Target="../embeddings/oleObject37.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44.bin"/><Relationship Id="rId8" Type="http://schemas.openxmlformats.org/officeDocument/2006/relationships/image" Target="../media/image42.wmf"/><Relationship Id="rId7" Type="http://schemas.openxmlformats.org/officeDocument/2006/relationships/oleObject" Target="../embeddings/oleObject43.bin"/><Relationship Id="rId6" Type="http://schemas.openxmlformats.org/officeDocument/2006/relationships/image" Target="../media/image41.wmf"/><Relationship Id="rId50" Type="http://schemas.openxmlformats.org/officeDocument/2006/relationships/vmlDrawing" Target="../drawings/vmlDrawing9.vml"/><Relationship Id="rId5" Type="http://schemas.openxmlformats.org/officeDocument/2006/relationships/oleObject" Target="../embeddings/oleObject42.bin"/><Relationship Id="rId49" Type="http://schemas.openxmlformats.org/officeDocument/2006/relationships/slideLayout" Target="../slideLayouts/slideLayout2.xml"/><Relationship Id="rId48" Type="http://schemas.openxmlformats.org/officeDocument/2006/relationships/image" Target="../media/image62.wmf"/><Relationship Id="rId47" Type="http://schemas.openxmlformats.org/officeDocument/2006/relationships/oleObject" Target="../embeddings/oleObject63.bin"/><Relationship Id="rId46" Type="http://schemas.openxmlformats.org/officeDocument/2006/relationships/image" Target="../media/image61.wmf"/><Relationship Id="rId45" Type="http://schemas.openxmlformats.org/officeDocument/2006/relationships/oleObject" Target="../embeddings/oleObject62.bin"/><Relationship Id="rId44" Type="http://schemas.openxmlformats.org/officeDocument/2006/relationships/image" Target="../media/image60.wmf"/><Relationship Id="rId43" Type="http://schemas.openxmlformats.org/officeDocument/2006/relationships/oleObject" Target="../embeddings/oleObject61.bin"/><Relationship Id="rId42" Type="http://schemas.openxmlformats.org/officeDocument/2006/relationships/image" Target="../media/image59.wmf"/><Relationship Id="rId41" Type="http://schemas.openxmlformats.org/officeDocument/2006/relationships/oleObject" Target="../embeddings/oleObject60.bin"/><Relationship Id="rId40" Type="http://schemas.openxmlformats.org/officeDocument/2006/relationships/image" Target="../media/image58.wmf"/><Relationship Id="rId4" Type="http://schemas.openxmlformats.org/officeDocument/2006/relationships/image" Target="../media/image40.wmf"/><Relationship Id="rId39" Type="http://schemas.openxmlformats.org/officeDocument/2006/relationships/oleObject" Target="../embeddings/oleObject59.bin"/><Relationship Id="rId38" Type="http://schemas.openxmlformats.org/officeDocument/2006/relationships/image" Target="../media/image57.wmf"/><Relationship Id="rId37" Type="http://schemas.openxmlformats.org/officeDocument/2006/relationships/oleObject" Target="../embeddings/oleObject58.bin"/><Relationship Id="rId36" Type="http://schemas.openxmlformats.org/officeDocument/2006/relationships/image" Target="../media/image56.wmf"/><Relationship Id="rId35" Type="http://schemas.openxmlformats.org/officeDocument/2006/relationships/oleObject" Target="../embeddings/oleObject57.bin"/><Relationship Id="rId34" Type="http://schemas.openxmlformats.org/officeDocument/2006/relationships/image" Target="../media/image55.wmf"/><Relationship Id="rId33" Type="http://schemas.openxmlformats.org/officeDocument/2006/relationships/oleObject" Target="../embeddings/oleObject56.bin"/><Relationship Id="rId32" Type="http://schemas.openxmlformats.org/officeDocument/2006/relationships/image" Target="../media/image54.wmf"/><Relationship Id="rId31" Type="http://schemas.openxmlformats.org/officeDocument/2006/relationships/oleObject" Target="../embeddings/oleObject55.bin"/><Relationship Id="rId30" Type="http://schemas.openxmlformats.org/officeDocument/2006/relationships/image" Target="../media/image53.png"/><Relationship Id="rId3" Type="http://schemas.openxmlformats.org/officeDocument/2006/relationships/oleObject" Target="../embeddings/oleObject41.bin"/><Relationship Id="rId29" Type="http://schemas.openxmlformats.org/officeDocument/2006/relationships/oleObject" Target="../embeddings/oleObject54.bin"/><Relationship Id="rId28" Type="http://schemas.openxmlformats.org/officeDocument/2006/relationships/image" Target="../media/image52.wmf"/><Relationship Id="rId27" Type="http://schemas.openxmlformats.org/officeDocument/2006/relationships/oleObject" Target="../embeddings/oleObject53.bin"/><Relationship Id="rId26" Type="http://schemas.openxmlformats.org/officeDocument/2006/relationships/image" Target="../media/image51.wmf"/><Relationship Id="rId25" Type="http://schemas.openxmlformats.org/officeDocument/2006/relationships/oleObject" Target="../embeddings/oleObject52.bin"/><Relationship Id="rId24" Type="http://schemas.openxmlformats.org/officeDocument/2006/relationships/image" Target="../media/image50.wmf"/><Relationship Id="rId23" Type="http://schemas.openxmlformats.org/officeDocument/2006/relationships/oleObject" Target="../embeddings/oleObject51.bin"/><Relationship Id="rId22" Type="http://schemas.openxmlformats.org/officeDocument/2006/relationships/image" Target="../media/image49.wmf"/><Relationship Id="rId21" Type="http://schemas.openxmlformats.org/officeDocument/2006/relationships/oleObject" Target="../embeddings/oleObject50.bin"/><Relationship Id="rId20" Type="http://schemas.openxmlformats.org/officeDocument/2006/relationships/image" Target="../media/image48.wmf"/><Relationship Id="rId2" Type="http://schemas.openxmlformats.org/officeDocument/2006/relationships/image" Target="../media/image39.wmf"/><Relationship Id="rId19" Type="http://schemas.openxmlformats.org/officeDocument/2006/relationships/oleObject" Target="../embeddings/oleObject49.bin"/><Relationship Id="rId18" Type="http://schemas.openxmlformats.org/officeDocument/2006/relationships/image" Target="../media/image47.wmf"/><Relationship Id="rId17" Type="http://schemas.openxmlformats.org/officeDocument/2006/relationships/oleObject" Target="../embeddings/oleObject48.bin"/><Relationship Id="rId16" Type="http://schemas.openxmlformats.org/officeDocument/2006/relationships/image" Target="../media/image46.png"/><Relationship Id="rId15" Type="http://schemas.openxmlformats.org/officeDocument/2006/relationships/oleObject" Target="../embeddings/oleObject47.bin"/><Relationship Id="rId14" Type="http://schemas.openxmlformats.org/officeDocument/2006/relationships/image" Target="../media/image45.wmf"/><Relationship Id="rId13" Type="http://schemas.openxmlformats.org/officeDocument/2006/relationships/oleObject" Target="../embeddings/oleObject46.bin"/><Relationship Id="rId12" Type="http://schemas.openxmlformats.org/officeDocument/2006/relationships/image" Target="../media/image44.wmf"/><Relationship Id="rId11" Type="http://schemas.openxmlformats.org/officeDocument/2006/relationships/oleObject" Target="../embeddings/oleObject45.bin"/><Relationship Id="rId10" Type="http://schemas.openxmlformats.org/officeDocument/2006/relationships/image" Target="../media/image43.png"/><Relationship Id="rId1" Type="http://schemas.openxmlformats.org/officeDocument/2006/relationships/oleObject" Target="../embeddings/oleObject40.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68.bin"/><Relationship Id="rId8" Type="http://schemas.openxmlformats.org/officeDocument/2006/relationships/image" Target="../media/image66.wmf"/><Relationship Id="rId7" Type="http://schemas.openxmlformats.org/officeDocument/2006/relationships/oleObject" Target="../embeddings/oleObject67.bin"/><Relationship Id="rId6" Type="http://schemas.openxmlformats.org/officeDocument/2006/relationships/image" Target="../media/image65.wmf"/><Relationship Id="rId5" Type="http://schemas.openxmlformats.org/officeDocument/2006/relationships/oleObject" Target="../embeddings/oleObject66.bin"/><Relationship Id="rId4" Type="http://schemas.openxmlformats.org/officeDocument/2006/relationships/image" Target="../media/image64.wmf"/><Relationship Id="rId30" Type="http://schemas.openxmlformats.org/officeDocument/2006/relationships/vmlDrawing" Target="../drawings/vmlDrawing10.vml"/><Relationship Id="rId3" Type="http://schemas.openxmlformats.org/officeDocument/2006/relationships/oleObject" Target="../embeddings/oleObject65.bin"/><Relationship Id="rId29" Type="http://schemas.openxmlformats.org/officeDocument/2006/relationships/slideLayout" Target="../slideLayouts/slideLayout2.xml"/><Relationship Id="rId28" Type="http://schemas.openxmlformats.org/officeDocument/2006/relationships/image" Target="../media/image75.wmf"/><Relationship Id="rId27" Type="http://schemas.openxmlformats.org/officeDocument/2006/relationships/oleObject" Target="../embeddings/oleObject77.bin"/><Relationship Id="rId26" Type="http://schemas.openxmlformats.org/officeDocument/2006/relationships/image" Target="../media/image74.wmf"/><Relationship Id="rId25" Type="http://schemas.openxmlformats.org/officeDocument/2006/relationships/oleObject" Target="../embeddings/oleObject76.bin"/><Relationship Id="rId24" Type="http://schemas.openxmlformats.org/officeDocument/2006/relationships/image" Target="../media/image73.wmf"/><Relationship Id="rId23" Type="http://schemas.openxmlformats.org/officeDocument/2006/relationships/oleObject" Target="../embeddings/oleObject75.bin"/><Relationship Id="rId22" Type="http://schemas.openxmlformats.org/officeDocument/2006/relationships/image" Target="../media/image72.png"/><Relationship Id="rId21" Type="http://schemas.openxmlformats.org/officeDocument/2006/relationships/oleObject" Target="../embeddings/oleObject74.bin"/><Relationship Id="rId20" Type="http://schemas.openxmlformats.org/officeDocument/2006/relationships/image" Target="../media/image71.wmf"/><Relationship Id="rId2" Type="http://schemas.openxmlformats.org/officeDocument/2006/relationships/image" Target="../media/image63.wmf"/><Relationship Id="rId19" Type="http://schemas.openxmlformats.org/officeDocument/2006/relationships/oleObject" Target="../embeddings/oleObject73.bin"/><Relationship Id="rId18" Type="http://schemas.openxmlformats.org/officeDocument/2006/relationships/image" Target="../media/image70.wmf"/><Relationship Id="rId17" Type="http://schemas.openxmlformats.org/officeDocument/2006/relationships/oleObject" Target="../embeddings/oleObject72.bin"/><Relationship Id="rId16" Type="http://schemas.openxmlformats.org/officeDocument/2006/relationships/image" Target="../media/image57.wmf"/><Relationship Id="rId15" Type="http://schemas.openxmlformats.org/officeDocument/2006/relationships/oleObject" Target="../embeddings/oleObject71.bin"/><Relationship Id="rId14" Type="http://schemas.openxmlformats.org/officeDocument/2006/relationships/image" Target="../media/image69.wmf"/><Relationship Id="rId13" Type="http://schemas.openxmlformats.org/officeDocument/2006/relationships/oleObject" Target="../embeddings/oleObject70.bin"/><Relationship Id="rId12" Type="http://schemas.openxmlformats.org/officeDocument/2006/relationships/image" Target="../media/image68.wmf"/><Relationship Id="rId11" Type="http://schemas.openxmlformats.org/officeDocument/2006/relationships/oleObject" Target="../embeddings/oleObject69.bin"/><Relationship Id="rId10" Type="http://schemas.openxmlformats.org/officeDocument/2006/relationships/image" Target="../media/image67.png"/><Relationship Id="rId1" Type="http://schemas.openxmlformats.org/officeDocument/2006/relationships/oleObject" Target="../embeddings/oleObject64.bin"/></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82.bin"/><Relationship Id="rId8" Type="http://schemas.openxmlformats.org/officeDocument/2006/relationships/image" Target="../media/image79.wmf"/><Relationship Id="rId7" Type="http://schemas.openxmlformats.org/officeDocument/2006/relationships/oleObject" Target="../embeddings/oleObject81.bin"/><Relationship Id="rId6" Type="http://schemas.openxmlformats.org/officeDocument/2006/relationships/image" Target="../media/image78.wmf"/><Relationship Id="rId5" Type="http://schemas.openxmlformats.org/officeDocument/2006/relationships/oleObject" Target="../embeddings/oleObject80.bin"/><Relationship Id="rId4" Type="http://schemas.openxmlformats.org/officeDocument/2006/relationships/image" Target="../media/image77.wmf"/><Relationship Id="rId3" Type="http://schemas.openxmlformats.org/officeDocument/2006/relationships/oleObject" Target="../embeddings/oleObject79.bin"/><Relationship Id="rId20" Type="http://schemas.openxmlformats.org/officeDocument/2006/relationships/vmlDrawing" Target="../drawings/vmlDrawing11.vml"/><Relationship Id="rId2" Type="http://schemas.openxmlformats.org/officeDocument/2006/relationships/image" Target="../media/image76.wmf"/><Relationship Id="rId19" Type="http://schemas.openxmlformats.org/officeDocument/2006/relationships/slideLayout" Target="../slideLayouts/slideLayout2.xml"/><Relationship Id="rId18" Type="http://schemas.openxmlformats.org/officeDocument/2006/relationships/image" Target="../media/image84.wmf"/><Relationship Id="rId17" Type="http://schemas.openxmlformats.org/officeDocument/2006/relationships/oleObject" Target="../embeddings/oleObject86.bin"/><Relationship Id="rId16" Type="http://schemas.openxmlformats.org/officeDocument/2006/relationships/image" Target="../media/image83.wmf"/><Relationship Id="rId15" Type="http://schemas.openxmlformats.org/officeDocument/2006/relationships/oleObject" Target="../embeddings/oleObject85.bin"/><Relationship Id="rId14" Type="http://schemas.openxmlformats.org/officeDocument/2006/relationships/image" Target="../media/image82.wmf"/><Relationship Id="rId13" Type="http://schemas.openxmlformats.org/officeDocument/2006/relationships/oleObject" Target="../embeddings/oleObject84.bin"/><Relationship Id="rId12" Type="http://schemas.openxmlformats.org/officeDocument/2006/relationships/image" Target="../media/image81.wmf"/><Relationship Id="rId11" Type="http://schemas.openxmlformats.org/officeDocument/2006/relationships/oleObject" Target="../embeddings/oleObject83.bin"/><Relationship Id="rId10" Type="http://schemas.openxmlformats.org/officeDocument/2006/relationships/image" Target="../media/image80.wmf"/><Relationship Id="rId1" Type="http://schemas.openxmlformats.org/officeDocument/2006/relationships/oleObject" Target="../embeddings/oleObject78.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91.bin"/><Relationship Id="rId8" Type="http://schemas.openxmlformats.org/officeDocument/2006/relationships/image" Target="../media/image88.wmf"/><Relationship Id="rId7" Type="http://schemas.openxmlformats.org/officeDocument/2006/relationships/oleObject" Target="../embeddings/oleObject90.bin"/><Relationship Id="rId6" Type="http://schemas.openxmlformats.org/officeDocument/2006/relationships/image" Target="../media/image87.wmf"/><Relationship Id="rId5" Type="http://schemas.openxmlformats.org/officeDocument/2006/relationships/oleObject" Target="../embeddings/oleObject89.bin"/><Relationship Id="rId42" Type="http://schemas.openxmlformats.org/officeDocument/2006/relationships/vmlDrawing" Target="../drawings/vmlDrawing12.vml"/><Relationship Id="rId41" Type="http://schemas.openxmlformats.org/officeDocument/2006/relationships/slideLayout" Target="../slideLayouts/slideLayout2.xml"/><Relationship Id="rId40" Type="http://schemas.openxmlformats.org/officeDocument/2006/relationships/image" Target="../media/image104.wmf"/><Relationship Id="rId4" Type="http://schemas.openxmlformats.org/officeDocument/2006/relationships/image" Target="../media/image86.wmf"/><Relationship Id="rId39" Type="http://schemas.openxmlformats.org/officeDocument/2006/relationships/oleObject" Target="../embeddings/oleObject106.bin"/><Relationship Id="rId38" Type="http://schemas.openxmlformats.org/officeDocument/2006/relationships/image" Target="../media/image103.wmf"/><Relationship Id="rId37" Type="http://schemas.openxmlformats.org/officeDocument/2006/relationships/oleObject" Target="../embeddings/oleObject105.bin"/><Relationship Id="rId36" Type="http://schemas.openxmlformats.org/officeDocument/2006/relationships/image" Target="../media/image102.wmf"/><Relationship Id="rId35" Type="http://schemas.openxmlformats.org/officeDocument/2006/relationships/oleObject" Target="../embeddings/oleObject104.bin"/><Relationship Id="rId34" Type="http://schemas.openxmlformats.org/officeDocument/2006/relationships/image" Target="../media/image101.wmf"/><Relationship Id="rId33" Type="http://schemas.openxmlformats.org/officeDocument/2006/relationships/oleObject" Target="../embeddings/oleObject103.bin"/><Relationship Id="rId32" Type="http://schemas.openxmlformats.org/officeDocument/2006/relationships/image" Target="../media/image100.wmf"/><Relationship Id="rId31" Type="http://schemas.openxmlformats.org/officeDocument/2006/relationships/oleObject" Target="../embeddings/oleObject102.bin"/><Relationship Id="rId30" Type="http://schemas.openxmlformats.org/officeDocument/2006/relationships/image" Target="../media/image99.wmf"/><Relationship Id="rId3" Type="http://schemas.openxmlformats.org/officeDocument/2006/relationships/oleObject" Target="../embeddings/oleObject88.bin"/><Relationship Id="rId29" Type="http://schemas.openxmlformats.org/officeDocument/2006/relationships/oleObject" Target="../embeddings/oleObject101.bin"/><Relationship Id="rId28" Type="http://schemas.openxmlformats.org/officeDocument/2006/relationships/image" Target="../media/image98.wmf"/><Relationship Id="rId27" Type="http://schemas.openxmlformats.org/officeDocument/2006/relationships/oleObject" Target="../embeddings/oleObject100.bin"/><Relationship Id="rId26" Type="http://schemas.openxmlformats.org/officeDocument/2006/relationships/image" Target="../media/image97.wmf"/><Relationship Id="rId25" Type="http://schemas.openxmlformats.org/officeDocument/2006/relationships/oleObject" Target="../embeddings/oleObject99.bin"/><Relationship Id="rId24" Type="http://schemas.openxmlformats.org/officeDocument/2006/relationships/image" Target="../media/image96.wmf"/><Relationship Id="rId23" Type="http://schemas.openxmlformats.org/officeDocument/2006/relationships/oleObject" Target="../embeddings/oleObject98.bin"/><Relationship Id="rId22" Type="http://schemas.openxmlformats.org/officeDocument/2006/relationships/image" Target="../media/image95.wmf"/><Relationship Id="rId21" Type="http://schemas.openxmlformats.org/officeDocument/2006/relationships/oleObject" Target="../embeddings/oleObject97.bin"/><Relationship Id="rId20" Type="http://schemas.openxmlformats.org/officeDocument/2006/relationships/image" Target="../media/image94.wmf"/><Relationship Id="rId2" Type="http://schemas.openxmlformats.org/officeDocument/2006/relationships/image" Target="../media/image85.wmf"/><Relationship Id="rId19" Type="http://schemas.openxmlformats.org/officeDocument/2006/relationships/oleObject" Target="../embeddings/oleObject96.bin"/><Relationship Id="rId18" Type="http://schemas.openxmlformats.org/officeDocument/2006/relationships/image" Target="../media/image93.wmf"/><Relationship Id="rId17" Type="http://schemas.openxmlformats.org/officeDocument/2006/relationships/oleObject" Target="../embeddings/oleObject95.bin"/><Relationship Id="rId16" Type="http://schemas.openxmlformats.org/officeDocument/2006/relationships/image" Target="../media/image92.wmf"/><Relationship Id="rId15" Type="http://schemas.openxmlformats.org/officeDocument/2006/relationships/oleObject" Target="../embeddings/oleObject94.bin"/><Relationship Id="rId14" Type="http://schemas.openxmlformats.org/officeDocument/2006/relationships/image" Target="../media/image91.wmf"/><Relationship Id="rId13" Type="http://schemas.openxmlformats.org/officeDocument/2006/relationships/oleObject" Target="../embeddings/oleObject93.bin"/><Relationship Id="rId12" Type="http://schemas.openxmlformats.org/officeDocument/2006/relationships/image" Target="../media/image90.wmf"/><Relationship Id="rId11" Type="http://schemas.openxmlformats.org/officeDocument/2006/relationships/oleObject" Target="../embeddings/oleObject92.bin"/><Relationship Id="rId10" Type="http://schemas.openxmlformats.org/officeDocument/2006/relationships/image" Target="../media/image89.wmf"/><Relationship Id="rId1" Type="http://schemas.openxmlformats.org/officeDocument/2006/relationships/oleObject" Target="../embeddings/oleObject87.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111.bin"/><Relationship Id="rId8" Type="http://schemas.openxmlformats.org/officeDocument/2006/relationships/image" Target="../media/image108.wmf"/><Relationship Id="rId7" Type="http://schemas.openxmlformats.org/officeDocument/2006/relationships/oleObject" Target="../embeddings/oleObject110.bin"/><Relationship Id="rId6" Type="http://schemas.openxmlformats.org/officeDocument/2006/relationships/image" Target="../media/image107.wmf"/><Relationship Id="rId5" Type="http://schemas.openxmlformats.org/officeDocument/2006/relationships/oleObject" Target="../embeddings/oleObject109.bin"/><Relationship Id="rId4" Type="http://schemas.openxmlformats.org/officeDocument/2006/relationships/image" Target="../media/image106.wmf"/><Relationship Id="rId37" Type="http://schemas.openxmlformats.org/officeDocument/2006/relationships/vmlDrawing" Target="../drawings/vmlDrawing13.vml"/><Relationship Id="rId36" Type="http://schemas.openxmlformats.org/officeDocument/2006/relationships/slideLayout" Target="../slideLayouts/slideLayout2.xml"/><Relationship Id="rId35" Type="http://schemas.openxmlformats.org/officeDocument/2006/relationships/image" Target="../media/image119.wmf"/><Relationship Id="rId34" Type="http://schemas.openxmlformats.org/officeDocument/2006/relationships/oleObject" Target="../embeddings/oleObject125.bin"/><Relationship Id="rId33" Type="http://schemas.openxmlformats.org/officeDocument/2006/relationships/image" Target="../media/image118.wmf"/><Relationship Id="rId32" Type="http://schemas.openxmlformats.org/officeDocument/2006/relationships/oleObject" Target="../embeddings/oleObject124.bin"/><Relationship Id="rId31" Type="http://schemas.openxmlformats.org/officeDocument/2006/relationships/image" Target="../media/image117.wmf"/><Relationship Id="rId30" Type="http://schemas.openxmlformats.org/officeDocument/2006/relationships/oleObject" Target="../embeddings/oleObject123.bin"/><Relationship Id="rId3" Type="http://schemas.openxmlformats.org/officeDocument/2006/relationships/oleObject" Target="../embeddings/oleObject108.bin"/><Relationship Id="rId29" Type="http://schemas.openxmlformats.org/officeDocument/2006/relationships/oleObject" Target="../embeddings/oleObject122.bin"/><Relationship Id="rId28" Type="http://schemas.openxmlformats.org/officeDocument/2006/relationships/image" Target="../media/image116.wmf"/><Relationship Id="rId27" Type="http://schemas.openxmlformats.org/officeDocument/2006/relationships/oleObject" Target="../embeddings/oleObject121.bin"/><Relationship Id="rId26" Type="http://schemas.openxmlformats.org/officeDocument/2006/relationships/oleObject" Target="../embeddings/oleObject120.bin"/><Relationship Id="rId25" Type="http://schemas.openxmlformats.org/officeDocument/2006/relationships/image" Target="../media/image115.wmf"/><Relationship Id="rId24" Type="http://schemas.openxmlformats.org/officeDocument/2006/relationships/oleObject" Target="../embeddings/oleObject119.bin"/><Relationship Id="rId23" Type="http://schemas.openxmlformats.org/officeDocument/2006/relationships/image" Target="../media/image114.wmf"/><Relationship Id="rId22" Type="http://schemas.openxmlformats.org/officeDocument/2006/relationships/oleObject" Target="../embeddings/oleObject118.bin"/><Relationship Id="rId21" Type="http://schemas.openxmlformats.org/officeDocument/2006/relationships/image" Target="../media/image87.wmf"/><Relationship Id="rId20" Type="http://schemas.openxmlformats.org/officeDocument/2006/relationships/oleObject" Target="../embeddings/oleObject117.bin"/><Relationship Id="rId2" Type="http://schemas.openxmlformats.org/officeDocument/2006/relationships/image" Target="../media/image105.wmf"/><Relationship Id="rId19" Type="http://schemas.openxmlformats.org/officeDocument/2006/relationships/image" Target="../media/image113.wmf"/><Relationship Id="rId18" Type="http://schemas.openxmlformats.org/officeDocument/2006/relationships/oleObject" Target="../embeddings/oleObject116.bin"/><Relationship Id="rId17" Type="http://schemas.openxmlformats.org/officeDocument/2006/relationships/image" Target="../media/image112.png"/><Relationship Id="rId16" Type="http://schemas.openxmlformats.org/officeDocument/2006/relationships/oleObject" Target="../embeddings/oleObject115.bin"/><Relationship Id="rId15" Type="http://schemas.openxmlformats.org/officeDocument/2006/relationships/image" Target="../media/image111.wmf"/><Relationship Id="rId14" Type="http://schemas.openxmlformats.org/officeDocument/2006/relationships/oleObject" Target="../embeddings/oleObject114.bin"/><Relationship Id="rId13" Type="http://schemas.openxmlformats.org/officeDocument/2006/relationships/image" Target="../media/image110.wmf"/><Relationship Id="rId12" Type="http://schemas.openxmlformats.org/officeDocument/2006/relationships/oleObject" Target="../embeddings/oleObject113.bin"/><Relationship Id="rId11" Type="http://schemas.openxmlformats.org/officeDocument/2006/relationships/oleObject" Target="../embeddings/oleObject112.bin"/><Relationship Id="rId10" Type="http://schemas.openxmlformats.org/officeDocument/2006/relationships/image" Target="../media/image109.wmf"/><Relationship Id="rId1" Type="http://schemas.openxmlformats.org/officeDocument/2006/relationships/oleObject" Target="../embeddings/oleObject107.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130.bin"/><Relationship Id="rId8" Type="http://schemas.openxmlformats.org/officeDocument/2006/relationships/image" Target="../media/image123.emf"/><Relationship Id="rId7" Type="http://schemas.openxmlformats.org/officeDocument/2006/relationships/oleObject" Target="../embeddings/oleObject129.bin"/><Relationship Id="rId6" Type="http://schemas.openxmlformats.org/officeDocument/2006/relationships/image" Target="../media/image122.wmf"/><Relationship Id="rId5" Type="http://schemas.openxmlformats.org/officeDocument/2006/relationships/oleObject" Target="../embeddings/oleObject128.bin"/><Relationship Id="rId4" Type="http://schemas.openxmlformats.org/officeDocument/2006/relationships/image" Target="../media/image121.wmf"/><Relationship Id="rId3" Type="http://schemas.openxmlformats.org/officeDocument/2006/relationships/oleObject" Target="../embeddings/oleObject127.bin"/><Relationship Id="rId29" Type="http://schemas.openxmlformats.org/officeDocument/2006/relationships/vmlDrawing" Target="../drawings/vmlDrawing14.vml"/><Relationship Id="rId28" Type="http://schemas.openxmlformats.org/officeDocument/2006/relationships/slideLayout" Target="../slideLayouts/slideLayout2.xml"/><Relationship Id="rId27" Type="http://schemas.openxmlformats.org/officeDocument/2006/relationships/image" Target="../media/image133.wmf"/><Relationship Id="rId26" Type="http://schemas.openxmlformats.org/officeDocument/2006/relationships/oleObject" Target="../embeddings/oleObject138.bin"/><Relationship Id="rId25" Type="http://schemas.openxmlformats.org/officeDocument/2006/relationships/image" Target="../media/image132.wmf"/><Relationship Id="rId24" Type="http://schemas.openxmlformats.org/officeDocument/2006/relationships/oleObject" Target="../embeddings/oleObject137.bin"/><Relationship Id="rId23" Type="http://schemas.openxmlformats.org/officeDocument/2006/relationships/image" Target="../media/image131.wmf"/><Relationship Id="rId22" Type="http://schemas.openxmlformats.org/officeDocument/2006/relationships/oleObject" Target="../embeddings/oleObject136.bin"/><Relationship Id="rId21" Type="http://schemas.openxmlformats.org/officeDocument/2006/relationships/image" Target="../media/image130.wmf"/><Relationship Id="rId20" Type="http://schemas.openxmlformats.org/officeDocument/2006/relationships/oleObject" Target="../embeddings/oleObject135.bin"/><Relationship Id="rId2" Type="http://schemas.openxmlformats.org/officeDocument/2006/relationships/image" Target="../media/image120.wmf"/><Relationship Id="rId19" Type="http://schemas.openxmlformats.org/officeDocument/2006/relationships/image" Target="../media/image129.png"/><Relationship Id="rId18" Type="http://schemas.openxmlformats.org/officeDocument/2006/relationships/image" Target="../media/image128.wmf"/><Relationship Id="rId17" Type="http://schemas.openxmlformats.org/officeDocument/2006/relationships/oleObject" Target="../embeddings/oleObject134.bin"/><Relationship Id="rId16" Type="http://schemas.openxmlformats.org/officeDocument/2006/relationships/image" Target="../media/image127.wmf"/><Relationship Id="rId15" Type="http://schemas.openxmlformats.org/officeDocument/2006/relationships/oleObject" Target="../embeddings/oleObject133.bin"/><Relationship Id="rId14" Type="http://schemas.openxmlformats.org/officeDocument/2006/relationships/image" Target="../media/image126.wmf"/><Relationship Id="rId13" Type="http://schemas.openxmlformats.org/officeDocument/2006/relationships/oleObject" Target="../embeddings/oleObject132.bin"/><Relationship Id="rId12" Type="http://schemas.openxmlformats.org/officeDocument/2006/relationships/image" Target="../media/image125.wmf"/><Relationship Id="rId11" Type="http://schemas.openxmlformats.org/officeDocument/2006/relationships/oleObject" Target="../embeddings/oleObject131.bin"/><Relationship Id="rId10" Type="http://schemas.openxmlformats.org/officeDocument/2006/relationships/image" Target="../media/image124.wmf"/><Relationship Id="rId1" Type="http://schemas.openxmlformats.org/officeDocument/2006/relationships/oleObject" Target="../embeddings/oleObject126.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143.bin"/><Relationship Id="rId8" Type="http://schemas.openxmlformats.org/officeDocument/2006/relationships/image" Target="../media/image108.wmf"/><Relationship Id="rId7" Type="http://schemas.openxmlformats.org/officeDocument/2006/relationships/oleObject" Target="../embeddings/oleObject142.bin"/><Relationship Id="rId6" Type="http://schemas.openxmlformats.org/officeDocument/2006/relationships/image" Target="../media/image107.wmf"/><Relationship Id="rId5" Type="http://schemas.openxmlformats.org/officeDocument/2006/relationships/oleObject" Target="../embeddings/oleObject141.bin"/><Relationship Id="rId4" Type="http://schemas.openxmlformats.org/officeDocument/2006/relationships/image" Target="../media/image106.wmf"/><Relationship Id="rId37" Type="http://schemas.openxmlformats.org/officeDocument/2006/relationships/vmlDrawing" Target="../drawings/vmlDrawing15.vml"/><Relationship Id="rId36" Type="http://schemas.openxmlformats.org/officeDocument/2006/relationships/slideLayout" Target="../slideLayouts/slideLayout2.xml"/><Relationship Id="rId35" Type="http://schemas.openxmlformats.org/officeDocument/2006/relationships/image" Target="../media/image133.wmf"/><Relationship Id="rId34" Type="http://schemas.openxmlformats.org/officeDocument/2006/relationships/oleObject" Target="../embeddings/oleObject155.bin"/><Relationship Id="rId33" Type="http://schemas.openxmlformats.org/officeDocument/2006/relationships/image" Target="../media/image136.wmf"/><Relationship Id="rId32" Type="http://schemas.openxmlformats.org/officeDocument/2006/relationships/oleObject" Target="../embeddings/oleObject154.bin"/><Relationship Id="rId31" Type="http://schemas.openxmlformats.org/officeDocument/2006/relationships/image" Target="../media/image131.wmf"/><Relationship Id="rId30" Type="http://schemas.openxmlformats.org/officeDocument/2006/relationships/oleObject" Target="../embeddings/oleObject153.bin"/><Relationship Id="rId3" Type="http://schemas.openxmlformats.org/officeDocument/2006/relationships/oleObject" Target="../embeddings/oleObject140.bin"/><Relationship Id="rId29" Type="http://schemas.openxmlformats.org/officeDocument/2006/relationships/image" Target="../media/image130.wmf"/><Relationship Id="rId28" Type="http://schemas.openxmlformats.org/officeDocument/2006/relationships/oleObject" Target="../embeddings/oleObject152.bin"/><Relationship Id="rId27" Type="http://schemas.openxmlformats.org/officeDocument/2006/relationships/image" Target="../media/image129.png"/><Relationship Id="rId26" Type="http://schemas.openxmlformats.org/officeDocument/2006/relationships/image" Target="../media/image115.wmf"/><Relationship Id="rId25" Type="http://schemas.openxmlformats.org/officeDocument/2006/relationships/oleObject" Target="../embeddings/oleObject151.bin"/><Relationship Id="rId24" Type="http://schemas.openxmlformats.org/officeDocument/2006/relationships/image" Target="../media/image114.wmf"/><Relationship Id="rId23" Type="http://schemas.openxmlformats.org/officeDocument/2006/relationships/oleObject" Target="../embeddings/oleObject150.bin"/><Relationship Id="rId22" Type="http://schemas.openxmlformats.org/officeDocument/2006/relationships/image" Target="../media/image87.wmf"/><Relationship Id="rId21" Type="http://schemas.openxmlformats.org/officeDocument/2006/relationships/oleObject" Target="../embeddings/oleObject149.bin"/><Relationship Id="rId20" Type="http://schemas.openxmlformats.org/officeDocument/2006/relationships/image" Target="../media/image135.wmf"/><Relationship Id="rId2" Type="http://schemas.openxmlformats.org/officeDocument/2006/relationships/image" Target="../media/image105.wmf"/><Relationship Id="rId19" Type="http://schemas.openxmlformats.org/officeDocument/2006/relationships/oleObject" Target="../embeddings/oleObject148.bin"/><Relationship Id="rId18" Type="http://schemas.openxmlformats.org/officeDocument/2006/relationships/image" Target="../media/image112.png"/><Relationship Id="rId17" Type="http://schemas.openxmlformats.org/officeDocument/2006/relationships/oleObject" Target="../embeddings/oleObject147.bin"/><Relationship Id="rId16" Type="http://schemas.openxmlformats.org/officeDocument/2006/relationships/image" Target="../media/image128.wmf"/><Relationship Id="rId15" Type="http://schemas.openxmlformats.org/officeDocument/2006/relationships/oleObject" Target="../embeddings/oleObject146.bin"/><Relationship Id="rId14" Type="http://schemas.openxmlformats.org/officeDocument/2006/relationships/image" Target="../media/image127.wmf"/><Relationship Id="rId13" Type="http://schemas.openxmlformats.org/officeDocument/2006/relationships/oleObject" Target="../embeddings/oleObject145.bin"/><Relationship Id="rId12" Type="http://schemas.openxmlformats.org/officeDocument/2006/relationships/image" Target="../media/image126.wmf"/><Relationship Id="rId11" Type="http://schemas.openxmlformats.org/officeDocument/2006/relationships/oleObject" Target="../embeddings/oleObject144.bin"/><Relationship Id="rId10" Type="http://schemas.openxmlformats.org/officeDocument/2006/relationships/image" Target="../media/image134.wmf"/><Relationship Id="rId1" Type="http://schemas.openxmlformats.org/officeDocument/2006/relationships/oleObject" Target="../embeddings/oleObject139.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60.bin"/><Relationship Id="rId8" Type="http://schemas.openxmlformats.org/officeDocument/2006/relationships/image" Target="../media/image140.wmf"/><Relationship Id="rId7" Type="http://schemas.openxmlformats.org/officeDocument/2006/relationships/oleObject" Target="../embeddings/oleObject159.bin"/><Relationship Id="rId6" Type="http://schemas.openxmlformats.org/officeDocument/2006/relationships/image" Target="../media/image139.wmf"/><Relationship Id="rId5" Type="http://schemas.openxmlformats.org/officeDocument/2006/relationships/oleObject" Target="../embeddings/oleObject158.bin"/><Relationship Id="rId4" Type="http://schemas.openxmlformats.org/officeDocument/2006/relationships/image" Target="../media/image138.wmf"/><Relationship Id="rId3" Type="http://schemas.openxmlformats.org/officeDocument/2006/relationships/oleObject" Target="../embeddings/oleObject157.bin"/><Relationship Id="rId20" Type="http://schemas.openxmlformats.org/officeDocument/2006/relationships/vmlDrawing" Target="../drawings/vmlDrawing16.vml"/><Relationship Id="rId2" Type="http://schemas.openxmlformats.org/officeDocument/2006/relationships/image" Target="../media/image137.wmf"/><Relationship Id="rId19" Type="http://schemas.openxmlformats.org/officeDocument/2006/relationships/slideLayout" Target="../slideLayouts/slideLayout2.xml"/><Relationship Id="rId18" Type="http://schemas.openxmlformats.org/officeDocument/2006/relationships/image" Target="../media/image145.wmf"/><Relationship Id="rId17" Type="http://schemas.openxmlformats.org/officeDocument/2006/relationships/oleObject" Target="../embeddings/oleObject164.bin"/><Relationship Id="rId16" Type="http://schemas.openxmlformats.org/officeDocument/2006/relationships/image" Target="../media/image144.wmf"/><Relationship Id="rId15" Type="http://schemas.openxmlformats.org/officeDocument/2006/relationships/oleObject" Target="../embeddings/oleObject163.bin"/><Relationship Id="rId14" Type="http://schemas.openxmlformats.org/officeDocument/2006/relationships/image" Target="../media/image143.wmf"/><Relationship Id="rId13" Type="http://schemas.openxmlformats.org/officeDocument/2006/relationships/oleObject" Target="../embeddings/oleObject162.bin"/><Relationship Id="rId12" Type="http://schemas.openxmlformats.org/officeDocument/2006/relationships/image" Target="../media/image142.wmf"/><Relationship Id="rId11" Type="http://schemas.openxmlformats.org/officeDocument/2006/relationships/oleObject" Target="../embeddings/oleObject161.bin"/><Relationship Id="rId10" Type="http://schemas.openxmlformats.org/officeDocument/2006/relationships/image" Target="../media/image141.wmf"/><Relationship Id="rId1" Type="http://schemas.openxmlformats.org/officeDocument/2006/relationships/oleObject" Target="../embeddings/oleObject156.bin"/></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image" Target="../media/image1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55.wmf"/><Relationship Id="rId7" Type="http://schemas.openxmlformats.org/officeDocument/2006/relationships/oleObject" Target="../embeddings/oleObject168.bin"/><Relationship Id="rId6" Type="http://schemas.openxmlformats.org/officeDocument/2006/relationships/image" Target="../media/image154.wmf"/><Relationship Id="rId5" Type="http://schemas.openxmlformats.org/officeDocument/2006/relationships/oleObject" Target="../embeddings/oleObject167.bin"/><Relationship Id="rId4" Type="http://schemas.openxmlformats.org/officeDocument/2006/relationships/image" Target="../media/image153.wmf"/><Relationship Id="rId3" Type="http://schemas.openxmlformats.org/officeDocument/2006/relationships/oleObject" Target="../embeddings/oleObject166.bin"/><Relationship Id="rId2" Type="http://schemas.openxmlformats.org/officeDocument/2006/relationships/image" Target="../media/image152.wmf"/><Relationship Id="rId10" Type="http://schemas.openxmlformats.org/officeDocument/2006/relationships/vmlDrawing" Target="../drawings/vmlDrawing17.vml"/><Relationship Id="rId1" Type="http://schemas.openxmlformats.org/officeDocument/2006/relationships/oleObject" Target="../embeddings/oleObject165.bin"/></Relationships>
</file>

<file path=ppt/slides/_rels/slide23.xml.rels><?xml version="1.0" encoding="UTF-8" standalone="yes"?>
<Relationships xmlns="http://schemas.openxmlformats.org/package/2006/relationships"><Relationship Id="rId9" Type="http://schemas.openxmlformats.org/officeDocument/2006/relationships/image" Target="../media/image160.png"/><Relationship Id="rId8" Type="http://schemas.openxmlformats.org/officeDocument/2006/relationships/image" Target="../media/image159.wmf"/><Relationship Id="rId7" Type="http://schemas.openxmlformats.org/officeDocument/2006/relationships/oleObject" Target="../embeddings/oleObject172.bin"/><Relationship Id="rId6" Type="http://schemas.openxmlformats.org/officeDocument/2006/relationships/image" Target="../media/image158.wmf"/><Relationship Id="rId5" Type="http://schemas.openxmlformats.org/officeDocument/2006/relationships/oleObject" Target="../embeddings/oleObject171.bin"/><Relationship Id="rId4" Type="http://schemas.openxmlformats.org/officeDocument/2006/relationships/image" Target="../media/image157.wmf"/><Relationship Id="rId3" Type="http://schemas.openxmlformats.org/officeDocument/2006/relationships/oleObject" Target="../embeddings/oleObject170.bin"/><Relationship Id="rId2" Type="http://schemas.openxmlformats.org/officeDocument/2006/relationships/image" Target="../media/image156.wmf"/><Relationship Id="rId11" Type="http://schemas.openxmlformats.org/officeDocument/2006/relationships/vmlDrawing" Target="../drawings/vmlDrawing18.vml"/><Relationship Id="rId10" Type="http://schemas.openxmlformats.org/officeDocument/2006/relationships/slideLayout" Target="../slideLayouts/slideLayout2.xml"/><Relationship Id="rId1" Type="http://schemas.openxmlformats.org/officeDocument/2006/relationships/oleObject" Target="../embeddings/oleObject169.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77.bin"/><Relationship Id="rId8" Type="http://schemas.openxmlformats.org/officeDocument/2006/relationships/image" Target="../media/image164.wmf"/><Relationship Id="rId7" Type="http://schemas.openxmlformats.org/officeDocument/2006/relationships/oleObject" Target="../embeddings/oleObject176.bin"/><Relationship Id="rId6" Type="http://schemas.openxmlformats.org/officeDocument/2006/relationships/image" Target="../media/image163.wmf"/><Relationship Id="rId5" Type="http://schemas.openxmlformats.org/officeDocument/2006/relationships/oleObject" Target="../embeddings/oleObject175.bin"/><Relationship Id="rId4" Type="http://schemas.openxmlformats.org/officeDocument/2006/relationships/image" Target="../media/image162.wmf"/><Relationship Id="rId3" Type="http://schemas.openxmlformats.org/officeDocument/2006/relationships/oleObject" Target="../embeddings/oleObject174.bin"/><Relationship Id="rId20" Type="http://schemas.openxmlformats.org/officeDocument/2006/relationships/vmlDrawing" Target="../drawings/vmlDrawing19.vml"/><Relationship Id="rId2" Type="http://schemas.openxmlformats.org/officeDocument/2006/relationships/image" Target="../media/image161.wmf"/><Relationship Id="rId19" Type="http://schemas.openxmlformats.org/officeDocument/2006/relationships/slideLayout" Target="../slideLayouts/slideLayout2.xml"/><Relationship Id="rId18" Type="http://schemas.openxmlformats.org/officeDocument/2006/relationships/image" Target="../media/image169.wmf"/><Relationship Id="rId17" Type="http://schemas.openxmlformats.org/officeDocument/2006/relationships/oleObject" Target="../embeddings/oleObject181.bin"/><Relationship Id="rId16" Type="http://schemas.openxmlformats.org/officeDocument/2006/relationships/image" Target="../media/image168.wmf"/><Relationship Id="rId15" Type="http://schemas.openxmlformats.org/officeDocument/2006/relationships/oleObject" Target="../embeddings/oleObject180.bin"/><Relationship Id="rId14" Type="http://schemas.openxmlformats.org/officeDocument/2006/relationships/image" Target="../media/image167.wmf"/><Relationship Id="rId13" Type="http://schemas.openxmlformats.org/officeDocument/2006/relationships/oleObject" Target="../embeddings/oleObject179.bin"/><Relationship Id="rId12" Type="http://schemas.openxmlformats.org/officeDocument/2006/relationships/image" Target="../media/image166.wmf"/><Relationship Id="rId11" Type="http://schemas.openxmlformats.org/officeDocument/2006/relationships/oleObject" Target="../embeddings/oleObject178.bin"/><Relationship Id="rId10" Type="http://schemas.openxmlformats.org/officeDocument/2006/relationships/image" Target="../media/image165.wmf"/><Relationship Id="rId1" Type="http://schemas.openxmlformats.org/officeDocument/2006/relationships/oleObject" Target="../embeddings/oleObject173.bin"/></Relationships>
</file>

<file path=ppt/slides/_rels/slide25.xml.rels><?xml version="1.0" encoding="UTF-8" standalone="yes"?>
<Relationships xmlns="http://schemas.openxmlformats.org/package/2006/relationships"><Relationship Id="rId9" Type="http://schemas.openxmlformats.org/officeDocument/2006/relationships/image" Target="../media/image173.wmf"/><Relationship Id="rId8" Type="http://schemas.openxmlformats.org/officeDocument/2006/relationships/oleObject" Target="../embeddings/oleObject186.bin"/><Relationship Id="rId7" Type="http://schemas.openxmlformats.org/officeDocument/2006/relationships/oleObject" Target="../embeddings/oleObject185.bin"/><Relationship Id="rId6" Type="http://schemas.openxmlformats.org/officeDocument/2006/relationships/image" Target="../media/image172.wmf"/><Relationship Id="rId5" Type="http://schemas.openxmlformats.org/officeDocument/2006/relationships/oleObject" Target="../embeddings/oleObject184.bin"/><Relationship Id="rId4" Type="http://schemas.openxmlformats.org/officeDocument/2006/relationships/image" Target="../media/image171.wmf"/><Relationship Id="rId3" Type="http://schemas.openxmlformats.org/officeDocument/2006/relationships/oleObject" Target="../embeddings/oleObject183.bin"/><Relationship Id="rId2" Type="http://schemas.openxmlformats.org/officeDocument/2006/relationships/image" Target="../media/image170.wmf"/><Relationship Id="rId19" Type="http://schemas.openxmlformats.org/officeDocument/2006/relationships/vmlDrawing" Target="../drawings/vmlDrawing20.vml"/><Relationship Id="rId18" Type="http://schemas.openxmlformats.org/officeDocument/2006/relationships/slideLayout" Target="../slideLayouts/slideLayout2.xml"/><Relationship Id="rId17" Type="http://schemas.openxmlformats.org/officeDocument/2006/relationships/image" Target="../media/image176.wmf"/><Relationship Id="rId16" Type="http://schemas.openxmlformats.org/officeDocument/2006/relationships/oleObject" Target="../embeddings/oleObject190.bin"/><Relationship Id="rId15" Type="http://schemas.openxmlformats.org/officeDocument/2006/relationships/image" Target="../media/image169.wmf"/><Relationship Id="rId14" Type="http://schemas.openxmlformats.org/officeDocument/2006/relationships/oleObject" Target="../embeddings/oleObject189.bin"/><Relationship Id="rId13" Type="http://schemas.openxmlformats.org/officeDocument/2006/relationships/image" Target="../media/image175.wmf"/><Relationship Id="rId12" Type="http://schemas.openxmlformats.org/officeDocument/2006/relationships/oleObject" Target="../embeddings/oleObject188.bin"/><Relationship Id="rId11" Type="http://schemas.openxmlformats.org/officeDocument/2006/relationships/image" Target="../media/image174.wmf"/><Relationship Id="rId10" Type="http://schemas.openxmlformats.org/officeDocument/2006/relationships/oleObject" Target="../embeddings/oleObject187.bin"/><Relationship Id="rId1" Type="http://schemas.openxmlformats.org/officeDocument/2006/relationships/oleObject" Target="../embeddings/oleObject182.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195.bin"/><Relationship Id="rId8" Type="http://schemas.openxmlformats.org/officeDocument/2006/relationships/image" Target="../media/image180.wmf"/><Relationship Id="rId7" Type="http://schemas.openxmlformats.org/officeDocument/2006/relationships/oleObject" Target="../embeddings/oleObject194.bin"/><Relationship Id="rId6" Type="http://schemas.openxmlformats.org/officeDocument/2006/relationships/image" Target="../media/image179.wmf"/><Relationship Id="rId5" Type="http://schemas.openxmlformats.org/officeDocument/2006/relationships/oleObject" Target="../embeddings/oleObject193.bin"/><Relationship Id="rId4" Type="http://schemas.openxmlformats.org/officeDocument/2006/relationships/image" Target="../media/image178.wmf"/><Relationship Id="rId34" Type="http://schemas.openxmlformats.org/officeDocument/2006/relationships/vmlDrawing" Target="../drawings/vmlDrawing21.vml"/><Relationship Id="rId33" Type="http://schemas.openxmlformats.org/officeDocument/2006/relationships/slideLayout" Target="../slideLayouts/slideLayout2.xml"/><Relationship Id="rId32" Type="http://schemas.openxmlformats.org/officeDocument/2006/relationships/image" Target="../media/image192.wmf"/><Relationship Id="rId31" Type="http://schemas.openxmlformats.org/officeDocument/2006/relationships/oleObject" Target="../embeddings/oleObject206.bin"/><Relationship Id="rId30" Type="http://schemas.openxmlformats.org/officeDocument/2006/relationships/image" Target="../media/image191.wmf"/><Relationship Id="rId3" Type="http://schemas.openxmlformats.org/officeDocument/2006/relationships/oleObject" Target="../embeddings/oleObject192.bin"/><Relationship Id="rId29" Type="http://schemas.openxmlformats.org/officeDocument/2006/relationships/oleObject" Target="../embeddings/oleObject205.bin"/><Relationship Id="rId28" Type="http://schemas.openxmlformats.org/officeDocument/2006/relationships/image" Target="../media/image190.wmf"/><Relationship Id="rId27" Type="http://schemas.openxmlformats.org/officeDocument/2006/relationships/oleObject" Target="../embeddings/oleObject204.bin"/><Relationship Id="rId26" Type="http://schemas.openxmlformats.org/officeDocument/2006/relationships/image" Target="../media/image189.wmf"/><Relationship Id="rId25" Type="http://schemas.openxmlformats.org/officeDocument/2006/relationships/oleObject" Target="../embeddings/oleObject203.bin"/><Relationship Id="rId24" Type="http://schemas.openxmlformats.org/officeDocument/2006/relationships/image" Target="../media/image188.wmf"/><Relationship Id="rId23" Type="http://schemas.openxmlformats.org/officeDocument/2006/relationships/oleObject" Target="../embeddings/oleObject202.bin"/><Relationship Id="rId22" Type="http://schemas.openxmlformats.org/officeDocument/2006/relationships/image" Target="../media/image187.wmf"/><Relationship Id="rId21" Type="http://schemas.openxmlformats.org/officeDocument/2006/relationships/oleObject" Target="../embeddings/oleObject201.bin"/><Relationship Id="rId20" Type="http://schemas.openxmlformats.org/officeDocument/2006/relationships/image" Target="../media/image186.wmf"/><Relationship Id="rId2" Type="http://schemas.openxmlformats.org/officeDocument/2006/relationships/image" Target="../media/image177.wmf"/><Relationship Id="rId19" Type="http://schemas.openxmlformats.org/officeDocument/2006/relationships/oleObject" Target="../embeddings/oleObject200.bin"/><Relationship Id="rId18" Type="http://schemas.openxmlformats.org/officeDocument/2006/relationships/image" Target="../media/image185.wmf"/><Relationship Id="rId17" Type="http://schemas.openxmlformats.org/officeDocument/2006/relationships/oleObject" Target="../embeddings/oleObject199.bin"/><Relationship Id="rId16" Type="http://schemas.openxmlformats.org/officeDocument/2006/relationships/image" Target="../media/image184.wmf"/><Relationship Id="rId15" Type="http://schemas.openxmlformats.org/officeDocument/2006/relationships/oleObject" Target="../embeddings/oleObject198.bin"/><Relationship Id="rId14" Type="http://schemas.openxmlformats.org/officeDocument/2006/relationships/image" Target="../media/image183.wmf"/><Relationship Id="rId13" Type="http://schemas.openxmlformats.org/officeDocument/2006/relationships/oleObject" Target="../embeddings/oleObject197.bin"/><Relationship Id="rId12" Type="http://schemas.openxmlformats.org/officeDocument/2006/relationships/image" Target="../media/image182.wmf"/><Relationship Id="rId11" Type="http://schemas.openxmlformats.org/officeDocument/2006/relationships/oleObject" Target="../embeddings/oleObject196.bin"/><Relationship Id="rId10" Type="http://schemas.openxmlformats.org/officeDocument/2006/relationships/image" Target="../media/image181.wmf"/><Relationship Id="rId1" Type="http://schemas.openxmlformats.org/officeDocument/2006/relationships/oleObject" Target="../embeddings/oleObject191.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211.bin"/><Relationship Id="rId8" Type="http://schemas.openxmlformats.org/officeDocument/2006/relationships/image" Target="../media/image196.wmf"/><Relationship Id="rId7" Type="http://schemas.openxmlformats.org/officeDocument/2006/relationships/oleObject" Target="../embeddings/oleObject210.bin"/><Relationship Id="rId6" Type="http://schemas.openxmlformats.org/officeDocument/2006/relationships/image" Target="../media/image195.wmf"/><Relationship Id="rId5" Type="http://schemas.openxmlformats.org/officeDocument/2006/relationships/oleObject" Target="../embeddings/oleObject209.bin"/><Relationship Id="rId4" Type="http://schemas.openxmlformats.org/officeDocument/2006/relationships/image" Target="../media/image194.wmf"/><Relationship Id="rId36" Type="http://schemas.openxmlformats.org/officeDocument/2006/relationships/vmlDrawing" Target="../drawings/vmlDrawing22.vml"/><Relationship Id="rId35" Type="http://schemas.openxmlformats.org/officeDocument/2006/relationships/slideLayout" Target="../slideLayouts/slideLayout2.xml"/><Relationship Id="rId34" Type="http://schemas.openxmlformats.org/officeDocument/2006/relationships/image" Target="../media/image200.wmf"/><Relationship Id="rId33" Type="http://schemas.openxmlformats.org/officeDocument/2006/relationships/oleObject" Target="../embeddings/oleObject225.bin"/><Relationship Id="rId32" Type="http://schemas.openxmlformats.org/officeDocument/2006/relationships/oleObject" Target="../embeddings/oleObject224.bin"/><Relationship Id="rId31" Type="http://schemas.openxmlformats.org/officeDocument/2006/relationships/image" Target="../media/image10.wmf"/><Relationship Id="rId30" Type="http://schemas.openxmlformats.org/officeDocument/2006/relationships/oleObject" Target="../embeddings/oleObject223.bin"/><Relationship Id="rId3" Type="http://schemas.openxmlformats.org/officeDocument/2006/relationships/oleObject" Target="../embeddings/oleObject208.bin"/><Relationship Id="rId29" Type="http://schemas.openxmlformats.org/officeDocument/2006/relationships/image" Target="../media/image9.wmf"/><Relationship Id="rId28" Type="http://schemas.openxmlformats.org/officeDocument/2006/relationships/oleObject" Target="../embeddings/oleObject222.bin"/><Relationship Id="rId27" Type="http://schemas.openxmlformats.org/officeDocument/2006/relationships/image" Target="../media/image8.wmf"/><Relationship Id="rId26" Type="http://schemas.openxmlformats.org/officeDocument/2006/relationships/oleObject" Target="../embeddings/oleObject221.bin"/><Relationship Id="rId25" Type="http://schemas.openxmlformats.org/officeDocument/2006/relationships/image" Target="../media/image7.wmf"/><Relationship Id="rId24" Type="http://schemas.openxmlformats.org/officeDocument/2006/relationships/oleObject" Target="../embeddings/oleObject220.bin"/><Relationship Id="rId23" Type="http://schemas.openxmlformats.org/officeDocument/2006/relationships/image" Target="../media/image6.wmf"/><Relationship Id="rId22" Type="http://schemas.openxmlformats.org/officeDocument/2006/relationships/oleObject" Target="../embeddings/oleObject219.bin"/><Relationship Id="rId21" Type="http://schemas.openxmlformats.org/officeDocument/2006/relationships/image" Target="../media/image5.wmf"/><Relationship Id="rId20" Type="http://schemas.openxmlformats.org/officeDocument/2006/relationships/oleObject" Target="../embeddings/oleObject218.bin"/><Relationship Id="rId2" Type="http://schemas.openxmlformats.org/officeDocument/2006/relationships/image" Target="../media/image193.wmf"/><Relationship Id="rId19" Type="http://schemas.openxmlformats.org/officeDocument/2006/relationships/image" Target="../media/image4.png"/><Relationship Id="rId18" Type="http://schemas.openxmlformats.org/officeDocument/2006/relationships/oleObject" Target="../embeddings/oleObject217.bin"/><Relationship Id="rId17" Type="http://schemas.openxmlformats.org/officeDocument/2006/relationships/image" Target="../media/image199.wmf"/><Relationship Id="rId16" Type="http://schemas.openxmlformats.org/officeDocument/2006/relationships/oleObject" Target="../embeddings/oleObject216.bin"/><Relationship Id="rId15" Type="http://schemas.openxmlformats.org/officeDocument/2006/relationships/oleObject" Target="../embeddings/oleObject215.bin"/><Relationship Id="rId14" Type="http://schemas.openxmlformats.org/officeDocument/2006/relationships/oleObject" Target="../embeddings/oleObject214.bin"/><Relationship Id="rId13" Type="http://schemas.openxmlformats.org/officeDocument/2006/relationships/oleObject" Target="../embeddings/oleObject213.bin"/><Relationship Id="rId12" Type="http://schemas.openxmlformats.org/officeDocument/2006/relationships/image" Target="../media/image198.wmf"/><Relationship Id="rId11" Type="http://schemas.openxmlformats.org/officeDocument/2006/relationships/oleObject" Target="../embeddings/oleObject212.bin"/><Relationship Id="rId10" Type="http://schemas.openxmlformats.org/officeDocument/2006/relationships/image" Target="../media/image197.wmf"/><Relationship Id="rId1" Type="http://schemas.openxmlformats.org/officeDocument/2006/relationships/oleObject" Target="../embeddings/oleObject207.bin"/></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2.xml"/><Relationship Id="rId4" Type="http://schemas.openxmlformats.org/officeDocument/2006/relationships/image" Target="../media/image202.wmf"/><Relationship Id="rId3" Type="http://schemas.openxmlformats.org/officeDocument/2006/relationships/oleObject" Target="../embeddings/oleObject227.bin"/><Relationship Id="rId2" Type="http://schemas.openxmlformats.org/officeDocument/2006/relationships/image" Target="../media/image201.wmf"/><Relationship Id="rId1" Type="http://schemas.openxmlformats.org/officeDocument/2006/relationships/oleObject" Target="../embeddings/oleObject226.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232.bin"/><Relationship Id="rId8" Type="http://schemas.openxmlformats.org/officeDocument/2006/relationships/image" Target="../media/image206.wmf"/><Relationship Id="rId7" Type="http://schemas.openxmlformats.org/officeDocument/2006/relationships/oleObject" Target="../embeddings/oleObject231.bin"/><Relationship Id="rId6" Type="http://schemas.openxmlformats.org/officeDocument/2006/relationships/image" Target="../media/image205.wmf"/><Relationship Id="rId5" Type="http://schemas.openxmlformats.org/officeDocument/2006/relationships/oleObject" Target="../embeddings/oleObject230.bin"/><Relationship Id="rId4" Type="http://schemas.openxmlformats.org/officeDocument/2006/relationships/image" Target="../media/image204.wmf"/><Relationship Id="rId3" Type="http://schemas.openxmlformats.org/officeDocument/2006/relationships/oleObject" Target="../embeddings/oleObject229.bin"/><Relationship Id="rId2" Type="http://schemas.openxmlformats.org/officeDocument/2006/relationships/image" Target="../media/image203.wmf"/><Relationship Id="rId14" Type="http://schemas.openxmlformats.org/officeDocument/2006/relationships/vmlDrawing" Target="../drawings/vmlDrawing24.vml"/><Relationship Id="rId13" Type="http://schemas.openxmlformats.org/officeDocument/2006/relationships/slideLayout" Target="../slideLayouts/slideLayout2.xml"/><Relationship Id="rId12" Type="http://schemas.openxmlformats.org/officeDocument/2006/relationships/image" Target="../media/image208.wmf"/><Relationship Id="rId11" Type="http://schemas.openxmlformats.org/officeDocument/2006/relationships/oleObject" Target="../embeddings/oleObject233.bin"/><Relationship Id="rId10" Type="http://schemas.openxmlformats.org/officeDocument/2006/relationships/image" Target="../media/image207.wmf"/><Relationship Id="rId1" Type="http://schemas.openxmlformats.org/officeDocument/2006/relationships/oleObject" Target="../embeddings/oleObject228.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238.bin"/><Relationship Id="rId8" Type="http://schemas.openxmlformats.org/officeDocument/2006/relationships/image" Target="../media/image212.wmf"/><Relationship Id="rId7" Type="http://schemas.openxmlformats.org/officeDocument/2006/relationships/oleObject" Target="../embeddings/oleObject237.bin"/><Relationship Id="rId6" Type="http://schemas.openxmlformats.org/officeDocument/2006/relationships/image" Target="../media/image211.wmf"/><Relationship Id="rId5" Type="http://schemas.openxmlformats.org/officeDocument/2006/relationships/oleObject" Target="../embeddings/oleObject236.bin"/><Relationship Id="rId4" Type="http://schemas.openxmlformats.org/officeDocument/2006/relationships/image" Target="../media/image210.wmf"/><Relationship Id="rId3" Type="http://schemas.openxmlformats.org/officeDocument/2006/relationships/oleObject" Target="../embeddings/oleObject235.bin"/><Relationship Id="rId2" Type="http://schemas.openxmlformats.org/officeDocument/2006/relationships/image" Target="../media/image209.wmf"/><Relationship Id="rId14" Type="http://schemas.openxmlformats.org/officeDocument/2006/relationships/vmlDrawing" Target="../drawings/vmlDrawing25.vml"/><Relationship Id="rId13" Type="http://schemas.openxmlformats.org/officeDocument/2006/relationships/slideLayout" Target="../slideLayouts/slideLayout2.xml"/><Relationship Id="rId12" Type="http://schemas.openxmlformats.org/officeDocument/2006/relationships/image" Target="../media/image214.wmf"/><Relationship Id="rId11" Type="http://schemas.openxmlformats.org/officeDocument/2006/relationships/oleObject" Target="../embeddings/oleObject239.bin"/><Relationship Id="rId10" Type="http://schemas.openxmlformats.org/officeDocument/2006/relationships/image" Target="../media/image213.wmf"/><Relationship Id="rId1" Type="http://schemas.openxmlformats.org/officeDocument/2006/relationships/oleObject" Target="../embeddings/oleObject234.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244.bin"/><Relationship Id="rId8" Type="http://schemas.openxmlformats.org/officeDocument/2006/relationships/image" Target="../media/image218.wmf"/><Relationship Id="rId7" Type="http://schemas.openxmlformats.org/officeDocument/2006/relationships/oleObject" Target="../embeddings/oleObject243.bin"/><Relationship Id="rId6" Type="http://schemas.openxmlformats.org/officeDocument/2006/relationships/image" Target="../media/image217.wmf"/><Relationship Id="rId5" Type="http://schemas.openxmlformats.org/officeDocument/2006/relationships/oleObject" Target="../embeddings/oleObject242.bin"/><Relationship Id="rId4" Type="http://schemas.openxmlformats.org/officeDocument/2006/relationships/image" Target="../media/image216.wmf"/><Relationship Id="rId3" Type="http://schemas.openxmlformats.org/officeDocument/2006/relationships/oleObject" Target="../embeddings/oleObject241.bin"/><Relationship Id="rId20" Type="http://schemas.openxmlformats.org/officeDocument/2006/relationships/vmlDrawing" Target="../drawings/vmlDrawing26.vml"/><Relationship Id="rId2" Type="http://schemas.openxmlformats.org/officeDocument/2006/relationships/image" Target="../media/image215.wmf"/><Relationship Id="rId19" Type="http://schemas.openxmlformats.org/officeDocument/2006/relationships/slideLayout" Target="../slideLayouts/slideLayout2.xml"/><Relationship Id="rId18" Type="http://schemas.openxmlformats.org/officeDocument/2006/relationships/image" Target="../media/image223.wmf"/><Relationship Id="rId17" Type="http://schemas.openxmlformats.org/officeDocument/2006/relationships/oleObject" Target="../embeddings/oleObject248.bin"/><Relationship Id="rId16" Type="http://schemas.openxmlformats.org/officeDocument/2006/relationships/image" Target="../media/image222.wmf"/><Relationship Id="rId15" Type="http://schemas.openxmlformats.org/officeDocument/2006/relationships/oleObject" Target="../embeddings/oleObject247.bin"/><Relationship Id="rId14" Type="http://schemas.openxmlformats.org/officeDocument/2006/relationships/image" Target="../media/image221.wmf"/><Relationship Id="rId13" Type="http://schemas.openxmlformats.org/officeDocument/2006/relationships/oleObject" Target="../embeddings/oleObject246.bin"/><Relationship Id="rId12" Type="http://schemas.openxmlformats.org/officeDocument/2006/relationships/image" Target="../media/image220.wmf"/><Relationship Id="rId11" Type="http://schemas.openxmlformats.org/officeDocument/2006/relationships/oleObject" Target="../embeddings/oleObject245.bin"/><Relationship Id="rId10" Type="http://schemas.openxmlformats.org/officeDocument/2006/relationships/image" Target="../media/image219.wmf"/><Relationship Id="rId1" Type="http://schemas.openxmlformats.org/officeDocument/2006/relationships/oleObject" Target="../embeddings/oleObject240.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253.bin"/><Relationship Id="rId8" Type="http://schemas.openxmlformats.org/officeDocument/2006/relationships/image" Target="../media/image227.wmf"/><Relationship Id="rId7" Type="http://schemas.openxmlformats.org/officeDocument/2006/relationships/oleObject" Target="../embeddings/oleObject252.bin"/><Relationship Id="rId6" Type="http://schemas.openxmlformats.org/officeDocument/2006/relationships/image" Target="../media/image226.wmf"/><Relationship Id="rId5" Type="http://schemas.openxmlformats.org/officeDocument/2006/relationships/oleObject" Target="../embeddings/oleObject251.bin"/><Relationship Id="rId4" Type="http://schemas.openxmlformats.org/officeDocument/2006/relationships/image" Target="../media/image225.wmf"/><Relationship Id="rId3" Type="http://schemas.openxmlformats.org/officeDocument/2006/relationships/oleObject" Target="../embeddings/oleObject250.bin"/><Relationship Id="rId2" Type="http://schemas.openxmlformats.org/officeDocument/2006/relationships/image" Target="../media/image224.wmf"/><Relationship Id="rId18" Type="http://schemas.openxmlformats.org/officeDocument/2006/relationships/vmlDrawing" Target="../drawings/vmlDrawing27.vml"/><Relationship Id="rId17" Type="http://schemas.openxmlformats.org/officeDocument/2006/relationships/slideLayout" Target="../slideLayouts/slideLayout2.xml"/><Relationship Id="rId16" Type="http://schemas.openxmlformats.org/officeDocument/2006/relationships/image" Target="../media/image231.wmf"/><Relationship Id="rId15" Type="http://schemas.openxmlformats.org/officeDocument/2006/relationships/oleObject" Target="../embeddings/oleObject256.bin"/><Relationship Id="rId14" Type="http://schemas.openxmlformats.org/officeDocument/2006/relationships/image" Target="../media/image230.wmf"/><Relationship Id="rId13" Type="http://schemas.openxmlformats.org/officeDocument/2006/relationships/oleObject" Target="../embeddings/oleObject255.bin"/><Relationship Id="rId12" Type="http://schemas.openxmlformats.org/officeDocument/2006/relationships/image" Target="../media/image229.wmf"/><Relationship Id="rId11" Type="http://schemas.openxmlformats.org/officeDocument/2006/relationships/oleObject" Target="../embeddings/oleObject254.bin"/><Relationship Id="rId10" Type="http://schemas.openxmlformats.org/officeDocument/2006/relationships/image" Target="../media/image228.wmf"/><Relationship Id="rId1" Type="http://schemas.openxmlformats.org/officeDocument/2006/relationships/oleObject" Target="../embeddings/oleObject249.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261.bin"/><Relationship Id="rId8" Type="http://schemas.openxmlformats.org/officeDocument/2006/relationships/image" Target="../media/image235.wmf"/><Relationship Id="rId7" Type="http://schemas.openxmlformats.org/officeDocument/2006/relationships/oleObject" Target="../embeddings/oleObject260.bin"/><Relationship Id="rId6" Type="http://schemas.openxmlformats.org/officeDocument/2006/relationships/image" Target="../media/image234.wmf"/><Relationship Id="rId5" Type="http://schemas.openxmlformats.org/officeDocument/2006/relationships/oleObject" Target="../embeddings/oleObject259.bin"/><Relationship Id="rId4" Type="http://schemas.openxmlformats.org/officeDocument/2006/relationships/image" Target="../media/image233.wmf"/><Relationship Id="rId3" Type="http://schemas.openxmlformats.org/officeDocument/2006/relationships/oleObject" Target="../embeddings/oleObject258.bin"/><Relationship Id="rId22" Type="http://schemas.openxmlformats.org/officeDocument/2006/relationships/vmlDrawing" Target="../drawings/vmlDrawing28.vml"/><Relationship Id="rId21" Type="http://schemas.openxmlformats.org/officeDocument/2006/relationships/slideLayout" Target="../slideLayouts/slideLayout2.xml"/><Relationship Id="rId20" Type="http://schemas.openxmlformats.org/officeDocument/2006/relationships/image" Target="../media/image240.wmf"/><Relationship Id="rId2" Type="http://schemas.openxmlformats.org/officeDocument/2006/relationships/image" Target="../media/image232.wmf"/><Relationship Id="rId19" Type="http://schemas.openxmlformats.org/officeDocument/2006/relationships/oleObject" Target="../embeddings/oleObject266.bin"/><Relationship Id="rId18" Type="http://schemas.openxmlformats.org/officeDocument/2006/relationships/image" Target="../media/image239.wmf"/><Relationship Id="rId17" Type="http://schemas.openxmlformats.org/officeDocument/2006/relationships/oleObject" Target="../embeddings/oleObject265.bin"/><Relationship Id="rId16" Type="http://schemas.openxmlformats.org/officeDocument/2006/relationships/image" Target="../media/image228.wmf"/><Relationship Id="rId15" Type="http://schemas.openxmlformats.org/officeDocument/2006/relationships/oleObject" Target="../embeddings/oleObject264.bin"/><Relationship Id="rId14" Type="http://schemas.openxmlformats.org/officeDocument/2006/relationships/image" Target="../media/image238.wmf"/><Relationship Id="rId13" Type="http://schemas.openxmlformats.org/officeDocument/2006/relationships/oleObject" Target="../embeddings/oleObject263.bin"/><Relationship Id="rId12" Type="http://schemas.openxmlformats.org/officeDocument/2006/relationships/image" Target="../media/image237.wmf"/><Relationship Id="rId11" Type="http://schemas.openxmlformats.org/officeDocument/2006/relationships/oleObject" Target="../embeddings/oleObject262.bin"/><Relationship Id="rId10" Type="http://schemas.openxmlformats.org/officeDocument/2006/relationships/image" Target="../media/image236.wmf"/><Relationship Id="rId1" Type="http://schemas.openxmlformats.org/officeDocument/2006/relationships/oleObject" Target="../embeddings/oleObject257.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271.bin"/><Relationship Id="rId8" Type="http://schemas.openxmlformats.org/officeDocument/2006/relationships/image" Target="../media/image244.wmf"/><Relationship Id="rId7" Type="http://schemas.openxmlformats.org/officeDocument/2006/relationships/oleObject" Target="../embeddings/oleObject270.bin"/><Relationship Id="rId6" Type="http://schemas.openxmlformats.org/officeDocument/2006/relationships/image" Target="../media/image243.wmf"/><Relationship Id="rId5" Type="http://schemas.openxmlformats.org/officeDocument/2006/relationships/oleObject" Target="../embeddings/oleObject269.bin"/><Relationship Id="rId4" Type="http://schemas.openxmlformats.org/officeDocument/2006/relationships/image" Target="../media/image242.wmf"/><Relationship Id="rId31" Type="http://schemas.openxmlformats.org/officeDocument/2006/relationships/vmlDrawing" Target="../drawings/vmlDrawing29.vml"/><Relationship Id="rId30" Type="http://schemas.openxmlformats.org/officeDocument/2006/relationships/slideLayout" Target="../slideLayouts/slideLayout2.xml"/><Relationship Id="rId3" Type="http://schemas.openxmlformats.org/officeDocument/2006/relationships/oleObject" Target="../embeddings/oleObject268.bin"/><Relationship Id="rId29" Type="http://schemas.openxmlformats.org/officeDocument/2006/relationships/image" Target="../media/image254.wmf"/><Relationship Id="rId28" Type="http://schemas.openxmlformats.org/officeDocument/2006/relationships/oleObject" Target="../embeddings/oleObject281.bin"/><Relationship Id="rId27" Type="http://schemas.openxmlformats.org/officeDocument/2006/relationships/image" Target="../media/image253.wmf"/><Relationship Id="rId26" Type="http://schemas.openxmlformats.org/officeDocument/2006/relationships/oleObject" Target="../embeddings/oleObject280.bin"/><Relationship Id="rId25" Type="http://schemas.openxmlformats.org/officeDocument/2006/relationships/image" Target="../media/image252.wmf"/><Relationship Id="rId24" Type="http://schemas.openxmlformats.org/officeDocument/2006/relationships/oleObject" Target="../embeddings/oleObject279.bin"/><Relationship Id="rId23" Type="http://schemas.openxmlformats.org/officeDocument/2006/relationships/image" Target="../media/image251.wmf"/><Relationship Id="rId22" Type="http://schemas.openxmlformats.org/officeDocument/2006/relationships/oleObject" Target="../embeddings/oleObject278.bin"/><Relationship Id="rId21" Type="http://schemas.openxmlformats.org/officeDocument/2006/relationships/image" Target="../media/image250.wmf"/><Relationship Id="rId20" Type="http://schemas.openxmlformats.org/officeDocument/2006/relationships/oleObject" Target="../embeddings/oleObject277.bin"/><Relationship Id="rId2" Type="http://schemas.openxmlformats.org/officeDocument/2006/relationships/image" Target="../media/image241.wmf"/><Relationship Id="rId19" Type="http://schemas.openxmlformats.org/officeDocument/2006/relationships/image" Target="../media/image249.wmf"/><Relationship Id="rId18" Type="http://schemas.openxmlformats.org/officeDocument/2006/relationships/oleObject" Target="../embeddings/oleObject276.bin"/><Relationship Id="rId17" Type="http://schemas.openxmlformats.org/officeDocument/2006/relationships/image" Target="../media/image248.wmf"/><Relationship Id="rId16" Type="http://schemas.openxmlformats.org/officeDocument/2006/relationships/oleObject" Target="../embeddings/oleObject275.bin"/><Relationship Id="rId15" Type="http://schemas.openxmlformats.org/officeDocument/2006/relationships/oleObject" Target="../embeddings/oleObject274.bin"/><Relationship Id="rId14" Type="http://schemas.openxmlformats.org/officeDocument/2006/relationships/image" Target="../media/image247.wmf"/><Relationship Id="rId13" Type="http://schemas.openxmlformats.org/officeDocument/2006/relationships/oleObject" Target="../embeddings/oleObject273.bin"/><Relationship Id="rId12" Type="http://schemas.openxmlformats.org/officeDocument/2006/relationships/image" Target="../media/image246.wmf"/><Relationship Id="rId11" Type="http://schemas.openxmlformats.org/officeDocument/2006/relationships/oleObject" Target="../embeddings/oleObject272.bin"/><Relationship Id="rId10" Type="http://schemas.openxmlformats.org/officeDocument/2006/relationships/image" Target="../media/image245.wmf"/><Relationship Id="rId1" Type="http://schemas.openxmlformats.org/officeDocument/2006/relationships/oleObject" Target="../embeddings/oleObject267.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286.bin"/><Relationship Id="rId8" Type="http://schemas.openxmlformats.org/officeDocument/2006/relationships/image" Target="../media/image258.wmf"/><Relationship Id="rId7" Type="http://schemas.openxmlformats.org/officeDocument/2006/relationships/oleObject" Target="../embeddings/oleObject285.bin"/><Relationship Id="rId6" Type="http://schemas.openxmlformats.org/officeDocument/2006/relationships/image" Target="../media/image257.wmf"/><Relationship Id="rId5" Type="http://schemas.openxmlformats.org/officeDocument/2006/relationships/oleObject" Target="../embeddings/oleObject284.bin"/><Relationship Id="rId4" Type="http://schemas.openxmlformats.org/officeDocument/2006/relationships/image" Target="../media/image256.wmf"/><Relationship Id="rId32" Type="http://schemas.openxmlformats.org/officeDocument/2006/relationships/vmlDrawing" Target="../drawings/vmlDrawing30.vml"/><Relationship Id="rId31" Type="http://schemas.openxmlformats.org/officeDocument/2006/relationships/slideLayout" Target="../slideLayouts/slideLayout2.xml"/><Relationship Id="rId30" Type="http://schemas.openxmlformats.org/officeDocument/2006/relationships/image" Target="../media/image268.wmf"/><Relationship Id="rId3" Type="http://schemas.openxmlformats.org/officeDocument/2006/relationships/oleObject" Target="../embeddings/oleObject283.bin"/><Relationship Id="rId29" Type="http://schemas.openxmlformats.org/officeDocument/2006/relationships/oleObject" Target="../embeddings/oleObject295.bin"/><Relationship Id="rId28" Type="http://schemas.openxmlformats.org/officeDocument/2006/relationships/image" Target="../media/image267.wmf"/><Relationship Id="rId27" Type="http://schemas.openxmlformats.org/officeDocument/2006/relationships/oleObject" Target="../embeddings/oleObject294.bin"/><Relationship Id="rId26" Type="http://schemas.openxmlformats.org/officeDocument/2006/relationships/image" Target="../media/image266.wmf"/><Relationship Id="rId25" Type="http://schemas.openxmlformats.org/officeDocument/2006/relationships/oleObject" Target="../embeddings/oleObject293.bin"/><Relationship Id="rId24" Type="http://schemas.openxmlformats.org/officeDocument/2006/relationships/image" Target="../media/image98.wmf"/><Relationship Id="rId23" Type="http://schemas.openxmlformats.org/officeDocument/2006/relationships/oleObject" Target="../embeddings/oleObject292.bin"/><Relationship Id="rId22" Type="http://schemas.openxmlformats.org/officeDocument/2006/relationships/image" Target="../media/image265.wmf"/><Relationship Id="rId21" Type="http://schemas.openxmlformats.org/officeDocument/2006/relationships/oleObject" Target="../embeddings/oleObject291.bin"/><Relationship Id="rId20" Type="http://schemas.openxmlformats.org/officeDocument/2006/relationships/image" Target="../media/image100.wmf"/><Relationship Id="rId2" Type="http://schemas.openxmlformats.org/officeDocument/2006/relationships/image" Target="../media/image255.wmf"/><Relationship Id="rId19" Type="http://schemas.openxmlformats.org/officeDocument/2006/relationships/oleObject" Target="../embeddings/oleObject290.bin"/><Relationship Id="rId18" Type="http://schemas.openxmlformats.org/officeDocument/2006/relationships/image" Target="../media/image264.png"/><Relationship Id="rId17" Type="http://schemas.openxmlformats.org/officeDocument/2006/relationships/image" Target="../media/image263.png"/><Relationship Id="rId16" Type="http://schemas.openxmlformats.org/officeDocument/2006/relationships/image" Target="../media/image262.wmf"/><Relationship Id="rId15" Type="http://schemas.openxmlformats.org/officeDocument/2006/relationships/oleObject" Target="../embeddings/oleObject289.bin"/><Relationship Id="rId14" Type="http://schemas.openxmlformats.org/officeDocument/2006/relationships/image" Target="../media/image261.wmf"/><Relationship Id="rId13" Type="http://schemas.openxmlformats.org/officeDocument/2006/relationships/oleObject" Target="../embeddings/oleObject288.bin"/><Relationship Id="rId12" Type="http://schemas.openxmlformats.org/officeDocument/2006/relationships/image" Target="../media/image260.wmf"/><Relationship Id="rId11" Type="http://schemas.openxmlformats.org/officeDocument/2006/relationships/oleObject" Target="../embeddings/oleObject287.bin"/><Relationship Id="rId10" Type="http://schemas.openxmlformats.org/officeDocument/2006/relationships/image" Target="../media/image259.wmf"/><Relationship Id="rId1" Type="http://schemas.openxmlformats.org/officeDocument/2006/relationships/oleObject" Target="../embeddings/oleObject282.bin"/></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71.wmf"/><Relationship Id="rId7" Type="http://schemas.openxmlformats.org/officeDocument/2006/relationships/oleObject" Target="../embeddings/oleObject299.bin"/><Relationship Id="rId6" Type="http://schemas.openxmlformats.org/officeDocument/2006/relationships/image" Target="../media/image270.wmf"/><Relationship Id="rId5" Type="http://schemas.openxmlformats.org/officeDocument/2006/relationships/oleObject" Target="../embeddings/oleObject298.bin"/><Relationship Id="rId4" Type="http://schemas.openxmlformats.org/officeDocument/2006/relationships/image" Target="../media/image245.wmf"/><Relationship Id="rId3" Type="http://schemas.openxmlformats.org/officeDocument/2006/relationships/oleObject" Target="../embeddings/oleObject297.bin"/><Relationship Id="rId2" Type="http://schemas.openxmlformats.org/officeDocument/2006/relationships/image" Target="../media/image269.wmf"/><Relationship Id="rId10" Type="http://schemas.openxmlformats.org/officeDocument/2006/relationships/vmlDrawing" Target="../drawings/vmlDrawing31.vml"/><Relationship Id="rId1" Type="http://schemas.openxmlformats.org/officeDocument/2006/relationships/oleObject" Target="../embeddings/oleObject296.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304.bin"/><Relationship Id="rId8" Type="http://schemas.openxmlformats.org/officeDocument/2006/relationships/image" Target="../media/image275.wmf"/><Relationship Id="rId7" Type="http://schemas.openxmlformats.org/officeDocument/2006/relationships/oleObject" Target="../embeddings/oleObject303.bin"/><Relationship Id="rId6" Type="http://schemas.openxmlformats.org/officeDocument/2006/relationships/image" Target="../media/image274.wmf"/><Relationship Id="rId5" Type="http://schemas.openxmlformats.org/officeDocument/2006/relationships/oleObject" Target="../embeddings/oleObject302.bin"/><Relationship Id="rId4" Type="http://schemas.openxmlformats.org/officeDocument/2006/relationships/image" Target="../media/image273.wmf"/><Relationship Id="rId3" Type="http://schemas.openxmlformats.org/officeDocument/2006/relationships/oleObject" Target="../embeddings/oleObject301.bin"/><Relationship Id="rId2" Type="http://schemas.openxmlformats.org/officeDocument/2006/relationships/image" Target="../media/image272.wmf"/><Relationship Id="rId16" Type="http://schemas.openxmlformats.org/officeDocument/2006/relationships/vmlDrawing" Target="../drawings/vmlDrawing32.vml"/><Relationship Id="rId15" Type="http://schemas.openxmlformats.org/officeDocument/2006/relationships/slideLayout" Target="../slideLayouts/slideLayout2.xml"/><Relationship Id="rId14" Type="http://schemas.openxmlformats.org/officeDocument/2006/relationships/image" Target="../media/image278.wmf"/><Relationship Id="rId13" Type="http://schemas.openxmlformats.org/officeDocument/2006/relationships/oleObject" Target="../embeddings/oleObject306.bin"/><Relationship Id="rId12" Type="http://schemas.openxmlformats.org/officeDocument/2006/relationships/image" Target="../media/image277.wmf"/><Relationship Id="rId11" Type="http://schemas.openxmlformats.org/officeDocument/2006/relationships/oleObject" Target="../embeddings/oleObject305.bin"/><Relationship Id="rId10" Type="http://schemas.openxmlformats.org/officeDocument/2006/relationships/image" Target="../media/image276.wmf"/><Relationship Id="rId1" Type="http://schemas.openxmlformats.org/officeDocument/2006/relationships/oleObject" Target="../embeddings/oleObject300.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311.bin"/><Relationship Id="rId8" Type="http://schemas.openxmlformats.org/officeDocument/2006/relationships/image" Target="../media/image282.wmf"/><Relationship Id="rId7" Type="http://schemas.openxmlformats.org/officeDocument/2006/relationships/oleObject" Target="../embeddings/oleObject310.bin"/><Relationship Id="rId6" Type="http://schemas.openxmlformats.org/officeDocument/2006/relationships/image" Target="../media/image281.wmf"/><Relationship Id="rId5" Type="http://schemas.openxmlformats.org/officeDocument/2006/relationships/oleObject" Target="../embeddings/oleObject309.bin"/><Relationship Id="rId4" Type="http://schemas.openxmlformats.org/officeDocument/2006/relationships/image" Target="../media/image280.wmf"/><Relationship Id="rId3" Type="http://schemas.openxmlformats.org/officeDocument/2006/relationships/oleObject" Target="../embeddings/oleObject308.bin"/><Relationship Id="rId2" Type="http://schemas.openxmlformats.org/officeDocument/2006/relationships/image" Target="../media/image279.wmf"/><Relationship Id="rId18" Type="http://schemas.openxmlformats.org/officeDocument/2006/relationships/vmlDrawing" Target="../drawings/vmlDrawing33.vml"/><Relationship Id="rId17" Type="http://schemas.openxmlformats.org/officeDocument/2006/relationships/slideLayout" Target="../slideLayouts/slideLayout2.xml"/><Relationship Id="rId16" Type="http://schemas.openxmlformats.org/officeDocument/2006/relationships/image" Target="../media/image286.wmf"/><Relationship Id="rId15" Type="http://schemas.openxmlformats.org/officeDocument/2006/relationships/oleObject" Target="../embeddings/oleObject314.bin"/><Relationship Id="rId14" Type="http://schemas.openxmlformats.org/officeDocument/2006/relationships/image" Target="../media/image285.wmf"/><Relationship Id="rId13" Type="http://schemas.openxmlformats.org/officeDocument/2006/relationships/oleObject" Target="../embeddings/oleObject313.bin"/><Relationship Id="rId12" Type="http://schemas.openxmlformats.org/officeDocument/2006/relationships/image" Target="../media/image284.wmf"/><Relationship Id="rId11" Type="http://schemas.openxmlformats.org/officeDocument/2006/relationships/oleObject" Target="../embeddings/oleObject312.bin"/><Relationship Id="rId10" Type="http://schemas.openxmlformats.org/officeDocument/2006/relationships/image" Target="../media/image283.wmf"/><Relationship Id="rId1" Type="http://schemas.openxmlformats.org/officeDocument/2006/relationships/oleObject" Target="../embeddings/oleObject307.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319.bin"/><Relationship Id="rId8" Type="http://schemas.openxmlformats.org/officeDocument/2006/relationships/image" Target="../media/image290.wmf"/><Relationship Id="rId7" Type="http://schemas.openxmlformats.org/officeDocument/2006/relationships/oleObject" Target="../embeddings/oleObject318.bin"/><Relationship Id="rId6" Type="http://schemas.openxmlformats.org/officeDocument/2006/relationships/image" Target="../media/image289.wmf"/><Relationship Id="rId5" Type="http://schemas.openxmlformats.org/officeDocument/2006/relationships/oleObject" Target="../embeddings/oleObject317.bin"/><Relationship Id="rId4" Type="http://schemas.openxmlformats.org/officeDocument/2006/relationships/image" Target="../media/image288.wmf"/><Relationship Id="rId3" Type="http://schemas.openxmlformats.org/officeDocument/2006/relationships/oleObject" Target="../embeddings/oleObject316.bin"/><Relationship Id="rId2" Type="http://schemas.openxmlformats.org/officeDocument/2006/relationships/image" Target="../media/image287.wmf"/><Relationship Id="rId14" Type="http://schemas.openxmlformats.org/officeDocument/2006/relationships/vmlDrawing" Target="../drawings/vmlDrawing34.vml"/><Relationship Id="rId13" Type="http://schemas.openxmlformats.org/officeDocument/2006/relationships/slideLayout" Target="../slideLayouts/slideLayout2.xml"/><Relationship Id="rId12" Type="http://schemas.openxmlformats.org/officeDocument/2006/relationships/image" Target="../media/image292.wmf"/><Relationship Id="rId11" Type="http://schemas.openxmlformats.org/officeDocument/2006/relationships/oleObject" Target="../embeddings/oleObject320.bin"/><Relationship Id="rId10" Type="http://schemas.openxmlformats.org/officeDocument/2006/relationships/image" Target="../media/image291.wmf"/><Relationship Id="rId1" Type="http://schemas.openxmlformats.org/officeDocument/2006/relationships/oleObject" Target="../embeddings/oleObject315.bin"/></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3.png"/></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325.bin"/><Relationship Id="rId8" Type="http://schemas.openxmlformats.org/officeDocument/2006/relationships/image" Target="../media/image297.wmf"/><Relationship Id="rId7" Type="http://schemas.openxmlformats.org/officeDocument/2006/relationships/oleObject" Target="../embeddings/oleObject324.bin"/><Relationship Id="rId6" Type="http://schemas.openxmlformats.org/officeDocument/2006/relationships/image" Target="../media/image296.wmf"/><Relationship Id="rId5" Type="http://schemas.openxmlformats.org/officeDocument/2006/relationships/oleObject" Target="../embeddings/oleObject323.bin"/><Relationship Id="rId4" Type="http://schemas.openxmlformats.org/officeDocument/2006/relationships/image" Target="../media/image295.wmf"/><Relationship Id="rId3" Type="http://schemas.openxmlformats.org/officeDocument/2006/relationships/oleObject" Target="../embeddings/oleObject322.bin"/><Relationship Id="rId2" Type="http://schemas.openxmlformats.org/officeDocument/2006/relationships/image" Target="../media/image294.wmf"/><Relationship Id="rId18" Type="http://schemas.openxmlformats.org/officeDocument/2006/relationships/vmlDrawing" Target="../drawings/vmlDrawing35.vml"/><Relationship Id="rId17" Type="http://schemas.openxmlformats.org/officeDocument/2006/relationships/slideLayout" Target="../slideLayouts/slideLayout2.xml"/><Relationship Id="rId16" Type="http://schemas.openxmlformats.org/officeDocument/2006/relationships/image" Target="../media/image301.wmf"/><Relationship Id="rId15" Type="http://schemas.openxmlformats.org/officeDocument/2006/relationships/oleObject" Target="../embeddings/oleObject328.bin"/><Relationship Id="rId14" Type="http://schemas.openxmlformats.org/officeDocument/2006/relationships/image" Target="../media/image300.wmf"/><Relationship Id="rId13" Type="http://schemas.openxmlformats.org/officeDocument/2006/relationships/oleObject" Target="../embeddings/oleObject327.bin"/><Relationship Id="rId12" Type="http://schemas.openxmlformats.org/officeDocument/2006/relationships/image" Target="../media/image299.wmf"/><Relationship Id="rId11" Type="http://schemas.openxmlformats.org/officeDocument/2006/relationships/oleObject" Target="../embeddings/oleObject326.bin"/><Relationship Id="rId10" Type="http://schemas.openxmlformats.org/officeDocument/2006/relationships/image" Target="../media/image298.wmf"/><Relationship Id="rId1" Type="http://schemas.openxmlformats.org/officeDocument/2006/relationships/oleObject" Target="../embeddings/oleObject321.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333.bin"/><Relationship Id="rId8" Type="http://schemas.openxmlformats.org/officeDocument/2006/relationships/image" Target="../media/image305.wmf"/><Relationship Id="rId7" Type="http://schemas.openxmlformats.org/officeDocument/2006/relationships/oleObject" Target="../embeddings/oleObject332.bin"/><Relationship Id="rId6" Type="http://schemas.openxmlformats.org/officeDocument/2006/relationships/image" Target="../media/image304.wmf"/><Relationship Id="rId5" Type="http://schemas.openxmlformats.org/officeDocument/2006/relationships/oleObject" Target="../embeddings/oleObject331.bin"/><Relationship Id="rId4" Type="http://schemas.openxmlformats.org/officeDocument/2006/relationships/image" Target="../media/image303.wmf"/><Relationship Id="rId3" Type="http://schemas.openxmlformats.org/officeDocument/2006/relationships/oleObject" Target="../embeddings/oleObject330.bin"/><Relationship Id="rId2" Type="http://schemas.openxmlformats.org/officeDocument/2006/relationships/image" Target="../media/image302.wmf"/><Relationship Id="rId12" Type="http://schemas.openxmlformats.org/officeDocument/2006/relationships/vmlDrawing" Target="../drawings/vmlDrawing36.vml"/><Relationship Id="rId11" Type="http://schemas.openxmlformats.org/officeDocument/2006/relationships/slideLayout" Target="../slideLayouts/slideLayout2.xml"/><Relationship Id="rId10" Type="http://schemas.openxmlformats.org/officeDocument/2006/relationships/image" Target="../media/image306.wmf"/><Relationship Id="rId1" Type="http://schemas.openxmlformats.org/officeDocument/2006/relationships/oleObject" Target="../embeddings/oleObject329.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338.bin"/><Relationship Id="rId8" Type="http://schemas.openxmlformats.org/officeDocument/2006/relationships/image" Target="../media/image310.wmf"/><Relationship Id="rId7" Type="http://schemas.openxmlformats.org/officeDocument/2006/relationships/oleObject" Target="../embeddings/oleObject337.bin"/><Relationship Id="rId6" Type="http://schemas.openxmlformats.org/officeDocument/2006/relationships/image" Target="../media/image309.wmf"/><Relationship Id="rId5" Type="http://schemas.openxmlformats.org/officeDocument/2006/relationships/oleObject" Target="../embeddings/oleObject336.bin"/><Relationship Id="rId4" Type="http://schemas.openxmlformats.org/officeDocument/2006/relationships/image" Target="../media/image308.wmf"/><Relationship Id="rId3" Type="http://schemas.openxmlformats.org/officeDocument/2006/relationships/oleObject" Target="../embeddings/oleObject335.bin"/><Relationship Id="rId2" Type="http://schemas.openxmlformats.org/officeDocument/2006/relationships/image" Target="../media/image307.wmf"/><Relationship Id="rId13" Type="http://schemas.openxmlformats.org/officeDocument/2006/relationships/vmlDrawing" Target="../drawings/vmlDrawing37.vml"/><Relationship Id="rId12" Type="http://schemas.openxmlformats.org/officeDocument/2006/relationships/slideLayout" Target="../slideLayouts/slideLayout2.xml"/><Relationship Id="rId11" Type="http://schemas.openxmlformats.org/officeDocument/2006/relationships/image" Target="../media/image312.png"/><Relationship Id="rId10" Type="http://schemas.openxmlformats.org/officeDocument/2006/relationships/image" Target="../media/image311.wmf"/><Relationship Id="rId1" Type="http://schemas.openxmlformats.org/officeDocument/2006/relationships/oleObject" Target="../embeddings/oleObject334.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343.bin"/><Relationship Id="rId8" Type="http://schemas.openxmlformats.org/officeDocument/2006/relationships/image" Target="../media/image316.wmf"/><Relationship Id="rId7" Type="http://schemas.openxmlformats.org/officeDocument/2006/relationships/oleObject" Target="../embeddings/oleObject342.bin"/><Relationship Id="rId6" Type="http://schemas.openxmlformats.org/officeDocument/2006/relationships/image" Target="../media/image315.wmf"/><Relationship Id="rId5" Type="http://schemas.openxmlformats.org/officeDocument/2006/relationships/oleObject" Target="../embeddings/oleObject341.bin"/><Relationship Id="rId4" Type="http://schemas.openxmlformats.org/officeDocument/2006/relationships/image" Target="../media/image314.wmf"/><Relationship Id="rId3" Type="http://schemas.openxmlformats.org/officeDocument/2006/relationships/oleObject" Target="../embeddings/oleObject340.bin"/><Relationship Id="rId2" Type="http://schemas.openxmlformats.org/officeDocument/2006/relationships/image" Target="../media/image313.wmf"/><Relationship Id="rId14" Type="http://schemas.openxmlformats.org/officeDocument/2006/relationships/vmlDrawing" Target="../drawings/vmlDrawing38.vml"/><Relationship Id="rId13" Type="http://schemas.openxmlformats.org/officeDocument/2006/relationships/slideLayout" Target="../slideLayouts/slideLayout2.xml"/><Relationship Id="rId12" Type="http://schemas.openxmlformats.org/officeDocument/2006/relationships/image" Target="../media/image317.wmf"/><Relationship Id="rId11" Type="http://schemas.openxmlformats.org/officeDocument/2006/relationships/oleObject" Target="../embeddings/oleObject344.bin"/><Relationship Id="rId10" Type="http://schemas.openxmlformats.org/officeDocument/2006/relationships/image" Target="../media/image307.wmf"/><Relationship Id="rId1" Type="http://schemas.openxmlformats.org/officeDocument/2006/relationships/oleObject" Target="../embeddings/oleObject339.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349.bin"/><Relationship Id="rId8" Type="http://schemas.openxmlformats.org/officeDocument/2006/relationships/image" Target="../media/image321.wmf"/><Relationship Id="rId7" Type="http://schemas.openxmlformats.org/officeDocument/2006/relationships/oleObject" Target="../embeddings/oleObject348.bin"/><Relationship Id="rId6" Type="http://schemas.openxmlformats.org/officeDocument/2006/relationships/image" Target="../media/image320.wmf"/><Relationship Id="rId5" Type="http://schemas.openxmlformats.org/officeDocument/2006/relationships/oleObject" Target="../embeddings/oleObject347.bin"/><Relationship Id="rId4" Type="http://schemas.openxmlformats.org/officeDocument/2006/relationships/image" Target="../media/image319.wmf"/><Relationship Id="rId3" Type="http://schemas.openxmlformats.org/officeDocument/2006/relationships/oleObject" Target="../embeddings/oleObject346.bin"/><Relationship Id="rId2" Type="http://schemas.openxmlformats.org/officeDocument/2006/relationships/image" Target="../media/image318.wmf"/><Relationship Id="rId14" Type="http://schemas.openxmlformats.org/officeDocument/2006/relationships/vmlDrawing" Target="../drawings/vmlDrawing39.vml"/><Relationship Id="rId13" Type="http://schemas.openxmlformats.org/officeDocument/2006/relationships/slideLayout" Target="../slideLayouts/slideLayout2.xml"/><Relationship Id="rId12" Type="http://schemas.openxmlformats.org/officeDocument/2006/relationships/image" Target="../media/image323.wmf"/><Relationship Id="rId11" Type="http://schemas.openxmlformats.org/officeDocument/2006/relationships/oleObject" Target="../embeddings/oleObject350.bin"/><Relationship Id="rId10" Type="http://schemas.openxmlformats.org/officeDocument/2006/relationships/image" Target="../media/image322.wmf"/><Relationship Id="rId1" Type="http://schemas.openxmlformats.org/officeDocument/2006/relationships/oleObject" Target="../embeddings/oleObject345.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355.bin"/><Relationship Id="rId8" Type="http://schemas.openxmlformats.org/officeDocument/2006/relationships/image" Target="../media/image325.wmf"/><Relationship Id="rId7" Type="http://schemas.openxmlformats.org/officeDocument/2006/relationships/oleObject" Target="../embeddings/oleObject354.bin"/><Relationship Id="rId6" Type="http://schemas.openxmlformats.org/officeDocument/2006/relationships/image" Target="../media/image320.wmf"/><Relationship Id="rId5" Type="http://schemas.openxmlformats.org/officeDocument/2006/relationships/oleObject" Target="../embeddings/oleObject353.bin"/><Relationship Id="rId4" Type="http://schemas.openxmlformats.org/officeDocument/2006/relationships/image" Target="../media/image323.wmf"/><Relationship Id="rId3" Type="http://schemas.openxmlformats.org/officeDocument/2006/relationships/oleObject" Target="../embeddings/oleObject352.bin"/><Relationship Id="rId2" Type="http://schemas.openxmlformats.org/officeDocument/2006/relationships/image" Target="../media/image324.wmf"/><Relationship Id="rId12" Type="http://schemas.openxmlformats.org/officeDocument/2006/relationships/vmlDrawing" Target="../drawings/vmlDrawing40.vml"/><Relationship Id="rId11" Type="http://schemas.openxmlformats.org/officeDocument/2006/relationships/slideLayout" Target="../slideLayouts/slideLayout2.xml"/><Relationship Id="rId10" Type="http://schemas.openxmlformats.org/officeDocument/2006/relationships/image" Target="../media/image326.wmf"/><Relationship Id="rId1" Type="http://schemas.openxmlformats.org/officeDocument/2006/relationships/oleObject" Target="../embeddings/oleObject351.bin"/></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41.vml"/><Relationship Id="rId7" Type="http://schemas.openxmlformats.org/officeDocument/2006/relationships/slideLayout" Target="../slideLayouts/slideLayout2.xml"/><Relationship Id="rId6" Type="http://schemas.openxmlformats.org/officeDocument/2006/relationships/image" Target="../media/image331.png"/><Relationship Id="rId5" Type="http://schemas.openxmlformats.org/officeDocument/2006/relationships/image" Target="../media/image330.png"/><Relationship Id="rId4" Type="http://schemas.openxmlformats.org/officeDocument/2006/relationships/image" Target="../media/image329.png"/><Relationship Id="rId3" Type="http://schemas.openxmlformats.org/officeDocument/2006/relationships/image" Target="../media/image328.emf"/><Relationship Id="rId2" Type="http://schemas.openxmlformats.org/officeDocument/2006/relationships/oleObject" Target="../embeddings/oleObject356.bin"/><Relationship Id="rId1" Type="http://schemas.openxmlformats.org/officeDocument/2006/relationships/image" Target="../media/image327.png"/></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35.wmf"/><Relationship Id="rId7" Type="http://schemas.openxmlformats.org/officeDocument/2006/relationships/oleObject" Target="../embeddings/oleObject360.bin"/><Relationship Id="rId6" Type="http://schemas.openxmlformats.org/officeDocument/2006/relationships/image" Target="../media/image334.wmf"/><Relationship Id="rId5" Type="http://schemas.openxmlformats.org/officeDocument/2006/relationships/oleObject" Target="../embeddings/oleObject359.bin"/><Relationship Id="rId4" Type="http://schemas.openxmlformats.org/officeDocument/2006/relationships/image" Target="../media/image333.wmf"/><Relationship Id="rId3" Type="http://schemas.openxmlformats.org/officeDocument/2006/relationships/oleObject" Target="../embeddings/oleObject358.bin"/><Relationship Id="rId2" Type="http://schemas.openxmlformats.org/officeDocument/2006/relationships/image" Target="../media/image332.wmf"/><Relationship Id="rId10" Type="http://schemas.openxmlformats.org/officeDocument/2006/relationships/vmlDrawing" Target="../drawings/vmlDrawing42.vml"/><Relationship Id="rId1" Type="http://schemas.openxmlformats.org/officeDocument/2006/relationships/oleObject" Target="../embeddings/oleObject357.bin"/></Relationships>
</file>

<file path=ppt/slides/_rels/slide50.xml.rels><?xml version="1.0" encoding="UTF-8" standalone="yes"?>
<Relationships xmlns="http://schemas.openxmlformats.org/package/2006/relationships"><Relationship Id="rId9" Type="http://schemas.openxmlformats.org/officeDocument/2006/relationships/image" Target="../media/image339.wmf"/><Relationship Id="rId8" Type="http://schemas.openxmlformats.org/officeDocument/2006/relationships/oleObject" Target="../embeddings/oleObject365.bin"/><Relationship Id="rId7" Type="http://schemas.openxmlformats.org/officeDocument/2006/relationships/oleObject" Target="../embeddings/oleObject364.bin"/><Relationship Id="rId6" Type="http://schemas.openxmlformats.org/officeDocument/2006/relationships/image" Target="../media/image338.wmf"/><Relationship Id="rId5" Type="http://schemas.openxmlformats.org/officeDocument/2006/relationships/oleObject" Target="../embeddings/oleObject363.bin"/><Relationship Id="rId4" Type="http://schemas.openxmlformats.org/officeDocument/2006/relationships/image" Target="../media/image337.wmf"/><Relationship Id="rId3" Type="http://schemas.openxmlformats.org/officeDocument/2006/relationships/oleObject" Target="../embeddings/oleObject362.bin"/><Relationship Id="rId2" Type="http://schemas.openxmlformats.org/officeDocument/2006/relationships/image" Target="../media/image336.wmf"/><Relationship Id="rId13" Type="http://schemas.openxmlformats.org/officeDocument/2006/relationships/vmlDrawing" Target="../drawings/vmlDrawing43.vml"/><Relationship Id="rId12" Type="http://schemas.openxmlformats.org/officeDocument/2006/relationships/slideLayout" Target="../slideLayouts/slideLayout2.xml"/><Relationship Id="rId11" Type="http://schemas.openxmlformats.org/officeDocument/2006/relationships/image" Target="../media/image340.wmf"/><Relationship Id="rId10" Type="http://schemas.openxmlformats.org/officeDocument/2006/relationships/oleObject" Target="../embeddings/oleObject366.bin"/><Relationship Id="rId1" Type="http://schemas.openxmlformats.org/officeDocument/2006/relationships/oleObject" Target="../embeddings/oleObject361.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44.wmf"/><Relationship Id="rId7" Type="http://schemas.openxmlformats.org/officeDocument/2006/relationships/oleObject" Target="../embeddings/oleObject370.bin"/><Relationship Id="rId6" Type="http://schemas.openxmlformats.org/officeDocument/2006/relationships/image" Target="../media/image343.wmf"/><Relationship Id="rId5" Type="http://schemas.openxmlformats.org/officeDocument/2006/relationships/oleObject" Target="../embeddings/oleObject369.bin"/><Relationship Id="rId4" Type="http://schemas.openxmlformats.org/officeDocument/2006/relationships/image" Target="../media/image342.wmf"/><Relationship Id="rId3" Type="http://schemas.openxmlformats.org/officeDocument/2006/relationships/oleObject" Target="../embeddings/oleObject368.bin"/><Relationship Id="rId2" Type="http://schemas.openxmlformats.org/officeDocument/2006/relationships/image" Target="../media/image341.wmf"/><Relationship Id="rId10" Type="http://schemas.openxmlformats.org/officeDocument/2006/relationships/vmlDrawing" Target="../drawings/vmlDrawing44.vml"/><Relationship Id="rId1" Type="http://schemas.openxmlformats.org/officeDocument/2006/relationships/oleObject" Target="../embeddings/oleObject367.bin"/></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49.png"/><Relationship Id="rId4" Type="http://schemas.openxmlformats.org/officeDocument/2006/relationships/image" Target="../media/image348.png"/><Relationship Id="rId3" Type="http://schemas.openxmlformats.org/officeDocument/2006/relationships/image" Target="../media/image347.png"/><Relationship Id="rId2" Type="http://schemas.openxmlformats.org/officeDocument/2006/relationships/image" Target="../media/image346.png"/><Relationship Id="rId1" Type="http://schemas.openxmlformats.org/officeDocument/2006/relationships/image" Target="../media/image345.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1.png"/><Relationship Id="rId1" Type="http://schemas.openxmlformats.org/officeDocument/2006/relationships/image" Target="../media/image3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375.bin"/><Relationship Id="rId8" Type="http://schemas.openxmlformats.org/officeDocument/2006/relationships/image" Target="../media/image355.wmf"/><Relationship Id="rId7" Type="http://schemas.openxmlformats.org/officeDocument/2006/relationships/oleObject" Target="../embeddings/oleObject374.bin"/><Relationship Id="rId6" Type="http://schemas.openxmlformats.org/officeDocument/2006/relationships/image" Target="../media/image354.wmf"/><Relationship Id="rId5" Type="http://schemas.openxmlformats.org/officeDocument/2006/relationships/oleObject" Target="../embeddings/oleObject373.bin"/><Relationship Id="rId4" Type="http://schemas.openxmlformats.org/officeDocument/2006/relationships/image" Target="../media/image353.wmf"/><Relationship Id="rId3" Type="http://schemas.openxmlformats.org/officeDocument/2006/relationships/oleObject" Target="../embeddings/oleObject372.bin"/><Relationship Id="rId22" Type="http://schemas.openxmlformats.org/officeDocument/2006/relationships/vmlDrawing" Target="../drawings/vmlDrawing45.vml"/><Relationship Id="rId21" Type="http://schemas.openxmlformats.org/officeDocument/2006/relationships/slideLayout" Target="../slideLayouts/slideLayout2.xml"/><Relationship Id="rId20" Type="http://schemas.openxmlformats.org/officeDocument/2006/relationships/image" Target="../media/image361.wmf"/><Relationship Id="rId2" Type="http://schemas.openxmlformats.org/officeDocument/2006/relationships/image" Target="../media/image352.wmf"/><Relationship Id="rId19" Type="http://schemas.openxmlformats.org/officeDocument/2006/relationships/oleObject" Target="../embeddings/oleObject380.bin"/><Relationship Id="rId18" Type="http://schemas.openxmlformats.org/officeDocument/2006/relationships/image" Target="../media/image360.wmf"/><Relationship Id="rId17" Type="http://schemas.openxmlformats.org/officeDocument/2006/relationships/oleObject" Target="../embeddings/oleObject379.bin"/><Relationship Id="rId16" Type="http://schemas.openxmlformats.org/officeDocument/2006/relationships/image" Target="../media/image359.wmf"/><Relationship Id="rId15" Type="http://schemas.openxmlformats.org/officeDocument/2006/relationships/oleObject" Target="../embeddings/oleObject378.bin"/><Relationship Id="rId14" Type="http://schemas.openxmlformats.org/officeDocument/2006/relationships/image" Target="../media/image358.wmf"/><Relationship Id="rId13" Type="http://schemas.openxmlformats.org/officeDocument/2006/relationships/oleObject" Target="../embeddings/oleObject377.bin"/><Relationship Id="rId12" Type="http://schemas.openxmlformats.org/officeDocument/2006/relationships/image" Target="../media/image357.wmf"/><Relationship Id="rId11" Type="http://schemas.openxmlformats.org/officeDocument/2006/relationships/oleObject" Target="../embeddings/oleObject376.bin"/><Relationship Id="rId10" Type="http://schemas.openxmlformats.org/officeDocument/2006/relationships/image" Target="../media/image356.wmf"/><Relationship Id="rId1" Type="http://schemas.openxmlformats.org/officeDocument/2006/relationships/oleObject" Target="../embeddings/oleObject371.bin"/></Relationships>
</file>

<file path=ppt/slides/_rels/slide57.xml.rels><?xml version="1.0" encoding="UTF-8" standalone="yes"?>
<Relationships xmlns="http://schemas.openxmlformats.org/package/2006/relationships"><Relationship Id="rId9" Type="http://schemas.openxmlformats.org/officeDocument/2006/relationships/vmlDrawing" Target="../drawings/vmlDrawing46.vml"/><Relationship Id="rId8" Type="http://schemas.openxmlformats.org/officeDocument/2006/relationships/slideLayout" Target="../slideLayouts/slideLayout2.xml"/><Relationship Id="rId7" Type="http://schemas.openxmlformats.org/officeDocument/2006/relationships/image" Target="../media/image364.wmf"/><Relationship Id="rId6" Type="http://schemas.openxmlformats.org/officeDocument/2006/relationships/oleObject" Target="../embeddings/oleObject383.bin"/><Relationship Id="rId5" Type="http://schemas.openxmlformats.org/officeDocument/2006/relationships/image" Target="../media/image98.wmf"/><Relationship Id="rId4" Type="http://schemas.openxmlformats.org/officeDocument/2006/relationships/oleObject" Target="../embeddings/oleObject382.bin"/><Relationship Id="rId3" Type="http://schemas.openxmlformats.org/officeDocument/2006/relationships/image" Target="../media/image363.wmf"/><Relationship Id="rId2" Type="http://schemas.openxmlformats.org/officeDocument/2006/relationships/oleObject" Target="../embeddings/oleObject381.bin"/><Relationship Id="rId1" Type="http://schemas.openxmlformats.org/officeDocument/2006/relationships/image" Target="../media/image362.png"/></Relationships>
</file>

<file path=ppt/slides/_rels/slide58.xml.rels><?xml version="1.0" encoding="UTF-8" standalone="yes"?>
<Relationships xmlns="http://schemas.openxmlformats.org/package/2006/relationships"><Relationship Id="rId9" Type="http://schemas.openxmlformats.org/officeDocument/2006/relationships/oleObject" Target="../embeddings/oleObject388.bin"/><Relationship Id="rId8" Type="http://schemas.openxmlformats.org/officeDocument/2006/relationships/image" Target="../media/image368.wmf"/><Relationship Id="rId7" Type="http://schemas.openxmlformats.org/officeDocument/2006/relationships/oleObject" Target="../embeddings/oleObject387.bin"/><Relationship Id="rId6" Type="http://schemas.openxmlformats.org/officeDocument/2006/relationships/image" Target="../media/image367.wmf"/><Relationship Id="rId5" Type="http://schemas.openxmlformats.org/officeDocument/2006/relationships/oleObject" Target="../embeddings/oleObject386.bin"/><Relationship Id="rId4" Type="http://schemas.openxmlformats.org/officeDocument/2006/relationships/image" Target="../media/image366.wmf"/><Relationship Id="rId37" Type="http://schemas.openxmlformats.org/officeDocument/2006/relationships/vmlDrawing" Target="../drawings/vmlDrawing47.vml"/><Relationship Id="rId36" Type="http://schemas.openxmlformats.org/officeDocument/2006/relationships/slideLayout" Target="../slideLayouts/slideLayout2.xml"/><Relationship Id="rId35" Type="http://schemas.openxmlformats.org/officeDocument/2006/relationships/image" Target="../media/image381.wmf"/><Relationship Id="rId34" Type="http://schemas.openxmlformats.org/officeDocument/2006/relationships/oleObject" Target="../embeddings/oleObject401.bin"/><Relationship Id="rId33" Type="http://schemas.openxmlformats.org/officeDocument/2006/relationships/image" Target="../media/image380.wmf"/><Relationship Id="rId32" Type="http://schemas.openxmlformats.org/officeDocument/2006/relationships/oleObject" Target="../embeddings/oleObject400.bin"/><Relationship Id="rId31" Type="http://schemas.openxmlformats.org/officeDocument/2006/relationships/image" Target="../media/image379.wmf"/><Relationship Id="rId30" Type="http://schemas.openxmlformats.org/officeDocument/2006/relationships/oleObject" Target="../embeddings/oleObject399.bin"/><Relationship Id="rId3" Type="http://schemas.openxmlformats.org/officeDocument/2006/relationships/oleObject" Target="../embeddings/oleObject385.bin"/><Relationship Id="rId29" Type="http://schemas.openxmlformats.org/officeDocument/2006/relationships/image" Target="../media/image378.wmf"/><Relationship Id="rId28" Type="http://schemas.openxmlformats.org/officeDocument/2006/relationships/oleObject" Target="../embeddings/oleObject398.bin"/><Relationship Id="rId27" Type="http://schemas.openxmlformats.org/officeDocument/2006/relationships/image" Target="../media/image377.wmf"/><Relationship Id="rId26" Type="http://schemas.openxmlformats.org/officeDocument/2006/relationships/oleObject" Target="../embeddings/oleObject397.bin"/><Relationship Id="rId25" Type="http://schemas.openxmlformats.org/officeDocument/2006/relationships/image" Target="../media/image376.wmf"/><Relationship Id="rId24" Type="http://schemas.openxmlformats.org/officeDocument/2006/relationships/oleObject" Target="../embeddings/oleObject396.bin"/><Relationship Id="rId23" Type="http://schemas.openxmlformats.org/officeDocument/2006/relationships/image" Target="../media/image375.wmf"/><Relationship Id="rId22" Type="http://schemas.openxmlformats.org/officeDocument/2006/relationships/oleObject" Target="../embeddings/oleObject395.bin"/><Relationship Id="rId21" Type="http://schemas.openxmlformats.org/officeDocument/2006/relationships/image" Target="../media/image374.wmf"/><Relationship Id="rId20" Type="http://schemas.openxmlformats.org/officeDocument/2006/relationships/oleObject" Target="../embeddings/oleObject394.bin"/><Relationship Id="rId2" Type="http://schemas.openxmlformats.org/officeDocument/2006/relationships/image" Target="../media/image365.wmf"/><Relationship Id="rId19" Type="http://schemas.openxmlformats.org/officeDocument/2006/relationships/oleObject" Target="../embeddings/oleObject393.bin"/><Relationship Id="rId18" Type="http://schemas.openxmlformats.org/officeDocument/2006/relationships/image" Target="../media/image373.wmf"/><Relationship Id="rId17" Type="http://schemas.openxmlformats.org/officeDocument/2006/relationships/oleObject" Target="../embeddings/oleObject392.bin"/><Relationship Id="rId16" Type="http://schemas.openxmlformats.org/officeDocument/2006/relationships/image" Target="../media/image372.wmf"/><Relationship Id="rId15" Type="http://schemas.openxmlformats.org/officeDocument/2006/relationships/oleObject" Target="../embeddings/oleObject391.bin"/><Relationship Id="rId14" Type="http://schemas.openxmlformats.org/officeDocument/2006/relationships/image" Target="../media/image371.wmf"/><Relationship Id="rId13" Type="http://schemas.openxmlformats.org/officeDocument/2006/relationships/oleObject" Target="../embeddings/oleObject390.bin"/><Relationship Id="rId12" Type="http://schemas.openxmlformats.org/officeDocument/2006/relationships/image" Target="../media/image370.wmf"/><Relationship Id="rId11" Type="http://schemas.openxmlformats.org/officeDocument/2006/relationships/oleObject" Target="../embeddings/oleObject389.bin"/><Relationship Id="rId10" Type="http://schemas.openxmlformats.org/officeDocument/2006/relationships/image" Target="../media/image369.wmf"/><Relationship Id="rId1" Type="http://schemas.openxmlformats.org/officeDocument/2006/relationships/oleObject" Target="../embeddings/oleObject384.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406.bin"/><Relationship Id="rId8" Type="http://schemas.openxmlformats.org/officeDocument/2006/relationships/image" Target="../media/image374.wmf"/><Relationship Id="rId7" Type="http://schemas.openxmlformats.org/officeDocument/2006/relationships/oleObject" Target="../embeddings/oleObject405.bin"/><Relationship Id="rId6" Type="http://schemas.openxmlformats.org/officeDocument/2006/relationships/image" Target="../media/image367.wmf"/><Relationship Id="rId5" Type="http://schemas.openxmlformats.org/officeDocument/2006/relationships/oleObject" Target="../embeddings/oleObject404.bin"/><Relationship Id="rId4" Type="http://schemas.openxmlformats.org/officeDocument/2006/relationships/image" Target="../media/image383.wmf"/><Relationship Id="rId3" Type="http://schemas.openxmlformats.org/officeDocument/2006/relationships/oleObject" Target="../embeddings/oleObject403.bin"/><Relationship Id="rId2" Type="http://schemas.openxmlformats.org/officeDocument/2006/relationships/image" Target="../media/image382.wmf"/><Relationship Id="rId14" Type="http://schemas.openxmlformats.org/officeDocument/2006/relationships/vmlDrawing" Target="../drawings/vmlDrawing48.vml"/><Relationship Id="rId13" Type="http://schemas.openxmlformats.org/officeDocument/2006/relationships/slideLayout" Target="../slideLayouts/slideLayout2.xml"/><Relationship Id="rId12" Type="http://schemas.openxmlformats.org/officeDocument/2006/relationships/image" Target="../media/image384.wmf"/><Relationship Id="rId11" Type="http://schemas.openxmlformats.org/officeDocument/2006/relationships/oleObject" Target="../embeddings/oleObject407.bin"/><Relationship Id="rId10" Type="http://schemas.openxmlformats.org/officeDocument/2006/relationships/image" Target="../media/image375.wmf"/><Relationship Id="rId1" Type="http://schemas.openxmlformats.org/officeDocument/2006/relationships/oleObject" Target="../embeddings/oleObject402.bin"/></Relationships>
</file>

<file path=ppt/slides/_rels/slide60.xml.rels><?xml version="1.0" encoding="UTF-8" standalone="yes"?>
<Relationships xmlns="http://schemas.openxmlformats.org/package/2006/relationships"><Relationship Id="rId9" Type="http://schemas.openxmlformats.org/officeDocument/2006/relationships/oleObject" Target="../embeddings/oleObject412.bin"/><Relationship Id="rId8" Type="http://schemas.openxmlformats.org/officeDocument/2006/relationships/image" Target="../media/image368.wmf"/><Relationship Id="rId7" Type="http://schemas.openxmlformats.org/officeDocument/2006/relationships/oleObject" Target="../embeddings/oleObject411.bin"/><Relationship Id="rId6" Type="http://schemas.openxmlformats.org/officeDocument/2006/relationships/image" Target="../media/image369.wmf"/><Relationship Id="rId5" Type="http://schemas.openxmlformats.org/officeDocument/2006/relationships/oleObject" Target="../embeddings/oleObject410.bin"/><Relationship Id="rId4" Type="http://schemas.openxmlformats.org/officeDocument/2006/relationships/image" Target="../media/image386.wmf"/><Relationship Id="rId3" Type="http://schemas.openxmlformats.org/officeDocument/2006/relationships/oleObject" Target="../embeddings/oleObject409.bin"/><Relationship Id="rId2" Type="http://schemas.openxmlformats.org/officeDocument/2006/relationships/image" Target="../media/image385.wmf"/><Relationship Id="rId16" Type="http://schemas.openxmlformats.org/officeDocument/2006/relationships/vmlDrawing" Target="../drawings/vmlDrawing49.vml"/><Relationship Id="rId15" Type="http://schemas.openxmlformats.org/officeDocument/2006/relationships/slideLayout" Target="../slideLayouts/slideLayout2.xml"/><Relationship Id="rId14" Type="http://schemas.openxmlformats.org/officeDocument/2006/relationships/image" Target="../media/image389.wmf"/><Relationship Id="rId13" Type="http://schemas.openxmlformats.org/officeDocument/2006/relationships/oleObject" Target="../embeddings/oleObject414.bin"/><Relationship Id="rId12" Type="http://schemas.openxmlformats.org/officeDocument/2006/relationships/image" Target="../media/image388.wmf"/><Relationship Id="rId11" Type="http://schemas.openxmlformats.org/officeDocument/2006/relationships/oleObject" Target="../embeddings/oleObject413.bin"/><Relationship Id="rId10" Type="http://schemas.openxmlformats.org/officeDocument/2006/relationships/image" Target="../media/image387.wmf"/><Relationship Id="rId1" Type="http://schemas.openxmlformats.org/officeDocument/2006/relationships/oleObject" Target="../embeddings/oleObject408.bin"/></Relationships>
</file>

<file path=ppt/slides/_rels/slide61.xml.rels><?xml version="1.0" encoding="UTF-8" standalone="yes"?>
<Relationships xmlns="http://schemas.openxmlformats.org/package/2006/relationships"><Relationship Id="rId9" Type="http://schemas.openxmlformats.org/officeDocument/2006/relationships/oleObject" Target="../embeddings/oleObject419.bin"/><Relationship Id="rId8" Type="http://schemas.openxmlformats.org/officeDocument/2006/relationships/image" Target="../media/image393.wmf"/><Relationship Id="rId7" Type="http://schemas.openxmlformats.org/officeDocument/2006/relationships/oleObject" Target="../embeddings/oleObject418.bin"/><Relationship Id="rId6" Type="http://schemas.openxmlformats.org/officeDocument/2006/relationships/image" Target="../media/image392.wmf"/><Relationship Id="rId5" Type="http://schemas.openxmlformats.org/officeDocument/2006/relationships/oleObject" Target="../embeddings/oleObject417.bin"/><Relationship Id="rId4" Type="http://schemas.openxmlformats.org/officeDocument/2006/relationships/image" Target="../media/image391.wmf"/><Relationship Id="rId3" Type="http://schemas.openxmlformats.org/officeDocument/2006/relationships/oleObject" Target="../embeddings/oleObject416.bin"/><Relationship Id="rId24" Type="http://schemas.openxmlformats.org/officeDocument/2006/relationships/vmlDrawing" Target="../drawings/vmlDrawing50.vml"/><Relationship Id="rId23" Type="http://schemas.openxmlformats.org/officeDocument/2006/relationships/slideLayout" Target="../slideLayouts/slideLayout2.xml"/><Relationship Id="rId22" Type="http://schemas.openxmlformats.org/officeDocument/2006/relationships/image" Target="../media/image400.wmf"/><Relationship Id="rId21" Type="http://schemas.openxmlformats.org/officeDocument/2006/relationships/oleObject" Target="../embeddings/oleObject425.bin"/><Relationship Id="rId20" Type="http://schemas.openxmlformats.org/officeDocument/2006/relationships/image" Target="../media/image399.wmf"/><Relationship Id="rId2" Type="http://schemas.openxmlformats.org/officeDocument/2006/relationships/image" Target="../media/image390.wmf"/><Relationship Id="rId19" Type="http://schemas.openxmlformats.org/officeDocument/2006/relationships/oleObject" Target="../embeddings/oleObject424.bin"/><Relationship Id="rId18" Type="http://schemas.openxmlformats.org/officeDocument/2006/relationships/image" Target="../media/image398.wmf"/><Relationship Id="rId17" Type="http://schemas.openxmlformats.org/officeDocument/2006/relationships/oleObject" Target="../embeddings/oleObject423.bin"/><Relationship Id="rId16" Type="http://schemas.openxmlformats.org/officeDocument/2006/relationships/image" Target="../media/image397.wmf"/><Relationship Id="rId15" Type="http://schemas.openxmlformats.org/officeDocument/2006/relationships/oleObject" Target="../embeddings/oleObject422.bin"/><Relationship Id="rId14" Type="http://schemas.openxmlformats.org/officeDocument/2006/relationships/image" Target="../media/image396.wmf"/><Relationship Id="rId13" Type="http://schemas.openxmlformats.org/officeDocument/2006/relationships/oleObject" Target="../embeddings/oleObject421.bin"/><Relationship Id="rId12" Type="http://schemas.openxmlformats.org/officeDocument/2006/relationships/image" Target="../media/image395.wmf"/><Relationship Id="rId11" Type="http://schemas.openxmlformats.org/officeDocument/2006/relationships/oleObject" Target="../embeddings/oleObject420.bin"/><Relationship Id="rId10" Type="http://schemas.openxmlformats.org/officeDocument/2006/relationships/image" Target="../media/image394.wmf"/><Relationship Id="rId1" Type="http://schemas.openxmlformats.org/officeDocument/2006/relationships/oleObject" Target="../embeddings/oleObject415.bin"/></Relationships>
</file>

<file path=ppt/slides/_rels/slide62.xml.rels><?xml version="1.0" encoding="UTF-8" standalone="yes"?>
<Relationships xmlns="http://schemas.openxmlformats.org/package/2006/relationships"><Relationship Id="rId8" Type="http://schemas.openxmlformats.org/officeDocument/2006/relationships/vmlDrawing" Target="../drawings/vmlDrawing51.vml"/><Relationship Id="rId7" Type="http://schemas.openxmlformats.org/officeDocument/2006/relationships/slideLayout" Target="../slideLayouts/slideLayout2.xml"/><Relationship Id="rId6" Type="http://schemas.openxmlformats.org/officeDocument/2006/relationships/image" Target="../media/image403.wmf"/><Relationship Id="rId5" Type="http://schemas.openxmlformats.org/officeDocument/2006/relationships/oleObject" Target="../embeddings/oleObject428.bin"/><Relationship Id="rId4" Type="http://schemas.openxmlformats.org/officeDocument/2006/relationships/image" Target="../media/image402.wmf"/><Relationship Id="rId3" Type="http://schemas.openxmlformats.org/officeDocument/2006/relationships/oleObject" Target="../embeddings/oleObject427.bin"/><Relationship Id="rId2" Type="http://schemas.openxmlformats.org/officeDocument/2006/relationships/image" Target="../media/image401.wmf"/><Relationship Id="rId1" Type="http://schemas.openxmlformats.org/officeDocument/2006/relationships/oleObject" Target="../embeddings/oleObject426.bin"/></Relationships>
</file>

<file path=ppt/slides/_rels/slide63.xml.rels><?xml version="1.0" encoding="UTF-8" standalone="yes"?>
<Relationships xmlns="http://schemas.openxmlformats.org/package/2006/relationships"><Relationship Id="rId8" Type="http://schemas.openxmlformats.org/officeDocument/2006/relationships/vmlDrawing" Target="../drawings/vmlDrawing52.vml"/><Relationship Id="rId7" Type="http://schemas.openxmlformats.org/officeDocument/2006/relationships/slideLayout" Target="../slideLayouts/slideLayout2.xml"/><Relationship Id="rId6" Type="http://schemas.openxmlformats.org/officeDocument/2006/relationships/image" Target="../media/image406.wmf"/><Relationship Id="rId5" Type="http://schemas.openxmlformats.org/officeDocument/2006/relationships/oleObject" Target="../embeddings/oleObject431.bin"/><Relationship Id="rId4" Type="http://schemas.openxmlformats.org/officeDocument/2006/relationships/image" Target="../media/image405.wmf"/><Relationship Id="rId3" Type="http://schemas.openxmlformats.org/officeDocument/2006/relationships/oleObject" Target="../embeddings/oleObject430.bin"/><Relationship Id="rId2" Type="http://schemas.openxmlformats.org/officeDocument/2006/relationships/image" Target="../media/image404.wmf"/><Relationship Id="rId1" Type="http://schemas.openxmlformats.org/officeDocument/2006/relationships/oleObject" Target="../embeddings/oleObject429.bin"/></Relationships>
</file>

<file path=ppt/slides/_rels/slide64.xml.rels><?xml version="1.0" encoding="UTF-8" standalone="yes"?>
<Relationships xmlns="http://schemas.openxmlformats.org/package/2006/relationships"><Relationship Id="rId8" Type="http://schemas.openxmlformats.org/officeDocument/2006/relationships/vmlDrawing" Target="../drawings/vmlDrawing53.vml"/><Relationship Id="rId7" Type="http://schemas.openxmlformats.org/officeDocument/2006/relationships/slideLayout" Target="../slideLayouts/slideLayout2.xml"/><Relationship Id="rId6" Type="http://schemas.openxmlformats.org/officeDocument/2006/relationships/image" Target="../media/image409.wmf"/><Relationship Id="rId5" Type="http://schemas.openxmlformats.org/officeDocument/2006/relationships/oleObject" Target="../embeddings/oleObject434.bin"/><Relationship Id="rId4" Type="http://schemas.openxmlformats.org/officeDocument/2006/relationships/image" Target="../media/image408.wmf"/><Relationship Id="rId3" Type="http://schemas.openxmlformats.org/officeDocument/2006/relationships/oleObject" Target="../embeddings/oleObject433.bin"/><Relationship Id="rId2" Type="http://schemas.openxmlformats.org/officeDocument/2006/relationships/image" Target="../media/image407.wmf"/><Relationship Id="rId1" Type="http://schemas.openxmlformats.org/officeDocument/2006/relationships/oleObject" Target="../embeddings/oleObject432.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ctrTitle"/>
          </p:nvPr>
        </p:nvSpPr>
        <p:spPr/>
        <p:txBody>
          <a:bodyPr/>
          <a:lstStyle/>
          <a:p>
            <a:r>
              <a:rPr lang="zh-CN" altLang="en-US"/>
              <a:t>第四章   连续时间傅里叶变换</a:t>
            </a:r>
            <a:endParaRPr lang="zh-CN" altLang="en-US"/>
          </a:p>
        </p:txBody>
      </p:sp>
      <p:sp>
        <p:nvSpPr>
          <p:cNvPr id="3" name="副标题 2"/>
          <p:cNvSpPr>
            <a:spLocks noGrp="1"/>
          </p:cNvSpPr>
          <p:nvPr>
            <p:ph type="subTitle" idx="1"/>
          </p:nvPr>
        </p:nvSpPr>
        <p:spPr/>
        <p:txBody>
          <a:bodyPr/>
          <a:lstStyle/>
          <a:p>
            <a:pPr>
              <a:defRPr/>
            </a:pPr>
            <a:r>
              <a:rPr lang="en-US" altLang="zh-CN" dirty="0"/>
              <a:t>The Continuous-Time Fourier Transform</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F2319FD-F603-42DF-BCC6-D12260EFB0A4}"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en-US" altLang="zh-CN"/>
              <a:t>4.0  </a:t>
            </a:r>
            <a:r>
              <a:rPr lang="zh-CN" altLang="en-US"/>
              <a:t>引言</a:t>
            </a:r>
            <a:endParaRPr lang="zh-CN" altLang="en-US"/>
          </a:p>
        </p:txBody>
      </p:sp>
      <p:sp>
        <p:nvSpPr>
          <p:cNvPr id="3" name="内容占位符 2"/>
          <p:cNvSpPr>
            <a:spLocks noGrp="1"/>
          </p:cNvSpPr>
          <p:nvPr>
            <p:ph idx="1"/>
          </p:nvPr>
        </p:nvSpPr>
        <p:spPr/>
        <p:txBody>
          <a:bodyPr/>
          <a:lstStyle/>
          <a:p>
            <a:pPr algn="just">
              <a:lnSpc>
                <a:spcPct val="150000"/>
              </a:lnSpc>
              <a:spcBef>
                <a:spcPts val="0"/>
              </a:spcBef>
              <a:spcAft>
                <a:spcPts val="600"/>
              </a:spcAft>
            </a:pPr>
            <a:r>
              <a:rPr lang="zh-CN" altLang="en-US" sz="2800" b="0" dirty="0"/>
              <a:t>实际应用中相当广泛的信号非周期，那么</a:t>
            </a:r>
            <a:r>
              <a:rPr lang="en-US" altLang="zh-CN" sz="2800" b="0" dirty="0"/>
              <a:t>——</a:t>
            </a:r>
            <a:endParaRPr lang="en-US" altLang="zh-CN" sz="2800" b="0" dirty="0"/>
          </a:p>
          <a:p>
            <a:pPr lvl="1" algn="just">
              <a:lnSpc>
                <a:spcPct val="150000"/>
              </a:lnSpc>
              <a:spcBef>
                <a:spcPts val="0"/>
              </a:spcBef>
              <a:spcAft>
                <a:spcPts val="600"/>
              </a:spcAft>
            </a:pPr>
            <a:r>
              <a:rPr lang="zh-CN" altLang="en-US" b="0" dirty="0">
                <a:solidFill>
                  <a:srgbClr val="FF0000"/>
                </a:solidFill>
              </a:rPr>
              <a:t>非周期信号的频谱分解形式是怎样的？</a:t>
            </a:r>
            <a:endParaRPr lang="en-US" altLang="zh-CN" b="0" dirty="0">
              <a:solidFill>
                <a:srgbClr val="FF0000"/>
              </a:solidFill>
            </a:endParaRPr>
          </a:p>
          <a:p>
            <a:pPr lvl="1" algn="just">
              <a:lnSpc>
                <a:spcPct val="150000"/>
              </a:lnSpc>
              <a:spcBef>
                <a:spcPts val="0"/>
              </a:spcBef>
              <a:spcAft>
                <a:spcPts val="600"/>
              </a:spcAft>
            </a:pPr>
            <a:r>
              <a:rPr lang="zh-CN" altLang="en-US" b="0" dirty="0">
                <a:solidFill>
                  <a:srgbClr val="FF0000"/>
                </a:solidFill>
              </a:rPr>
              <a:t>如何求得</a:t>
            </a:r>
            <a:r>
              <a:rPr lang="en-US" altLang="zh-CN" b="0" dirty="0">
                <a:solidFill>
                  <a:srgbClr val="FF0000"/>
                </a:solidFill>
              </a:rPr>
              <a:t>LTI</a:t>
            </a:r>
            <a:r>
              <a:rPr lang="zh-CN" altLang="en-US" b="0" dirty="0">
                <a:solidFill>
                  <a:srgbClr val="FF0000"/>
                </a:solidFill>
              </a:rPr>
              <a:t>系统对非周期信号的响应？</a:t>
            </a:r>
            <a:endParaRPr lang="en-US" altLang="zh-CN" b="0" dirty="0">
              <a:solidFill>
                <a:srgbClr val="FF0000"/>
              </a:solidFill>
            </a:endParaRPr>
          </a:p>
          <a:p>
            <a:pPr algn="just">
              <a:lnSpc>
                <a:spcPct val="150000"/>
              </a:lnSpc>
              <a:spcBef>
                <a:spcPts val="0"/>
              </a:spcBef>
              <a:spcAft>
                <a:spcPts val="600"/>
              </a:spcAft>
            </a:pPr>
            <a:r>
              <a:rPr lang="zh-CN" altLang="en-US" sz="2800" b="0" dirty="0"/>
              <a:t>思路：对非周期信号进行周期性延拓，考查该周期延拓信号在基波周期趋于无穷大时所对应连续时间傅里叶级数的变化。</a:t>
            </a:r>
            <a:endParaRPr lang="zh-CN" altLang="en-US" sz="28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0DDC343-DE12-43F6-8A64-BC223667449D}"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6"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sz="3200" dirty="0"/>
          </a:p>
        </p:txBody>
      </p:sp>
      <p:sp>
        <p:nvSpPr>
          <p:cNvPr id="3087" name="内容占位符 2"/>
          <p:cNvSpPr>
            <a:spLocks noGrp="1"/>
          </p:cNvSpPr>
          <p:nvPr>
            <p:ph idx="1"/>
          </p:nvPr>
        </p:nvSpPr>
        <p:spPr/>
        <p:txBody>
          <a:bodyPr/>
          <a:lstStyle/>
          <a:p>
            <a:r>
              <a:rPr lang="zh-CN" altLang="en-US" sz="2800" b="0"/>
              <a:t>一</a:t>
            </a:r>
            <a:r>
              <a:rPr lang="en-US" altLang="zh-CN" sz="2800" b="0"/>
              <a:t>. </a:t>
            </a:r>
            <a:r>
              <a:rPr lang="zh-CN" altLang="en-US" sz="2800" b="0"/>
              <a:t>从傅里叶级数到傅里叶变换</a:t>
            </a:r>
            <a:endParaRPr lang="en-US" altLang="zh-CN" sz="2800" b="0"/>
          </a:p>
          <a:p>
            <a:pPr lvl="1"/>
            <a:r>
              <a:rPr lang="zh-CN" altLang="en-US" sz="2400" b="0"/>
              <a:t>周期方波在基波周期趋于无穷时的变化</a:t>
            </a:r>
            <a:endParaRPr lang="zh-CN" altLang="en-US" sz="2400"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A99AA74-6E1C-4B16-B305-F188815312DA}"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3089" name="Group 10"/>
          <p:cNvGrpSpPr/>
          <p:nvPr/>
        </p:nvGrpSpPr>
        <p:grpSpPr bwMode="auto">
          <a:xfrm>
            <a:off x="1600200" y="2409825"/>
            <a:ext cx="6248400" cy="1733550"/>
            <a:chOff x="1008" y="864"/>
            <a:chExt cx="3936" cy="1092"/>
          </a:xfrm>
        </p:grpSpPr>
        <p:graphicFrame>
          <p:nvGraphicFramePr>
            <p:cNvPr id="3078" name="Object 2"/>
            <p:cNvGraphicFramePr>
              <a:graphicFrameLocks noChangeAspect="1"/>
            </p:cNvGraphicFramePr>
            <p:nvPr/>
          </p:nvGraphicFramePr>
          <p:xfrm>
            <a:off x="1056" y="864"/>
            <a:ext cx="3774" cy="1092"/>
          </p:xfrm>
          <a:graphic>
            <a:graphicData uri="http://schemas.openxmlformats.org/presentationml/2006/ole">
              <mc:AlternateContent xmlns:mc="http://schemas.openxmlformats.org/markup-compatibility/2006">
                <mc:Choice xmlns:v="urn:schemas-microsoft-com:vml" Requires="v">
                  <p:oleObj spid="_x0000_s2770" name="位图图像" r:id="rId1" imgW="5991225" imgH="1733550" progId="Paint.Picture">
                    <p:embed/>
                  </p:oleObj>
                </mc:Choice>
                <mc:Fallback>
                  <p:oleObj name="位图图像" r:id="rId1" imgW="5991225" imgH="1733550"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 y="864"/>
                          <a:ext cx="3774"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9" name="Object 3"/>
            <p:cNvGraphicFramePr>
              <a:graphicFrameLocks noChangeAspect="1"/>
            </p:cNvGraphicFramePr>
            <p:nvPr/>
          </p:nvGraphicFramePr>
          <p:xfrm>
            <a:off x="2781" y="1200"/>
            <a:ext cx="86" cy="161"/>
          </p:xfrm>
          <a:graphic>
            <a:graphicData uri="http://schemas.openxmlformats.org/presentationml/2006/ole">
              <mc:AlternateContent xmlns:mc="http://schemas.openxmlformats.org/markup-compatibility/2006">
                <mc:Choice xmlns:v="urn:schemas-microsoft-com:vml" Requires="v">
                  <p:oleObj spid="_x0000_s2771" name="Equation" r:id="rId3" imgW="88900" imgH="164465" progId="Equation.DSMT4">
                    <p:embed/>
                  </p:oleObj>
                </mc:Choice>
                <mc:Fallback>
                  <p:oleObj name="Equation" r:id="rId3" imgW="88900" imgH="164465"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1" y="1200"/>
                          <a:ext cx="86" cy="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0" name="Object 4"/>
            <p:cNvGraphicFramePr>
              <a:graphicFrameLocks noChangeAspect="1"/>
            </p:cNvGraphicFramePr>
            <p:nvPr/>
          </p:nvGraphicFramePr>
          <p:xfrm>
            <a:off x="3553" y="1717"/>
            <a:ext cx="165" cy="196"/>
          </p:xfrm>
          <a:graphic>
            <a:graphicData uri="http://schemas.openxmlformats.org/presentationml/2006/ole">
              <mc:AlternateContent xmlns:mc="http://schemas.openxmlformats.org/markup-compatibility/2006">
                <mc:Choice xmlns:v="urn:schemas-microsoft-com:vml" Requires="v">
                  <p:oleObj spid="_x0000_s2772" name="Equation" r:id="rId5" imgW="139700" imgH="165100" progId="Equation.DSMT4">
                    <p:embed/>
                  </p:oleObj>
                </mc:Choice>
                <mc:Fallback>
                  <p:oleObj name="Equation" r:id="rId5" imgW="139700" imgH="1651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3" y="1717"/>
                          <a:ext cx="16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1" name="Object 5"/>
            <p:cNvGraphicFramePr>
              <a:graphicFrameLocks noChangeAspect="1"/>
            </p:cNvGraphicFramePr>
            <p:nvPr/>
          </p:nvGraphicFramePr>
          <p:xfrm>
            <a:off x="2070" y="1715"/>
            <a:ext cx="256" cy="185"/>
          </p:xfrm>
          <a:graphic>
            <a:graphicData uri="http://schemas.openxmlformats.org/presentationml/2006/ole">
              <mc:AlternateContent xmlns:mc="http://schemas.openxmlformats.org/markup-compatibility/2006">
                <mc:Choice xmlns:v="urn:schemas-microsoft-com:vml" Requires="v">
                  <p:oleObj spid="_x0000_s2773" name="Equation" r:id="rId7" imgW="228600" imgH="165100" progId="Equation.DSMT4">
                    <p:embed/>
                  </p:oleObj>
                </mc:Choice>
                <mc:Fallback>
                  <p:oleObj name="Equation" r:id="rId7" imgW="228600" imgH="1651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0" y="1715"/>
                          <a:ext cx="256"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2" name="Object 6"/>
            <p:cNvGraphicFramePr>
              <a:graphicFrameLocks noChangeAspect="1"/>
            </p:cNvGraphicFramePr>
            <p:nvPr/>
          </p:nvGraphicFramePr>
          <p:xfrm>
            <a:off x="4800" y="1437"/>
            <a:ext cx="123" cy="210"/>
          </p:xfrm>
          <a:graphic>
            <a:graphicData uri="http://schemas.openxmlformats.org/presentationml/2006/ole">
              <mc:AlternateContent xmlns:mc="http://schemas.openxmlformats.org/markup-compatibility/2006">
                <mc:Choice xmlns:v="urn:schemas-microsoft-com:vml" Requires="v">
                  <p:oleObj spid="_x0000_s2774" name="Equation" r:id="rId9" imgW="88900" imgH="152400" progId="Equation.DSMT4">
                    <p:embed/>
                  </p:oleObj>
                </mc:Choice>
                <mc:Fallback>
                  <p:oleObj name="Equation" r:id="rId9" imgW="88900" imgH="1524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 y="1437"/>
                          <a:ext cx="123"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3" name="Object 7"/>
            <p:cNvGraphicFramePr>
              <a:graphicFrameLocks noChangeAspect="1"/>
            </p:cNvGraphicFramePr>
            <p:nvPr/>
          </p:nvGraphicFramePr>
          <p:xfrm>
            <a:off x="2976" y="912"/>
            <a:ext cx="339" cy="247"/>
          </p:xfrm>
          <a:graphic>
            <a:graphicData uri="http://schemas.openxmlformats.org/presentationml/2006/ole">
              <mc:AlternateContent xmlns:mc="http://schemas.openxmlformats.org/markup-compatibility/2006">
                <mc:Choice xmlns:v="urn:schemas-microsoft-com:vml" Requires="v">
                  <p:oleObj spid="_x0000_s2775" name="Equation" r:id="rId11" imgW="279400" imgH="203200" progId="Equation.DSMT4">
                    <p:embed/>
                  </p:oleObj>
                </mc:Choice>
                <mc:Fallback>
                  <p:oleObj name="Equation" r:id="rId11" imgW="279400" imgH="203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6" y="912"/>
                          <a:ext cx="339"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91" name="Line 17"/>
            <p:cNvSpPr>
              <a:spLocks noChangeShapeType="1"/>
            </p:cNvSpPr>
            <p:nvPr/>
          </p:nvSpPr>
          <p:spPr bwMode="auto">
            <a:xfrm>
              <a:off x="1056" y="1662"/>
              <a:ext cx="3888"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92" name="Line 18"/>
            <p:cNvSpPr>
              <a:spLocks noChangeShapeType="1"/>
            </p:cNvSpPr>
            <p:nvPr/>
          </p:nvSpPr>
          <p:spPr bwMode="auto">
            <a:xfrm flipV="1">
              <a:off x="2898" y="981"/>
              <a:ext cx="0" cy="672"/>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3084" name="Object 8"/>
            <p:cNvGraphicFramePr>
              <a:graphicFrameLocks noChangeAspect="1"/>
            </p:cNvGraphicFramePr>
            <p:nvPr/>
          </p:nvGraphicFramePr>
          <p:xfrm>
            <a:off x="1008" y="1440"/>
            <a:ext cx="288" cy="128"/>
          </p:xfrm>
          <a:graphic>
            <a:graphicData uri="http://schemas.openxmlformats.org/presentationml/2006/ole">
              <mc:AlternateContent xmlns:mc="http://schemas.openxmlformats.org/markup-compatibility/2006">
                <mc:Choice xmlns:v="urn:schemas-microsoft-com:vml" Requires="v">
                  <p:oleObj spid="_x0000_s2776" name="Equation" r:id="rId13" imgW="228600" imgH="101600" progId="Equation.DSMT4">
                    <p:embed/>
                  </p:oleObj>
                </mc:Choice>
                <mc:Fallback>
                  <p:oleObj name="Equation" r:id="rId13" imgW="228600" imgH="1016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8" y="1440"/>
                          <a:ext cx="288" cy="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85" name="Object 9"/>
            <p:cNvGraphicFramePr>
              <a:graphicFrameLocks noChangeAspect="1"/>
            </p:cNvGraphicFramePr>
            <p:nvPr/>
          </p:nvGraphicFramePr>
          <p:xfrm>
            <a:off x="4464" y="1440"/>
            <a:ext cx="288" cy="128"/>
          </p:xfrm>
          <a:graphic>
            <a:graphicData uri="http://schemas.openxmlformats.org/presentationml/2006/ole">
              <mc:AlternateContent xmlns:mc="http://schemas.openxmlformats.org/markup-compatibility/2006">
                <mc:Choice xmlns:v="urn:schemas-microsoft-com:vml" Requires="v">
                  <p:oleObj spid="_x0000_s2777" name="Equation" r:id="rId15" imgW="228600" imgH="101600" progId="Equation.DSMT4">
                    <p:embed/>
                  </p:oleObj>
                </mc:Choice>
                <mc:Fallback>
                  <p:oleObj name="Equation" r:id="rId15" imgW="228600" imgH="101600"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64" y="1440"/>
                          <a:ext cx="288" cy="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7" name="Object 11"/>
          <p:cNvGraphicFramePr>
            <a:graphicFrameLocks noChangeAspect="1"/>
          </p:cNvGraphicFramePr>
          <p:nvPr/>
        </p:nvGraphicFramePr>
        <p:xfrm>
          <a:off x="4214813" y="4286250"/>
          <a:ext cx="2138362" cy="792163"/>
        </p:xfrm>
        <a:graphic>
          <a:graphicData uri="http://schemas.openxmlformats.org/presentationml/2006/ole">
            <mc:AlternateContent xmlns:mc="http://schemas.openxmlformats.org/markup-compatibility/2006">
              <mc:Choice xmlns:v="urn:schemas-microsoft-com:vml" Requires="v">
                <p:oleObj spid="_x0000_s2778" name="Equation" r:id="rId16" imgW="989965" imgH="393700" progId="Equation.DSMT4">
                  <p:embed/>
                </p:oleObj>
              </mc:Choice>
              <mc:Fallback>
                <p:oleObj name="Equation" r:id="rId16" imgW="989965" imgH="393700" progId="Equation.DSMT4">
                  <p:embed/>
                  <p:pic>
                    <p:nvPicPr>
                      <p:cNvPr id="0"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14813" y="4286250"/>
                        <a:ext cx="2138362"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Object 11"/>
          <p:cNvGraphicFramePr>
            <a:graphicFrameLocks noChangeAspect="1"/>
          </p:cNvGraphicFramePr>
          <p:nvPr/>
        </p:nvGraphicFramePr>
        <p:xfrm>
          <a:off x="1500188" y="4286250"/>
          <a:ext cx="2657475" cy="792163"/>
        </p:xfrm>
        <a:graphic>
          <a:graphicData uri="http://schemas.openxmlformats.org/presentationml/2006/ole">
            <mc:AlternateContent xmlns:mc="http://schemas.openxmlformats.org/markup-compatibility/2006">
              <mc:Choice xmlns:v="urn:schemas-microsoft-com:vml" Requires="v">
                <p:oleObj spid="_x0000_s2779" name="Equation" r:id="rId18" imgW="1231265" imgH="393700" progId="Equation.DSMT4">
                  <p:embed/>
                </p:oleObj>
              </mc:Choice>
              <mc:Fallback>
                <p:oleObj name="Equation" r:id="rId18" imgW="1231265" imgH="393700" progId="Equation.DSMT4">
                  <p:embed/>
                  <p:pic>
                    <p:nvPicPr>
                      <p:cNvPr id="0" name="Object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00188" y="4286250"/>
                        <a:ext cx="265747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1"/>
          <p:cNvGraphicFramePr>
            <a:graphicFrameLocks noChangeAspect="1"/>
          </p:cNvGraphicFramePr>
          <p:nvPr/>
        </p:nvGraphicFramePr>
        <p:xfrm>
          <a:off x="1566863" y="5224463"/>
          <a:ext cx="3482975" cy="561975"/>
        </p:xfrm>
        <a:graphic>
          <a:graphicData uri="http://schemas.openxmlformats.org/presentationml/2006/ole">
            <mc:AlternateContent xmlns:mc="http://schemas.openxmlformats.org/markup-compatibility/2006">
              <mc:Choice xmlns:v="urn:schemas-microsoft-com:vml" Requires="v">
                <p:oleObj spid="_x0000_s2780" name="Equation" r:id="rId20" imgW="1612900" imgH="279400" progId="Equation.DSMT4">
                  <p:embed/>
                </p:oleObj>
              </mc:Choice>
              <mc:Fallback>
                <p:oleObj name="Equation" r:id="rId20" imgW="1612900" imgH="279400" progId="Equation.DSMT4">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66863" y="5224463"/>
                        <a:ext cx="3482975"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TextBox 18"/>
          <p:cNvSpPr txBox="1">
            <a:spLocks noChangeArrowheads="1"/>
          </p:cNvSpPr>
          <p:nvPr/>
        </p:nvSpPr>
        <p:spPr bwMode="auto">
          <a:xfrm>
            <a:off x="2671763" y="5824538"/>
            <a:ext cx="38908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FF0000"/>
                </a:solidFill>
                <a:latin typeface="Times New Roman" panose="02020603050405020304" pitchFamily="18" charset="0"/>
                <a:ea typeface="华文楷体" pitchFamily="2" charset="-122"/>
              </a:rPr>
              <a:t>以</a:t>
            </a:r>
            <a:r>
              <a:rPr lang="en-US" altLang="zh-CN" sz="2400" i="1" dirty="0">
                <a:solidFill>
                  <a:srgbClr val="FF0000"/>
                </a:solidFill>
                <a:latin typeface="Times New Roman" panose="02020603050405020304" pitchFamily="18" charset="0"/>
                <a:ea typeface="华文楷体" pitchFamily="2" charset="-122"/>
                <a:cs typeface="Times New Roman" panose="02020603050405020304" pitchFamily="18" charset="0"/>
              </a:rPr>
              <a:t>ω</a:t>
            </a:r>
            <a:r>
              <a:rPr lang="en-US" altLang="zh-CN" sz="2400" baseline="-25000" dirty="0">
                <a:solidFill>
                  <a:srgbClr val="FF0000"/>
                </a:solidFill>
                <a:latin typeface="Times New Roman" panose="02020603050405020304" pitchFamily="18" charset="0"/>
                <a:ea typeface="华文楷体" pitchFamily="2" charset="-122"/>
                <a:cs typeface="Times New Roman" panose="02020603050405020304" pitchFamily="18" charset="0"/>
              </a:rPr>
              <a:t>0</a:t>
            </a:r>
            <a:r>
              <a:rPr lang="zh-CN" altLang="en-US" sz="2400" smtClean="0">
                <a:solidFill>
                  <a:srgbClr val="FF0000"/>
                </a:solidFill>
                <a:latin typeface="Times New Roman" panose="02020603050405020304" pitchFamily="18" charset="0"/>
                <a:ea typeface="华文楷体" pitchFamily="2" charset="-122"/>
                <a:cs typeface="Times New Roman" panose="02020603050405020304" pitchFamily="18" charset="0"/>
              </a:rPr>
              <a:t>为频率对</a:t>
            </a:r>
            <a:r>
              <a:rPr lang="zh-CN" altLang="en-US" sz="2400" dirty="0">
                <a:solidFill>
                  <a:srgbClr val="FF0000"/>
                </a:solidFill>
                <a:latin typeface="Times New Roman" panose="02020603050405020304" pitchFamily="18" charset="0"/>
                <a:ea typeface="华文楷体" pitchFamily="2" charset="-122"/>
                <a:cs typeface="Times New Roman" panose="02020603050405020304" pitchFamily="18" charset="0"/>
              </a:rPr>
              <a:t>抽样函数采样</a:t>
            </a:r>
            <a:endParaRPr lang="zh-CN" altLang="en-US" sz="2400" dirty="0">
              <a:solidFill>
                <a:srgbClr val="FF0000"/>
              </a:solidFill>
              <a:latin typeface="Times New Roman" panose="02020603050405020304" pitchFamily="18" charset="0"/>
              <a:ea typeface="华文楷体" pitchFamily="2" charset="-122"/>
            </a:endParaRPr>
          </a:p>
        </p:txBody>
      </p:sp>
      <p:graphicFrame>
        <p:nvGraphicFramePr>
          <p:cNvPr id="20" name="Object 11"/>
          <p:cNvGraphicFramePr>
            <a:graphicFrameLocks noChangeAspect="1"/>
          </p:cNvGraphicFramePr>
          <p:nvPr/>
        </p:nvGraphicFramePr>
        <p:xfrm>
          <a:off x="6677025" y="4262438"/>
          <a:ext cx="1533525" cy="868362"/>
        </p:xfrm>
        <a:graphic>
          <a:graphicData uri="http://schemas.openxmlformats.org/presentationml/2006/ole">
            <mc:AlternateContent xmlns:mc="http://schemas.openxmlformats.org/markup-compatibility/2006">
              <mc:Choice xmlns:v="urn:schemas-microsoft-com:vml" Requires="v">
                <p:oleObj spid="_x0000_s2781" name="Equation" r:id="rId22" imgW="711200" imgH="431800" progId="Equation.DSMT4">
                  <p:embed/>
                </p:oleObj>
              </mc:Choice>
              <mc:Fallback>
                <p:oleObj name="Equation" r:id="rId22" imgW="711200" imgH="431800" progId="Equation.DSMT4">
                  <p:embed/>
                  <p:pic>
                    <p:nvPicPr>
                      <p:cNvPr id="0" name="Object 1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677025" y="4262438"/>
                        <a:ext cx="1533525" cy="86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linds(horizontal)">
                                      <p:cBhvr>
                                        <p:cTn id="10" dur="500"/>
                                        <p:tgtEl>
                                          <p:spTgt spid="20"/>
                                        </p:tgtEl>
                                      </p:cBhvr>
                                    </p:animEffect>
                                  </p:childTnLst>
                                </p:cTn>
                              </p:par>
                              <p:par>
                                <p:cTn id="11" presetID="3" presetClass="entr" presetSubtype="1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horizontal)">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blinds(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3E3451-E8C7-4AAD-8103-04EF65300B11}"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pic>
        <p:nvPicPr>
          <p:cNvPr id="71683" name="Picture 3"/>
          <p:cNvPicPr>
            <a:picLocks noChangeAspect="1" noChangeArrowheads="1"/>
          </p:cNvPicPr>
          <p:nvPr/>
        </p:nvPicPr>
        <p:blipFill rotWithShape="1">
          <a:blip r:embed="rId1"/>
          <a:srcRect l="673" t="990" r="333"/>
          <a:stretch>
            <a:fillRect/>
          </a:stretch>
        </p:blipFill>
        <p:spPr bwMode="auto">
          <a:xfrm>
            <a:off x="1259632" y="1268760"/>
            <a:ext cx="6647583" cy="5436840"/>
          </a:xfrm>
          <a:prstGeom prst="rect">
            <a:avLst/>
          </a:prstGeom>
          <a:noFill/>
          <a:ln w="9525">
            <a:noFill/>
            <a:miter lim="800000"/>
            <a:headEnd/>
            <a:tailEnd/>
          </a:ln>
          <a:effectLst>
            <a:prstShdw prst="shdw17" dist="17961" dir="2700000">
              <a:schemeClr val="accent1">
                <a:gamma/>
                <a:shade val="60000"/>
                <a:invGamma/>
              </a:schemeClr>
            </a:prstShdw>
          </a:effectLst>
        </p:spPr>
      </p:pic>
      <p:graphicFrame>
        <p:nvGraphicFramePr>
          <p:cNvPr id="5" name="Object 11"/>
          <p:cNvGraphicFramePr/>
          <p:nvPr/>
        </p:nvGraphicFramePr>
        <p:xfrm>
          <a:off x="539552" y="1340768"/>
          <a:ext cx="2133540" cy="419040"/>
        </p:xfrm>
        <a:graphic>
          <a:graphicData uri="http://schemas.openxmlformats.org/presentationml/2006/ole">
            <mc:AlternateContent xmlns:mc="http://schemas.openxmlformats.org/markup-compatibility/2006">
              <mc:Choice xmlns:v="urn:schemas-microsoft-com:vml" Requires="v">
                <p:oleObj spid="_x0000_s3134" name="Equation" r:id="rId2" imgW="34137600" imgH="6705600" progId="Equation.DSMT4">
                  <p:embed/>
                </p:oleObj>
              </mc:Choice>
              <mc:Fallback>
                <p:oleObj name="Equation" r:id="rId2" imgW="34137600" imgH="6705600" progId="Equation.DSMT4">
                  <p:embed/>
                  <p:pic>
                    <p:nvPicPr>
                      <p:cNvPr id="0" name="Object 11"/>
                      <p:cNvPicPr>
                        <a:picLocks noChangeAspect="1" noChangeArrowheads="1"/>
                      </p:cNvPicPr>
                      <p:nvPr/>
                    </p:nvPicPr>
                    <p:blipFill>
                      <a:blip r:embed="rId3"/>
                      <a:srcRect/>
                      <a:stretch>
                        <a:fillRect/>
                      </a:stretch>
                    </p:blipFill>
                    <p:spPr bwMode="auto">
                      <a:xfrm>
                        <a:off x="539552" y="1340768"/>
                        <a:ext cx="2133540" cy="419040"/>
                      </a:xfrm>
                      <a:prstGeom prst="rect">
                        <a:avLst/>
                      </a:prstGeom>
                      <a:solidFill>
                        <a:schemeClr val="accent5">
                          <a:lumMod val="20000"/>
                          <a:lumOff val="80000"/>
                        </a:schemeClr>
                      </a:solidFill>
                      <a:ln>
                        <a:noFill/>
                      </a:ln>
                      <a:effectLst/>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4103" name="内容占位符 2"/>
          <p:cNvSpPr>
            <a:spLocks noGrp="1"/>
          </p:cNvSpPr>
          <p:nvPr>
            <p:ph idx="1"/>
          </p:nvPr>
        </p:nvSpPr>
        <p:spPr/>
        <p:txBody>
          <a:bodyPr/>
          <a:lstStyle/>
          <a:p>
            <a:pPr lvl="1"/>
            <a:r>
              <a:rPr lang="zh-CN" altLang="en-US" sz="2400" b="0" dirty="0"/>
              <a:t>现在进行连续时间非周期信号傅里叶变换的推导</a:t>
            </a:r>
            <a:endParaRPr lang="zh-CN" altLang="en-US" sz="24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8B2D0F-C95D-4A88-92C0-D7741DA73726}"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pic>
        <p:nvPicPr>
          <p:cNvPr id="410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2450" y="2071688"/>
            <a:ext cx="5607050"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4"/>
          <p:cNvGrpSpPr/>
          <p:nvPr/>
        </p:nvGrpSpPr>
        <p:grpSpPr bwMode="auto">
          <a:xfrm>
            <a:off x="1530350" y="6149975"/>
            <a:ext cx="5135563" cy="460375"/>
            <a:chOff x="1530086" y="6149340"/>
            <a:chExt cx="5135831" cy="461665"/>
          </a:xfrm>
        </p:grpSpPr>
        <p:sp>
          <p:nvSpPr>
            <p:cNvPr id="4109" name="TextBox 8"/>
            <p:cNvSpPr txBox="1">
              <a:spLocks noChangeArrowheads="1"/>
            </p:cNvSpPr>
            <p:nvPr/>
          </p:nvSpPr>
          <p:spPr bwMode="auto">
            <a:xfrm>
              <a:off x="1530086" y="6149340"/>
              <a:ext cx="39132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ea typeface="华文楷体" pitchFamily="2" charset="-122"/>
                </a:rPr>
                <a:t>当              时，在</a:t>
              </a:r>
              <a:r>
                <a:rPr lang="en-US" altLang="zh-CN" sz="2400">
                  <a:latin typeface="Times New Roman" panose="02020603050405020304" pitchFamily="18" charset="0"/>
                  <a:ea typeface="华文楷体" pitchFamily="2" charset="-122"/>
                </a:rPr>
                <a:t>(- ∞, ∞)</a:t>
              </a:r>
              <a:r>
                <a:rPr lang="zh-CN" altLang="en-US" sz="2400">
                  <a:latin typeface="Times New Roman" panose="02020603050405020304" pitchFamily="18" charset="0"/>
                  <a:ea typeface="华文楷体" pitchFamily="2" charset="-122"/>
                </a:rPr>
                <a:t>内</a:t>
              </a:r>
              <a:endParaRPr lang="zh-CN" altLang="en-US" sz="2400">
                <a:latin typeface="Times New Roman" panose="02020603050405020304" pitchFamily="18" charset="0"/>
                <a:ea typeface="华文楷体" pitchFamily="2" charset="-122"/>
              </a:endParaRPr>
            </a:p>
          </p:txBody>
        </p:sp>
        <p:graphicFrame>
          <p:nvGraphicFramePr>
            <p:cNvPr id="4100" name="Object 2"/>
            <p:cNvGraphicFramePr>
              <a:graphicFrameLocks noChangeAspect="1"/>
            </p:cNvGraphicFramePr>
            <p:nvPr/>
          </p:nvGraphicFramePr>
          <p:xfrm>
            <a:off x="5214942" y="6157129"/>
            <a:ext cx="1450975" cy="446087"/>
          </p:xfrm>
          <a:graphic>
            <a:graphicData uri="http://schemas.openxmlformats.org/presentationml/2006/ole">
              <mc:AlternateContent xmlns:mc="http://schemas.openxmlformats.org/markup-compatibility/2006">
                <mc:Choice xmlns:v="urn:schemas-microsoft-com:vml" Requires="v">
                  <p:oleObj spid="_x0000_s4338" name="Equation" r:id="rId2" imgW="660400" imgH="203200" progId="Equation.DSMT4">
                    <p:embed/>
                  </p:oleObj>
                </mc:Choice>
                <mc:Fallback>
                  <p:oleObj name="Equation" r:id="rId2" imgW="660400" imgH="2032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4942" y="6157129"/>
                          <a:ext cx="1450975"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1" name="Object 3"/>
            <p:cNvGraphicFramePr>
              <a:graphicFrameLocks noChangeAspect="1"/>
            </p:cNvGraphicFramePr>
            <p:nvPr/>
          </p:nvGraphicFramePr>
          <p:xfrm>
            <a:off x="1978025" y="6184116"/>
            <a:ext cx="1036638" cy="392112"/>
          </p:xfrm>
          <a:graphic>
            <a:graphicData uri="http://schemas.openxmlformats.org/presentationml/2006/ole">
              <mc:AlternateContent xmlns:mc="http://schemas.openxmlformats.org/markup-compatibility/2006">
                <mc:Choice xmlns:v="urn:schemas-microsoft-com:vml" Requires="v">
                  <p:oleObj spid="_x0000_s4339" name="Equation" r:id="rId4" imgW="469900" imgH="177800" progId="Equation.DSMT4">
                    <p:embed/>
                  </p:oleObj>
                </mc:Choice>
                <mc:Fallback>
                  <p:oleObj name="Equation" r:id="rId4" imgW="469900" imgH="1778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8025" y="6184116"/>
                          <a:ext cx="1036638"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组合 13"/>
          <p:cNvGrpSpPr/>
          <p:nvPr/>
        </p:nvGrpSpPr>
        <p:grpSpPr bwMode="auto">
          <a:xfrm>
            <a:off x="1643063" y="5572129"/>
            <a:ext cx="6264275" cy="473869"/>
            <a:chOff x="785786" y="5715016"/>
            <a:chExt cx="6264786" cy="473563"/>
          </a:xfrm>
        </p:grpSpPr>
        <p:graphicFrame>
          <p:nvGraphicFramePr>
            <p:cNvPr id="4098" name="Object 4"/>
            <p:cNvGraphicFramePr>
              <a:graphicFrameLocks noChangeAspect="1"/>
            </p:cNvGraphicFramePr>
            <p:nvPr/>
          </p:nvGraphicFramePr>
          <p:xfrm>
            <a:off x="785786" y="5722011"/>
            <a:ext cx="615950" cy="447675"/>
          </p:xfrm>
          <a:graphic>
            <a:graphicData uri="http://schemas.openxmlformats.org/presentationml/2006/ole">
              <mc:AlternateContent xmlns:mc="http://schemas.openxmlformats.org/markup-compatibility/2006">
                <mc:Choice xmlns:v="urn:schemas-microsoft-com:vml" Requires="v">
                  <p:oleObj spid="_x0000_s4340" name="Equation" r:id="rId6" imgW="279400" imgH="203200" progId="Equation.DSMT4">
                    <p:embed/>
                  </p:oleObj>
                </mc:Choice>
                <mc:Fallback>
                  <p:oleObj name="Equation" r:id="rId6" imgW="279400" imgH="2032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786" y="5722011"/>
                          <a:ext cx="61595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8" name="TextBox 12"/>
            <p:cNvSpPr txBox="1">
              <a:spLocks noChangeArrowheads="1"/>
            </p:cNvSpPr>
            <p:nvPr/>
          </p:nvSpPr>
          <p:spPr bwMode="auto">
            <a:xfrm>
              <a:off x="1285852" y="5715016"/>
              <a:ext cx="57647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ea typeface="华文楷体" pitchFamily="2" charset="-122"/>
                </a:rPr>
                <a:t>以</a:t>
              </a:r>
              <a:r>
                <a:rPr lang="en-US" altLang="zh-CN" sz="2400" i="1">
                  <a:latin typeface="Times New Roman" panose="02020603050405020304" pitchFamily="18" charset="0"/>
                  <a:ea typeface="华文楷体" pitchFamily="2" charset="-122"/>
                </a:rPr>
                <a:t>T</a:t>
              </a:r>
              <a:r>
                <a:rPr lang="zh-CN" altLang="en-US" sz="2400">
                  <a:latin typeface="Times New Roman" panose="02020603050405020304" pitchFamily="18" charset="0"/>
                  <a:ea typeface="华文楷体" pitchFamily="2" charset="-122"/>
                </a:rPr>
                <a:t>为周期，在</a:t>
              </a:r>
              <a:r>
                <a:rPr lang="en-US" altLang="zh-CN" sz="2400">
                  <a:latin typeface="Times New Roman" panose="02020603050405020304" pitchFamily="18" charset="0"/>
                  <a:ea typeface="华文楷体" pitchFamily="2" charset="-122"/>
                </a:rPr>
                <a:t>[-</a:t>
              </a:r>
              <a:r>
                <a:rPr lang="en-US" altLang="zh-CN" sz="2400" i="1">
                  <a:latin typeface="Times New Roman" panose="02020603050405020304" pitchFamily="18" charset="0"/>
                  <a:ea typeface="华文楷体" pitchFamily="2" charset="-122"/>
                </a:rPr>
                <a:t>T</a:t>
              </a:r>
              <a:r>
                <a:rPr lang="en-US" altLang="zh-CN" sz="2400">
                  <a:latin typeface="Times New Roman" panose="02020603050405020304" pitchFamily="18" charset="0"/>
                  <a:ea typeface="华文楷体" pitchFamily="2" charset="-122"/>
                </a:rPr>
                <a:t>/2, </a:t>
              </a:r>
              <a:r>
                <a:rPr lang="en-US" altLang="zh-CN" sz="2400" i="1">
                  <a:latin typeface="Times New Roman" panose="02020603050405020304" pitchFamily="18" charset="0"/>
                  <a:ea typeface="华文楷体" pitchFamily="2" charset="-122"/>
                </a:rPr>
                <a:t>T</a:t>
              </a:r>
              <a:r>
                <a:rPr lang="en-US" altLang="zh-CN" sz="2400">
                  <a:latin typeface="Times New Roman" panose="02020603050405020304" pitchFamily="18" charset="0"/>
                  <a:ea typeface="华文楷体" pitchFamily="2" charset="-122"/>
                </a:rPr>
                <a:t>/2]</a:t>
              </a:r>
              <a:r>
                <a:rPr lang="zh-CN" altLang="en-US" sz="2400">
                  <a:latin typeface="Times New Roman" panose="02020603050405020304" pitchFamily="18" charset="0"/>
                  <a:ea typeface="华文楷体" pitchFamily="2" charset="-122"/>
                </a:rPr>
                <a:t>内与         相等。</a:t>
              </a:r>
              <a:endParaRPr lang="zh-CN" altLang="en-US" sz="2400">
                <a:latin typeface="Times New Roman" panose="02020603050405020304" pitchFamily="18" charset="0"/>
                <a:ea typeface="华文楷体" pitchFamily="2" charset="-122"/>
              </a:endParaRPr>
            </a:p>
          </p:txBody>
        </p:sp>
        <p:graphicFrame>
          <p:nvGraphicFramePr>
            <p:cNvPr id="4099" name="Object 5"/>
            <p:cNvGraphicFramePr>
              <a:graphicFrameLocks noChangeAspect="1"/>
            </p:cNvGraphicFramePr>
            <p:nvPr/>
          </p:nvGraphicFramePr>
          <p:xfrm>
            <a:off x="5299267" y="5740904"/>
            <a:ext cx="615950" cy="447675"/>
          </p:xfrm>
          <a:graphic>
            <a:graphicData uri="http://schemas.openxmlformats.org/presentationml/2006/ole">
              <mc:AlternateContent xmlns:mc="http://schemas.openxmlformats.org/markup-compatibility/2006">
                <mc:Choice xmlns:v="urn:schemas-microsoft-com:vml" Requires="v">
                  <p:oleObj spid="_x0000_s4341" name="Equation" r:id="rId8" imgW="279400" imgH="203200" progId="Equation.DSMT4">
                    <p:embed/>
                  </p:oleObj>
                </mc:Choice>
                <mc:Fallback>
                  <p:oleObj name="Equation" r:id="rId8" imgW="279400" imgH="203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99267" y="5740904"/>
                          <a:ext cx="61595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5131" name="内容占位符 2"/>
          <p:cNvSpPr>
            <a:spLocks noGrp="1"/>
          </p:cNvSpPr>
          <p:nvPr>
            <p:ph idx="1"/>
          </p:nvPr>
        </p:nvSpPr>
        <p:spPr/>
        <p:txBody>
          <a:bodyPr/>
          <a:lstStyle/>
          <a:p>
            <a:pPr lvl="1"/>
            <a:r>
              <a:rPr lang="zh-CN" altLang="en-US" sz="2400" b="0"/>
              <a:t>通过         的傅里叶级数在               时的极限情况推导</a:t>
            </a:r>
            <a:r>
              <a:rPr lang="en-US" altLang="zh-CN" sz="2400" b="0" i="1"/>
              <a:t>x</a:t>
            </a:r>
            <a:r>
              <a:rPr lang="en-US" altLang="zh-CN" sz="2400" b="0"/>
              <a:t>(</a:t>
            </a:r>
            <a:r>
              <a:rPr lang="en-US" altLang="zh-CN" sz="2400" b="0" i="1"/>
              <a:t>t</a:t>
            </a:r>
            <a:r>
              <a:rPr lang="en-US" altLang="zh-CN" sz="2400" b="0"/>
              <a:t>)</a:t>
            </a:r>
            <a:r>
              <a:rPr lang="zh-CN" altLang="en-US" sz="2400" b="0"/>
              <a:t>的频谱表示：</a:t>
            </a:r>
            <a:endParaRPr lang="zh-CN" altLang="en-US" sz="2400"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E41ABE3-9DC6-46AC-843D-F8F8A864DD92}"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aphicFrame>
        <p:nvGraphicFramePr>
          <p:cNvPr id="5122" name="Object 2"/>
          <p:cNvGraphicFramePr>
            <a:graphicFrameLocks noChangeAspect="1"/>
          </p:cNvGraphicFramePr>
          <p:nvPr/>
        </p:nvGraphicFramePr>
        <p:xfrm>
          <a:off x="1928813" y="1311275"/>
          <a:ext cx="615950" cy="447675"/>
        </p:xfrm>
        <a:graphic>
          <a:graphicData uri="http://schemas.openxmlformats.org/presentationml/2006/ole">
            <mc:AlternateContent xmlns:mc="http://schemas.openxmlformats.org/markup-compatibility/2006">
              <mc:Choice xmlns:v="urn:schemas-microsoft-com:vml" Requires="v">
                <p:oleObj spid="_x0000_s5602" name="Equation" r:id="rId1" imgW="279400" imgH="203200" progId="Equation.DSMT4">
                  <p:embed/>
                </p:oleObj>
              </mc:Choice>
              <mc:Fallback>
                <p:oleObj name="Equation" r:id="rId1" imgW="279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1311275"/>
                        <a:ext cx="61595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 name="Object 4"/>
          <p:cNvGraphicFramePr>
            <a:graphicFrameLocks noChangeAspect="1"/>
          </p:cNvGraphicFramePr>
          <p:nvPr/>
        </p:nvGraphicFramePr>
        <p:xfrm>
          <a:off x="4811713" y="1331913"/>
          <a:ext cx="1036637" cy="392112"/>
        </p:xfrm>
        <a:graphic>
          <a:graphicData uri="http://schemas.openxmlformats.org/presentationml/2006/ole">
            <mc:AlternateContent xmlns:mc="http://schemas.openxmlformats.org/markup-compatibility/2006">
              <mc:Choice xmlns:v="urn:schemas-microsoft-com:vml" Requires="v">
                <p:oleObj spid="_x0000_s5603" name="Equation" r:id="rId3" imgW="469900" imgH="177800" progId="Equation.DSMT4">
                  <p:embed/>
                </p:oleObj>
              </mc:Choice>
              <mc:Fallback>
                <p:oleObj name="Equation" r:id="rId3" imgW="469900" imgH="1778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1713" y="1331913"/>
                        <a:ext cx="1036637"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4" name="Object 5"/>
          <p:cNvGraphicFramePr>
            <a:graphicFrameLocks noChangeAspect="1"/>
          </p:cNvGraphicFramePr>
          <p:nvPr/>
        </p:nvGraphicFramePr>
        <p:xfrm>
          <a:off x="2162175" y="2214563"/>
          <a:ext cx="2773363" cy="644525"/>
        </p:xfrm>
        <a:graphic>
          <a:graphicData uri="http://schemas.openxmlformats.org/presentationml/2006/ole">
            <mc:AlternateContent xmlns:mc="http://schemas.openxmlformats.org/markup-compatibility/2006">
              <mc:Choice xmlns:v="urn:schemas-microsoft-com:vml" Requires="v">
                <p:oleObj spid="_x0000_s5604" name="Equation" r:id="rId5" imgW="1257300" imgH="292100" progId="Equation.DSMT4">
                  <p:embed/>
                </p:oleObj>
              </mc:Choice>
              <mc:Fallback>
                <p:oleObj name="Equation" r:id="rId5" imgW="1257300" imgH="2921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2175" y="2214563"/>
                        <a:ext cx="2773363"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5" name="Object 6"/>
          <p:cNvGraphicFramePr>
            <a:graphicFrameLocks noChangeAspect="1"/>
          </p:cNvGraphicFramePr>
          <p:nvPr/>
        </p:nvGraphicFramePr>
        <p:xfrm>
          <a:off x="2162175" y="3032125"/>
          <a:ext cx="3192463" cy="868363"/>
        </p:xfrm>
        <a:graphic>
          <a:graphicData uri="http://schemas.openxmlformats.org/presentationml/2006/ole">
            <mc:AlternateContent xmlns:mc="http://schemas.openxmlformats.org/markup-compatibility/2006">
              <mc:Choice xmlns:v="urn:schemas-microsoft-com:vml" Requires="v">
                <p:oleObj spid="_x0000_s5605" name="Equation" r:id="rId7" imgW="1447165" imgH="393700" progId="Equation.DSMT4">
                  <p:embed/>
                </p:oleObj>
              </mc:Choice>
              <mc:Fallback>
                <p:oleObj name="Equation" r:id="rId7" imgW="1447165" imgH="3937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2175" y="3032125"/>
                        <a:ext cx="3192463"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5" name="Object 7"/>
          <p:cNvGraphicFramePr>
            <a:graphicFrameLocks noChangeAspect="1"/>
          </p:cNvGraphicFramePr>
          <p:nvPr/>
        </p:nvGraphicFramePr>
        <p:xfrm>
          <a:off x="2540977" y="4072806"/>
          <a:ext cx="2801937" cy="868362"/>
        </p:xfrm>
        <a:graphic>
          <a:graphicData uri="http://schemas.openxmlformats.org/presentationml/2006/ole">
            <mc:AlternateContent xmlns:mc="http://schemas.openxmlformats.org/markup-compatibility/2006">
              <mc:Choice xmlns:v="urn:schemas-microsoft-com:vml" Requires="v">
                <p:oleObj spid="_x0000_s5606" name="Equation" r:id="rId9" imgW="1269365" imgH="393700" progId="Equation.DSMT4">
                  <p:embed/>
                </p:oleObj>
              </mc:Choice>
              <mc:Fallback>
                <p:oleObj name="Equation" r:id="rId9" imgW="1269365" imgH="3937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40977" y="4072806"/>
                        <a:ext cx="2801937"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6" name="Object 8"/>
          <p:cNvGraphicFramePr>
            <a:graphicFrameLocks noChangeAspect="1"/>
          </p:cNvGraphicFramePr>
          <p:nvPr/>
        </p:nvGraphicFramePr>
        <p:xfrm>
          <a:off x="5375416" y="4072806"/>
          <a:ext cx="2632075" cy="868362"/>
        </p:xfrm>
        <a:graphic>
          <a:graphicData uri="http://schemas.openxmlformats.org/presentationml/2006/ole">
            <mc:AlternateContent xmlns:mc="http://schemas.openxmlformats.org/markup-compatibility/2006">
              <mc:Choice xmlns:v="urn:schemas-microsoft-com:vml" Requires="v">
                <p:oleObj spid="_x0000_s5607" name="Equation" r:id="rId11" imgW="1193800" imgH="393700" progId="Equation.DSMT4">
                  <p:embed/>
                </p:oleObj>
              </mc:Choice>
              <mc:Fallback>
                <p:oleObj name="Equation" r:id="rId11" imgW="1193800" imgH="3937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75416" y="4072806"/>
                        <a:ext cx="2632075"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Box 11"/>
          <p:cNvSpPr txBox="1">
            <a:spLocks noChangeArrowheads="1"/>
          </p:cNvSpPr>
          <p:nvPr/>
        </p:nvSpPr>
        <p:spPr bwMode="auto">
          <a:xfrm>
            <a:off x="1143000" y="524827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ea typeface="华文楷体" pitchFamily="2" charset="-122"/>
              </a:rPr>
              <a:t>定义：</a:t>
            </a:r>
            <a:endParaRPr lang="zh-CN" altLang="en-US" sz="2400">
              <a:latin typeface="Times New Roman" panose="02020603050405020304" pitchFamily="18" charset="0"/>
              <a:ea typeface="华文楷体" pitchFamily="2" charset="-122"/>
            </a:endParaRPr>
          </a:p>
        </p:txBody>
      </p:sp>
      <p:graphicFrame>
        <p:nvGraphicFramePr>
          <p:cNvPr id="73737" name="Object 9"/>
          <p:cNvGraphicFramePr>
            <a:graphicFrameLocks noChangeAspect="1"/>
          </p:cNvGraphicFramePr>
          <p:nvPr/>
        </p:nvGraphicFramePr>
        <p:xfrm>
          <a:off x="2162175" y="5137150"/>
          <a:ext cx="3135313" cy="728663"/>
        </p:xfrm>
        <a:graphic>
          <a:graphicData uri="http://schemas.openxmlformats.org/presentationml/2006/ole">
            <mc:AlternateContent xmlns:mc="http://schemas.openxmlformats.org/markup-compatibility/2006">
              <mc:Choice xmlns:v="urn:schemas-microsoft-com:vml" Requires="v">
                <p:oleObj spid="_x0000_s5608" name="Equation" r:id="rId13" imgW="1422400" imgH="330200" progId="Equation.DSMT4">
                  <p:embed/>
                </p:oleObj>
              </mc:Choice>
              <mc:Fallback>
                <p:oleObj name="Equation" r:id="rId13" imgW="1422400" imgH="330200"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62175" y="5137150"/>
                        <a:ext cx="3135313" cy="728663"/>
                      </a:xfrm>
                      <a:prstGeom prst="rect">
                        <a:avLst/>
                      </a:prstGeom>
                      <a:noFill/>
                      <a:ln w="25400">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8" name="Object 10"/>
          <p:cNvGraphicFramePr>
            <a:graphicFrameLocks noChangeAspect="1"/>
          </p:cNvGraphicFramePr>
          <p:nvPr/>
        </p:nvGraphicFramePr>
        <p:xfrm>
          <a:off x="5500688" y="5060950"/>
          <a:ext cx="2630487" cy="868363"/>
        </p:xfrm>
        <a:graphic>
          <a:graphicData uri="http://schemas.openxmlformats.org/presentationml/2006/ole">
            <mc:AlternateContent xmlns:mc="http://schemas.openxmlformats.org/markup-compatibility/2006">
              <mc:Choice xmlns:v="urn:schemas-microsoft-com:vml" Requires="v">
                <p:oleObj spid="_x0000_s5609" name="Equation" r:id="rId15" imgW="1193800" imgH="393700" progId="Equation.DSMT4">
                  <p:embed/>
                </p:oleObj>
              </mc:Choice>
              <mc:Fallback>
                <p:oleObj name="Equation" r:id="rId15" imgW="1193800" imgH="3937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00688" y="5060950"/>
                        <a:ext cx="2630487"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735"/>
                                        </p:tgtEl>
                                        <p:attrNameLst>
                                          <p:attrName>style.visibility</p:attrName>
                                        </p:attrNameLst>
                                      </p:cBhvr>
                                      <p:to>
                                        <p:strVal val="visible"/>
                                      </p:to>
                                    </p:set>
                                    <p:animEffect transition="in" filter="blinds(horizontal)">
                                      <p:cBhvr>
                                        <p:cTn id="7" dur="500"/>
                                        <p:tgtEl>
                                          <p:spTgt spid="737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736"/>
                                        </p:tgtEl>
                                        <p:attrNameLst>
                                          <p:attrName>style.visibility</p:attrName>
                                        </p:attrNameLst>
                                      </p:cBhvr>
                                      <p:to>
                                        <p:strVal val="visible"/>
                                      </p:to>
                                    </p:set>
                                    <p:animEffect transition="in" filter="blinds(horizontal)">
                                      <p:cBhvr>
                                        <p:cTn id="12" dur="500"/>
                                        <p:tgtEl>
                                          <p:spTgt spid="737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par>
                                <p:cTn id="18" presetID="3" presetClass="entr" presetSubtype="10" fill="hold" nodeType="withEffect">
                                  <p:stCondLst>
                                    <p:cond delay="0"/>
                                  </p:stCondLst>
                                  <p:childTnLst>
                                    <p:set>
                                      <p:cBhvr>
                                        <p:cTn id="19" dur="1" fill="hold">
                                          <p:stCondLst>
                                            <p:cond delay="0"/>
                                          </p:stCondLst>
                                        </p:cTn>
                                        <p:tgtEl>
                                          <p:spTgt spid="73737"/>
                                        </p:tgtEl>
                                        <p:attrNameLst>
                                          <p:attrName>style.visibility</p:attrName>
                                        </p:attrNameLst>
                                      </p:cBhvr>
                                      <p:to>
                                        <p:strVal val="visible"/>
                                      </p:to>
                                    </p:set>
                                    <p:animEffect transition="in" filter="blinds(horizontal)">
                                      <p:cBhvr>
                                        <p:cTn id="20" dur="500"/>
                                        <p:tgtEl>
                                          <p:spTgt spid="7373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73738"/>
                                        </p:tgtEl>
                                        <p:attrNameLst>
                                          <p:attrName>style.visibility</p:attrName>
                                        </p:attrNameLst>
                                      </p:cBhvr>
                                      <p:to>
                                        <p:strVal val="visible"/>
                                      </p:to>
                                    </p:set>
                                    <p:animEffect transition="in" filter="blinds(horizontal)">
                                      <p:cBhvr>
                                        <p:cTn id="25" dur="500"/>
                                        <p:tgtEl>
                                          <p:spTgt spid="73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56F7EC2-E0EC-48AC-8314-74829B1788BF}"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sp>
        <p:nvSpPr>
          <p:cNvPr id="6152" name="TextBox 4"/>
          <p:cNvSpPr txBox="1">
            <a:spLocks noChangeArrowheads="1"/>
          </p:cNvSpPr>
          <p:nvPr/>
        </p:nvSpPr>
        <p:spPr bwMode="auto">
          <a:xfrm>
            <a:off x="571500" y="1285875"/>
            <a:ext cx="3652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ea typeface="华文楷体" pitchFamily="2" charset="-122"/>
              </a:rPr>
              <a:t>因此，在</a:t>
            </a:r>
            <a:r>
              <a:rPr lang="en-US" altLang="zh-CN" sz="2400">
                <a:latin typeface="Times New Roman" panose="02020603050405020304" pitchFamily="18" charset="0"/>
                <a:ea typeface="华文楷体" pitchFamily="2" charset="-122"/>
              </a:rPr>
              <a:t>[-</a:t>
            </a:r>
            <a:r>
              <a:rPr lang="en-US" altLang="zh-CN" sz="2400" i="1">
                <a:latin typeface="Times New Roman" panose="02020603050405020304" pitchFamily="18" charset="0"/>
                <a:ea typeface="华文楷体" pitchFamily="2" charset="-122"/>
              </a:rPr>
              <a:t>T</a:t>
            </a:r>
            <a:r>
              <a:rPr lang="en-US" altLang="zh-CN" sz="2400">
                <a:latin typeface="Times New Roman" panose="02020603050405020304" pitchFamily="18" charset="0"/>
                <a:ea typeface="华文楷体" pitchFamily="2" charset="-122"/>
              </a:rPr>
              <a:t>/2, </a:t>
            </a:r>
            <a:r>
              <a:rPr lang="en-US" altLang="zh-CN" sz="2400" i="1">
                <a:latin typeface="Times New Roman" panose="02020603050405020304" pitchFamily="18" charset="0"/>
                <a:ea typeface="华文楷体" pitchFamily="2" charset="-122"/>
              </a:rPr>
              <a:t>T</a:t>
            </a:r>
            <a:r>
              <a:rPr lang="en-US" altLang="zh-CN" sz="2400">
                <a:latin typeface="Times New Roman" panose="02020603050405020304" pitchFamily="18" charset="0"/>
                <a:ea typeface="华文楷体" pitchFamily="2" charset="-122"/>
              </a:rPr>
              <a:t>/2]</a:t>
            </a:r>
            <a:r>
              <a:rPr lang="zh-CN" altLang="en-US" sz="2400">
                <a:latin typeface="Times New Roman" panose="02020603050405020304" pitchFamily="18" charset="0"/>
                <a:ea typeface="华文楷体" pitchFamily="2" charset="-122"/>
              </a:rPr>
              <a:t>内有：</a:t>
            </a:r>
            <a:endParaRPr lang="zh-CN" altLang="en-US" sz="2400">
              <a:latin typeface="Times New Roman" panose="02020603050405020304" pitchFamily="18" charset="0"/>
              <a:ea typeface="华文楷体" pitchFamily="2" charset="-122"/>
            </a:endParaRPr>
          </a:p>
        </p:txBody>
      </p:sp>
      <p:graphicFrame>
        <p:nvGraphicFramePr>
          <p:cNvPr id="6146" name="Object 2"/>
          <p:cNvGraphicFramePr>
            <a:graphicFrameLocks noChangeAspect="1"/>
          </p:cNvGraphicFramePr>
          <p:nvPr/>
        </p:nvGraphicFramePr>
        <p:xfrm>
          <a:off x="1930400" y="2000250"/>
          <a:ext cx="3641725" cy="644525"/>
        </p:xfrm>
        <a:graphic>
          <a:graphicData uri="http://schemas.openxmlformats.org/presentationml/2006/ole">
            <mc:AlternateContent xmlns:mc="http://schemas.openxmlformats.org/markup-compatibility/2006">
              <mc:Choice xmlns:v="urn:schemas-microsoft-com:vml" Requires="v">
                <p:oleObj spid="_x0000_s6386" name="Equation" r:id="rId1" imgW="1651000" imgH="292100" progId="Equation.DSMT4">
                  <p:embed/>
                </p:oleObj>
              </mc:Choice>
              <mc:Fallback>
                <p:oleObj name="Equation" r:id="rId1" imgW="1651000" imgH="2921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0400" y="2000250"/>
                        <a:ext cx="3641725"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55" name="Object 3"/>
          <p:cNvGraphicFramePr>
            <a:graphicFrameLocks noChangeAspect="1"/>
          </p:cNvGraphicFramePr>
          <p:nvPr/>
        </p:nvGraphicFramePr>
        <p:xfrm>
          <a:off x="2540000" y="2714625"/>
          <a:ext cx="3389313" cy="868363"/>
        </p:xfrm>
        <a:graphic>
          <a:graphicData uri="http://schemas.openxmlformats.org/presentationml/2006/ole">
            <mc:AlternateContent xmlns:mc="http://schemas.openxmlformats.org/markup-compatibility/2006">
              <mc:Choice xmlns:v="urn:schemas-microsoft-com:vml" Requires="v">
                <p:oleObj spid="_x0000_s6387" name="Equation" r:id="rId3" imgW="1536065" imgH="393700" progId="Equation.DSMT4">
                  <p:embed/>
                </p:oleObj>
              </mc:Choice>
              <mc:Fallback>
                <p:oleObj name="Equation" r:id="rId3" imgW="1536065" imgH="393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000" y="2714625"/>
                        <a:ext cx="3389313"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56" name="Object 4"/>
          <p:cNvGraphicFramePr>
            <a:graphicFrameLocks noChangeAspect="1"/>
          </p:cNvGraphicFramePr>
          <p:nvPr/>
        </p:nvGraphicFramePr>
        <p:xfrm>
          <a:off x="2571750" y="3714750"/>
          <a:ext cx="3892550" cy="868363"/>
        </p:xfrm>
        <a:graphic>
          <a:graphicData uri="http://schemas.openxmlformats.org/presentationml/2006/ole">
            <mc:AlternateContent xmlns:mc="http://schemas.openxmlformats.org/markup-compatibility/2006">
              <mc:Choice xmlns:v="urn:schemas-microsoft-com:vml" Requires="v">
                <p:oleObj spid="_x0000_s6388" name="Equation" r:id="rId5" imgW="1765300" imgH="393700" progId="Equation.DSMT4">
                  <p:embed/>
                </p:oleObj>
              </mc:Choice>
              <mc:Fallback>
                <p:oleObj name="Equation" r:id="rId5" imgW="1765300" imgH="393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1750" y="3714750"/>
                        <a:ext cx="3892550"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Box 8"/>
          <p:cNvSpPr txBox="1">
            <a:spLocks noChangeArrowheads="1"/>
          </p:cNvSpPr>
          <p:nvPr/>
        </p:nvSpPr>
        <p:spPr bwMode="auto">
          <a:xfrm>
            <a:off x="571500" y="4681538"/>
            <a:ext cx="79295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itchFamily="2" charset="-122"/>
              </a:rPr>
              <a:t>令</a:t>
            </a:r>
            <a:r>
              <a:rPr lang="zh-CN" altLang="zh-CN" sz="2400" i="1" dirty="0">
                <a:latin typeface="Times New Roman" panose="02020603050405020304" pitchFamily="18" charset="0"/>
                <a:ea typeface="华文楷体" pitchFamily="2" charset="-122"/>
                <a:cs typeface="Times New Roman" panose="02020603050405020304" pitchFamily="18" charset="0"/>
              </a:rPr>
              <a:t>ω </a:t>
            </a:r>
            <a:r>
              <a:rPr lang="en-US" altLang="zh-CN" sz="2400" dirty="0">
                <a:latin typeface="Times New Roman" panose="02020603050405020304" pitchFamily="18" charset="0"/>
                <a:ea typeface="华文楷体" pitchFamily="2" charset="-122"/>
              </a:rPr>
              <a:t>= </a:t>
            </a:r>
            <a:r>
              <a:rPr lang="en-US" altLang="zh-CN" sz="2400" i="1" dirty="0">
                <a:latin typeface="Times New Roman" panose="02020603050405020304" pitchFamily="18" charset="0"/>
                <a:ea typeface="华文楷体" pitchFamily="2" charset="-122"/>
              </a:rPr>
              <a:t>k</a:t>
            </a:r>
            <a:r>
              <a:rPr lang="zh-CN" altLang="zh-CN" sz="2400" i="1" dirty="0">
                <a:latin typeface="Times New Roman" panose="02020603050405020304" pitchFamily="18" charset="0"/>
                <a:ea typeface="华文楷体" pitchFamily="2" charset="-122"/>
              </a:rPr>
              <a:t>ω</a:t>
            </a:r>
            <a:r>
              <a:rPr lang="en-US" altLang="zh-CN" sz="2400" baseline="-25000" dirty="0">
                <a:latin typeface="Times New Roman" panose="02020603050405020304" pitchFamily="18" charset="0"/>
                <a:ea typeface="华文楷体" pitchFamily="2" charset="-122"/>
              </a:rPr>
              <a:t>0</a:t>
            </a:r>
            <a:r>
              <a:rPr lang="zh-CN" altLang="en-US" sz="2400" dirty="0">
                <a:latin typeface="Times New Roman" panose="02020603050405020304" pitchFamily="18" charset="0"/>
                <a:ea typeface="华文楷体" pitchFamily="2" charset="-122"/>
              </a:rPr>
              <a:t>，当</a:t>
            </a:r>
            <a:r>
              <a:rPr lang="en-US" altLang="zh-CN" sz="2400" i="1" dirty="0">
                <a:latin typeface="Times New Roman" panose="02020603050405020304" pitchFamily="18" charset="0"/>
                <a:ea typeface="华文楷体" pitchFamily="2" charset="-122"/>
              </a:rPr>
              <a:t>T</a:t>
            </a:r>
            <a:r>
              <a:rPr lang="en-US" altLang="zh-CN" sz="2400" dirty="0">
                <a:latin typeface="Times New Roman" panose="02020603050405020304" pitchFamily="18" charset="0"/>
                <a:ea typeface="华文楷体" pitchFamily="2" charset="-122"/>
              </a:rPr>
              <a:t> → ∞</a:t>
            </a:r>
            <a:r>
              <a:rPr lang="zh-CN" altLang="en-US" sz="2400" dirty="0">
                <a:latin typeface="Times New Roman" panose="02020603050405020304" pitchFamily="18" charset="0"/>
                <a:ea typeface="华文楷体" pitchFamily="2" charset="-122"/>
              </a:rPr>
              <a:t>时，</a:t>
            </a:r>
            <a:r>
              <a:rPr lang="zh-CN" altLang="zh-CN" sz="2400" i="1" dirty="0">
                <a:latin typeface="Times New Roman" panose="02020603050405020304" pitchFamily="18" charset="0"/>
                <a:ea typeface="华文楷体" pitchFamily="2" charset="-122"/>
              </a:rPr>
              <a:t>ω</a:t>
            </a:r>
            <a:r>
              <a:rPr lang="en-US" altLang="zh-CN" sz="2400" baseline="-25000" dirty="0">
                <a:latin typeface="Times New Roman" panose="02020603050405020304" pitchFamily="18" charset="0"/>
                <a:ea typeface="华文楷体" pitchFamily="2" charset="-122"/>
              </a:rPr>
              <a:t>0</a:t>
            </a:r>
            <a:r>
              <a:rPr lang="en-US" altLang="zh-CN" sz="2400" dirty="0">
                <a:latin typeface="Times New Roman" panose="02020603050405020304" pitchFamily="18" charset="0"/>
                <a:ea typeface="华文楷体" pitchFamily="2" charset="-122"/>
              </a:rPr>
              <a:t> → 0</a:t>
            </a:r>
            <a:r>
              <a:rPr lang="zh-CN" altLang="en-US" sz="2400" dirty="0">
                <a:latin typeface="Times New Roman" panose="02020603050405020304" pitchFamily="18" charset="0"/>
                <a:ea typeface="华文楷体" pitchFamily="2" charset="-122"/>
              </a:rPr>
              <a:t>，</a:t>
            </a:r>
            <a:r>
              <a:rPr lang="en-US" altLang="zh-CN" sz="2400" dirty="0">
                <a:latin typeface="Times New Roman" panose="02020603050405020304" pitchFamily="18" charset="0"/>
                <a:ea typeface="华文楷体" pitchFamily="2" charset="-122"/>
              </a:rPr>
              <a:t>∑</a:t>
            </a:r>
            <a:r>
              <a:rPr lang="en-US" altLang="zh-CN" sz="2400" i="1" dirty="0">
                <a:latin typeface="Times New Roman" panose="02020603050405020304" pitchFamily="18" charset="0"/>
                <a:ea typeface="华文楷体" pitchFamily="2" charset="-122"/>
              </a:rPr>
              <a:t>f</a:t>
            </a:r>
            <a:r>
              <a:rPr lang="en-US" altLang="zh-CN" sz="2400" dirty="0">
                <a:latin typeface="Times New Roman" panose="02020603050405020304" pitchFamily="18" charset="0"/>
                <a:ea typeface="华文楷体" pitchFamily="2" charset="-122"/>
              </a:rPr>
              <a:t>(</a:t>
            </a:r>
            <a:r>
              <a:rPr lang="en-US" altLang="zh-CN" sz="2400" i="1" dirty="0">
                <a:latin typeface="Times New Roman" panose="02020603050405020304" pitchFamily="18" charset="0"/>
                <a:ea typeface="华文楷体" pitchFamily="2" charset="-122"/>
              </a:rPr>
              <a:t>k</a:t>
            </a:r>
            <a:r>
              <a:rPr lang="zh-CN" altLang="zh-CN" sz="2400" i="1" dirty="0">
                <a:latin typeface="Times New Roman" panose="02020603050405020304" pitchFamily="18" charset="0"/>
                <a:ea typeface="华文楷体" pitchFamily="2" charset="-122"/>
              </a:rPr>
              <a:t>ω</a:t>
            </a:r>
            <a:r>
              <a:rPr lang="en-US" altLang="zh-CN" sz="2400" baseline="-25000" dirty="0">
                <a:latin typeface="Times New Roman" panose="02020603050405020304" pitchFamily="18" charset="0"/>
                <a:ea typeface="华文楷体" pitchFamily="2" charset="-122"/>
              </a:rPr>
              <a:t>0</a:t>
            </a:r>
            <a:r>
              <a:rPr lang="en-US" altLang="zh-CN" sz="2400" dirty="0">
                <a:latin typeface="Times New Roman" panose="02020603050405020304" pitchFamily="18" charset="0"/>
                <a:ea typeface="华文楷体" pitchFamily="2" charset="-122"/>
              </a:rPr>
              <a:t>)</a:t>
            </a:r>
            <a:r>
              <a:rPr lang="zh-CN" altLang="zh-CN" sz="2400" i="1" dirty="0">
                <a:latin typeface="Times New Roman" panose="02020603050405020304" pitchFamily="18" charset="0"/>
                <a:ea typeface="华文楷体" pitchFamily="2" charset="-122"/>
              </a:rPr>
              <a:t>ω</a:t>
            </a:r>
            <a:r>
              <a:rPr lang="en-US" altLang="zh-CN" sz="2400" baseline="-25000" dirty="0">
                <a:latin typeface="Times New Roman" panose="02020603050405020304" pitchFamily="18" charset="0"/>
                <a:ea typeface="华文楷体" pitchFamily="2" charset="-122"/>
              </a:rPr>
              <a:t>0</a:t>
            </a:r>
            <a:r>
              <a:rPr lang="en-US" altLang="zh-CN" sz="2400" dirty="0">
                <a:latin typeface="Times New Roman" panose="02020603050405020304" pitchFamily="18" charset="0"/>
                <a:ea typeface="华文楷体" pitchFamily="2" charset="-122"/>
              </a:rPr>
              <a:t> → ∫</a:t>
            </a:r>
            <a:r>
              <a:rPr lang="en-US" altLang="zh-CN" sz="2400" i="1" dirty="0">
                <a:latin typeface="Times New Roman" panose="02020603050405020304" pitchFamily="18" charset="0"/>
                <a:ea typeface="华文楷体" pitchFamily="2" charset="-122"/>
              </a:rPr>
              <a:t>f</a:t>
            </a:r>
            <a:r>
              <a:rPr lang="en-US" altLang="zh-CN" sz="2400" dirty="0">
                <a:latin typeface="Times New Roman" panose="02020603050405020304" pitchFamily="18" charset="0"/>
                <a:ea typeface="华文楷体" pitchFamily="2" charset="-122"/>
              </a:rPr>
              <a:t>(</a:t>
            </a:r>
            <a:r>
              <a:rPr lang="zh-CN" altLang="zh-CN" sz="2400" i="1" dirty="0">
                <a:latin typeface="Times New Roman" panose="02020603050405020304" pitchFamily="18" charset="0"/>
                <a:ea typeface="华文楷体" pitchFamily="2" charset="-122"/>
              </a:rPr>
              <a:t>ω</a:t>
            </a:r>
            <a:r>
              <a:rPr lang="en-US" altLang="zh-CN" sz="2400" dirty="0">
                <a:latin typeface="Times New Roman" panose="02020603050405020304" pitchFamily="18" charset="0"/>
                <a:ea typeface="华文楷体" pitchFamily="2" charset="-122"/>
              </a:rPr>
              <a:t>)d</a:t>
            </a:r>
            <a:r>
              <a:rPr lang="zh-CN" altLang="zh-CN" sz="2400" i="1" dirty="0">
                <a:latin typeface="Times New Roman" panose="02020603050405020304" pitchFamily="18" charset="0"/>
                <a:ea typeface="华文楷体" pitchFamily="2" charset="-122"/>
              </a:rPr>
              <a:t>ω</a:t>
            </a:r>
            <a:r>
              <a:rPr lang="zh-CN" altLang="en-US" sz="2400" dirty="0">
                <a:latin typeface="Times New Roman" panose="02020603050405020304" pitchFamily="18" charset="0"/>
                <a:ea typeface="华文楷体" pitchFamily="2" charset="-122"/>
              </a:rPr>
              <a:t>，所以：</a:t>
            </a:r>
            <a:endParaRPr lang="zh-CN" altLang="en-US" sz="2400" dirty="0">
              <a:latin typeface="Times New Roman" panose="02020603050405020304" pitchFamily="18" charset="0"/>
              <a:ea typeface="华文楷体" pitchFamily="2" charset="-122"/>
            </a:endParaRPr>
          </a:p>
        </p:txBody>
      </p:sp>
      <p:graphicFrame>
        <p:nvGraphicFramePr>
          <p:cNvPr id="74758" name="Object 6"/>
          <p:cNvGraphicFramePr>
            <a:graphicFrameLocks noChangeAspect="1"/>
          </p:cNvGraphicFramePr>
          <p:nvPr/>
        </p:nvGraphicFramePr>
        <p:xfrm>
          <a:off x="2644775" y="5429250"/>
          <a:ext cx="3641725" cy="868363"/>
        </p:xfrm>
        <a:graphic>
          <a:graphicData uri="http://schemas.openxmlformats.org/presentationml/2006/ole">
            <mc:AlternateContent xmlns:mc="http://schemas.openxmlformats.org/markup-compatibility/2006">
              <mc:Choice xmlns:v="urn:schemas-microsoft-com:vml" Requires="v">
                <p:oleObj spid="_x0000_s6389" name="Equation" r:id="rId7" imgW="1651000" imgH="393700" progId="Equation.DSMT4">
                  <p:embed/>
                </p:oleObj>
              </mc:Choice>
              <mc:Fallback>
                <p:oleObj name="Equation" r:id="rId7" imgW="1651000" imgH="3937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4775" y="5429250"/>
                        <a:ext cx="3641725" cy="868363"/>
                      </a:xfrm>
                      <a:prstGeom prst="rect">
                        <a:avLst/>
                      </a:prstGeom>
                      <a:noFill/>
                      <a:ln w="25400">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755"/>
                                        </p:tgtEl>
                                        <p:attrNameLst>
                                          <p:attrName>style.visibility</p:attrName>
                                        </p:attrNameLst>
                                      </p:cBhvr>
                                      <p:to>
                                        <p:strVal val="visible"/>
                                      </p:to>
                                    </p:set>
                                    <p:animEffect transition="in" filter="blinds(horizontal)">
                                      <p:cBhvr>
                                        <p:cTn id="7" dur="500"/>
                                        <p:tgtEl>
                                          <p:spTgt spid="74755"/>
                                        </p:tgtEl>
                                      </p:cBhvr>
                                    </p:animEffect>
                                  </p:childTnLst>
                                </p:cTn>
                              </p:par>
                              <p:par>
                                <p:cTn id="8" presetID="3" presetClass="entr" presetSubtype="10" fill="hold" nodeType="withEffect">
                                  <p:stCondLst>
                                    <p:cond delay="0"/>
                                  </p:stCondLst>
                                  <p:childTnLst>
                                    <p:set>
                                      <p:cBhvr>
                                        <p:cTn id="9" dur="1" fill="hold">
                                          <p:stCondLst>
                                            <p:cond delay="0"/>
                                          </p:stCondLst>
                                        </p:cTn>
                                        <p:tgtEl>
                                          <p:spTgt spid="74756"/>
                                        </p:tgtEl>
                                        <p:attrNameLst>
                                          <p:attrName>style.visibility</p:attrName>
                                        </p:attrNameLst>
                                      </p:cBhvr>
                                      <p:to>
                                        <p:strVal val="visible"/>
                                      </p:to>
                                    </p:set>
                                    <p:animEffect transition="in" filter="blinds(horizontal)">
                                      <p:cBhvr>
                                        <p:cTn id="10" dur="500"/>
                                        <p:tgtEl>
                                          <p:spTgt spid="7475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nodeType="withEffect">
                                  <p:stCondLst>
                                    <p:cond delay="0"/>
                                  </p:stCondLst>
                                  <p:childTnLst>
                                    <p:set>
                                      <p:cBhvr>
                                        <p:cTn id="17" dur="1" fill="hold">
                                          <p:stCondLst>
                                            <p:cond delay="0"/>
                                          </p:stCondLst>
                                        </p:cTn>
                                        <p:tgtEl>
                                          <p:spTgt spid="74758"/>
                                        </p:tgtEl>
                                        <p:attrNameLst>
                                          <p:attrName>style.visibility</p:attrName>
                                        </p:attrNameLst>
                                      </p:cBhvr>
                                      <p:to>
                                        <p:strVal val="visible"/>
                                      </p:to>
                                    </p:set>
                                    <p:animEffect transition="in" filter="blinds(horizontal)">
                                      <p:cBhvr>
                                        <p:cTn id="18" dur="500"/>
                                        <p:tgtEl>
                                          <p:spTgt spid="74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5"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3" name="内容占位符 2"/>
          <p:cNvSpPr>
            <a:spLocks noGrp="1"/>
          </p:cNvSpPr>
          <p:nvPr>
            <p:ph idx="1"/>
          </p:nvPr>
        </p:nvSpPr>
        <p:spPr/>
        <p:txBody>
          <a:bodyPr/>
          <a:lstStyle/>
          <a:p>
            <a:pPr lvl="1"/>
            <a:r>
              <a:rPr lang="zh-CN" altLang="en-US" b="0" dirty="0"/>
              <a:t>因此，我们得到</a:t>
            </a:r>
            <a:r>
              <a:rPr lang="zh-CN" altLang="en-US" b="0" dirty="0">
                <a:solidFill>
                  <a:srgbClr val="FF0000"/>
                </a:solidFill>
              </a:rPr>
              <a:t>傅里叶变换对</a:t>
            </a:r>
            <a:r>
              <a:rPr lang="zh-CN" altLang="en-US" b="0" dirty="0"/>
              <a:t>：</a:t>
            </a:r>
            <a:br>
              <a:rPr lang="en-US" altLang="zh-CN" b="0" dirty="0"/>
            </a:br>
            <a:r>
              <a:rPr lang="zh-CN" altLang="en-US" b="0" dirty="0">
                <a:solidFill>
                  <a:srgbClr val="FF0000"/>
                </a:solidFill>
              </a:rPr>
              <a:t>傅里叶变换</a:t>
            </a:r>
            <a:r>
              <a:rPr lang="zh-CN" altLang="en-US" b="0" dirty="0"/>
              <a:t>（</a:t>
            </a:r>
            <a:r>
              <a:rPr lang="zh-CN" altLang="en-US" b="0" dirty="0">
                <a:solidFill>
                  <a:srgbClr val="FF0000"/>
                </a:solidFill>
              </a:rPr>
              <a:t>傅里叶积分</a:t>
            </a:r>
            <a:r>
              <a:rPr lang="zh-CN" altLang="en-US" b="0" dirty="0"/>
              <a:t>）：</a:t>
            </a:r>
            <a:br>
              <a:rPr lang="en-US" altLang="zh-CN" b="0" dirty="0"/>
            </a:br>
            <a:br>
              <a:rPr lang="en-US" altLang="zh-CN" b="0" dirty="0"/>
            </a:br>
            <a:br>
              <a:rPr lang="en-US" altLang="zh-CN" b="0" dirty="0"/>
            </a:br>
            <a:br>
              <a:rPr lang="en-US" altLang="zh-CN" b="0" dirty="0"/>
            </a:br>
            <a:endParaRPr lang="en-US" altLang="zh-CN" b="0" dirty="0"/>
          </a:p>
          <a:p>
            <a:pPr lvl="1"/>
            <a:endParaRPr lang="en-US" altLang="zh-CN" b="0" dirty="0"/>
          </a:p>
          <a:p>
            <a:pPr lvl="1"/>
            <a:endParaRPr lang="en-US" altLang="zh-CN" b="0" dirty="0"/>
          </a:p>
          <a:p>
            <a:pPr lvl="1"/>
            <a:r>
              <a:rPr lang="zh-CN" altLang="en-US" sz="2400" b="0" dirty="0"/>
              <a:t>周期信号傅里叶级数的系数为其一个周期内信号傅里叶变换的等间隔采样：</a:t>
            </a:r>
            <a:endParaRPr lang="zh-CN" altLang="en-US" sz="24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1935F9-EB50-41E4-98AC-843E4C0FD2B0}"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aphicFrame>
        <p:nvGraphicFramePr>
          <p:cNvPr id="7170" name="Object 2"/>
          <p:cNvGraphicFramePr>
            <a:graphicFrameLocks noChangeAspect="1"/>
          </p:cNvGraphicFramePr>
          <p:nvPr/>
        </p:nvGraphicFramePr>
        <p:xfrm>
          <a:off x="1714500" y="3929063"/>
          <a:ext cx="3641725" cy="868362"/>
        </p:xfrm>
        <a:graphic>
          <a:graphicData uri="http://schemas.openxmlformats.org/presentationml/2006/ole">
            <mc:AlternateContent xmlns:mc="http://schemas.openxmlformats.org/markup-compatibility/2006">
              <mc:Choice xmlns:v="urn:schemas-microsoft-com:vml" Requires="v">
                <p:oleObj spid="_x0000_s7470" name="Equation" r:id="rId1" imgW="1651000" imgH="393700" progId="Equation.DSMT4">
                  <p:embed/>
                </p:oleObj>
              </mc:Choice>
              <mc:Fallback>
                <p:oleObj name="Equation" r:id="rId1" imgW="1651000" imgH="3937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3929063"/>
                        <a:ext cx="3641725" cy="868362"/>
                      </a:xfrm>
                      <a:prstGeom prst="rect">
                        <a:avLst/>
                      </a:prstGeom>
                      <a:solidFill>
                        <a:srgbClr val="CCFFFF"/>
                      </a:solidFill>
                      <a:ln w="508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 name="Object 3"/>
          <p:cNvGraphicFramePr>
            <a:graphicFrameLocks noChangeAspect="1"/>
          </p:cNvGraphicFramePr>
          <p:nvPr/>
        </p:nvGraphicFramePr>
        <p:xfrm>
          <a:off x="1714500" y="2376488"/>
          <a:ext cx="3135313" cy="728662"/>
        </p:xfrm>
        <a:graphic>
          <a:graphicData uri="http://schemas.openxmlformats.org/presentationml/2006/ole">
            <mc:AlternateContent xmlns:mc="http://schemas.openxmlformats.org/markup-compatibility/2006">
              <mc:Choice xmlns:v="urn:schemas-microsoft-com:vml" Requires="v">
                <p:oleObj spid="_x0000_s7471" name="Equation" r:id="rId3" imgW="1422400" imgH="330200" progId="Equation.DSMT4">
                  <p:embed/>
                </p:oleObj>
              </mc:Choice>
              <mc:Fallback>
                <p:oleObj name="Equation" r:id="rId3" imgW="1422400" imgH="330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2376488"/>
                        <a:ext cx="3135313" cy="728662"/>
                      </a:xfrm>
                      <a:prstGeom prst="rect">
                        <a:avLst/>
                      </a:prstGeom>
                      <a:solidFill>
                        <a:srgbClr val="CCFFFF"/>
                      </a:solidFill>
                      <a:ln w="508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Box 6"/>
          <p:cNvSpPr txBox="1">
            <a:spLocks noChangeArrowheads="1"/>
          </p:cNvSpPr>
          <p:nvPr/>
        </p:nvSpPr>
        <p:spPr bwMode="auto">
          <a:xfrm>
            <a:off x="5491163" y="3786188"/>
            <a:ext cx="1620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FF0000"/>
                </a:solidFill>
                <a:latin typeface="Times New Roman" panose="02020603050405020304" pitchFamily="18" charset="0"/>
                <a:ea typeface="华文楷体" pitchFamily="2" charset="-122"/>
              </a:rPr>
              <a:t>综合公式</a:t>
            </a:r>
            <a:endParaRPr lang="zh-CN" altLang="en-US" sz="2800">
              <a:solidFill>
                <a:srgbClr val="FF0000"/>
              </a:solidFill>
              <a:latin typeface="Times New Roman" panose="02020603050405020304" pitchFamily="18" charset="0"/>
              <a:ea typeface="华文楷体" pitchFamily="2" charset="-122"/>
            </a:endParaRPr>
          </a:p>
        </p:txBody>
      </p:sp>
      <p:sp>
        <p:nvSpPr>
          <p:cNvPr id="8" name="TextBox 7"/>
          <p:cNvSpPr txBox="1">
            <a:spLocks noChangeArrowheads="1"/>
          </p:cNvSpPr>
          <p:nvPr/>
        </p:nvSpPr>
        <p:spPr bwMode="auto">
          <a:xfrm>
            <a:off x="5500688" y="2214563"/>
            <a:ext cx="1620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FF0000"/>
                </a:solidFill>
                <a:latin typeface="Times New Roman" panose="02020603050405020304" pitchFamily="18" charset="0"/>
                <a:ea typeface="华文楷体" pitchFamily="2" charset="-122"/>
              </a:rPr>
              <a:t>分析公式</a:t>
            </a:r>
            <a:endParaRPr lang="zh-CN" altLang="en-US" sz="2800">
              <a:solidFill>
                <a:srgbClr val="FF0000"/>
              </a:solidFill>
              <a:latin typeface="Times New Roman" panose="02020603050405020304" pitchFamily="18" charset="0"/>
              <a:ea typeface="华文楷体" pitchFamily="2" charset="-122"/>
            </a:endParaRPr>
          </a:p>
        </p:txBody>
      </p:sp>
      <p:sp>
        <p:nvSpPr>
          <p:cNvPr id="9" name="TextBox 8"/>
          <p:cNvSpPr txBox="1">
            <a:spLocks noChangeArrowheads="1"/>
          </p:cNvSpPr>
          <p:nvPr/>
        </p:nvSpPr>
        <p:spPr bwMode="auto">
          <a:xfrm>
            <a:off x="5500688" y="4403725"/>
            <a:ext cx="23542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FF0000"/>
                </a:solidFill>
                <a:latin typeface="Times New Roman" panose="02020603050405020304" pitchFamily="18" charset="0"/>
                <a:ea typeface="华文楷体" pitchFamily="2" charset="-122"/>
              </a:rPr>
              <a:t>(e</a:t>
            </a:r>
            <a:r>
              <a:rPr lang="en-US" altLang="zh-CN" sz="2400" baseline="30000">
                <a:solidFill>
                  <a:srgbClr val="FF0000"/>
                </a:solidFill>
                <a:latin typeface="Times New Roman" panose="02020603050405020304" pitchFamily="18" charset="0"/>
                <a:ea typeface="华文楷体" pitchFamily="2" charset="-122"/>
              </a:rPr>
              <a:t>j</a:t>
            </a:r>
            <a:r>
              <a:rPr lang="el-GR" altLang="zh-CN" sz="2400" i="1" baseline="30000">
                <a:solidFill>
                  <a:srgbClr val="FF0000"/>
                </a:solidFill>
                <a:latin typeface="Times New Roman" panose="02020603050405020304" pitchFamily="18" charset="0"/>
                <a:ea typeface="华文楷体" pitchFamily="2" charset="-122"/>
              </a:rPr>
              <a:t>ω</a:t>
            </a:r>
            <a:r>
              <a:rPr lang="en-US" altLang="zh-CN" sz="2400" i="1" baseline="30000">
                <a:solidFill>
                  <a:srgbClr val="FF0000"/>
                </a:solidFill>
                <a:latin typeface="Times New Roman" panose="02020603050405020304" pitchFamily="18" charset="0"/>
                <a:ea typeface="华文楷体" pitchFamily="2" charset="-122"/>
              </a:rPr>
              <a:t>t</a:t>
            </a:r>
            <a:r>
              <a:rPr lang="zh-CN" altLang="en-US" sz="2400">
                <a:solidFill>
                  <a:srgbClr val="FF0000"/>
                </a:solidFill>
                <a:latin typeface="Times New Roman" panose="02020603050405020304" pitchFamily="18" charset="0"/>
                <a:ea typeface="华文楷体" pitchFamily="2" charset="-122"/>
                <a:cs typeface="Times New Roman" panose="02020603050405020304" pitchFamily="18" charset="0"/>
              </a:rPr>
              <a:t>的线性组合</a:t>
            </a:r>
            <a:r>
              <a:rPr lang="en-US" altLang="zh-CN" sz="2400">
                <a:solidFill>
                  <a:srgbClr val="FF0000"/>
                </a:solidFill>
                <a:latin typeface="Times New Roman" panose="02020603050405020304" pitchFamily="18" charset="0"/>
                <a:ea typeface="华文楷体" pitchFamily="2" charset="-122"/>
                <a:cs typeface="Times New Roman" panose="02020603050405020304" pitchFamily="18" charset="0"/>
              </a:rPr>
              <a:t>)</a:t>
            </a:r>
            <a:endParaRPr lang="zh-CN" altLang="en-US" sz="2400">
              <a:solidFill>
                <a:srgbClr val="FF0000"/>
              </a:solidFill>
              <a:latin typeface="Times New Roman" panose="02020603050405020304" pitchFamily="18" charset="0"/>
              <a:ea typeface="华文楷体" pitchFamily="2" charset="-122"/>
            </a:endParaRPr>
          </a:p>
        </p:txBody>
      </p:sp>
      <p:sp>
        <p:nvSpPr>
          <p:cNvPr id="10" name="TextBox 9"/>
          <p:cNvSpPr txBox="1">
            <a:spLocks noChangeArrowheads="1"/>
          </p:cNvSpPr>
          <p:nvPr/>
        </p:nvSpPr>
        <p:spPr bwMode="auto">
          <a:xfrm>
            <a:off x="5500688" y="2728913"/>
            <a:ext cx="2373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FF0000"/>
                </a:solidFill>
                <a:latin typeface="Times New Roman" panose="02020603050405020304" pitchFamily="18" charset="0"/>
                <a:ea typeface="华文楷体" pitchFamily="2" charset="-122"/>
              </a:rPr>
              <a:t>(</a:t>
            </a:r>
            <a:r>
              <a:rPr lang="zh-CN" altLang="en-US" sz="2400">
                <a:solidFill>
                  <a:srgbClr val="FF0000"/>
                </a:solidFill>
                <a:latin typeface="Times New Roman" panose="02020603050405020304" pitchFamily="18" charset="0"/>
                <a:ea typeface="华文楷体" pitchFamily="2" charset="-122"/>
              </a:rPr>
              <a:t>获得</a:t>
            </a:r>
            <a:r>
              <a:rPr lang="en-US" altLang="zh-CN" sz="2400" i="1">
                <a:solidFill>
                  <a:srgbClr val="FF0000"/>
                </a:solidFill>
                <a:latin typeface="Times New Roman" panose="02020603050405020304" pitchFamily="18" charset="0"/>
                <a:ea typeface="华文楷体" pitchFamily="2" charset="-122"/>
              </a:rPr>
              <a:t>x</a:t>
            </a:r>
            <a:r>
              <a:rPr lang="en-US" altLang="zh-CN" sz="2400">
                <a:solidFill>
                  <a:srgbClr val="FF0000"/>
                </a:solidFill>
                <a:latin typeface="Times New Roman" panose="02020603050405020304" pitchFamily="18" charset="0"/>
                <a:ea typeface="华文楷体" pitchFamily="2" charset="-122"/>
              </a:rPr>
              <a:t>(</a:t>
            </a:r>
            <a:r>
              <a:rPr lang="en-US" altLang="zh-CN" sz="2400" i="1">
                <a:solidFill>
                  <a:srgbClr val="FF0000"/>
                </a:solidFill>
                <a:latin typeface="Times New Roman" panose="02020603050405020304" pitchFamily="18" charset="0"/>
                <a:ea typeface="华文楷体" pitchFamily="2" charset="-122"/>
              </a:rPr>
              <a:t>t</a:t>
            </a:r>
            <a:r>
              <a:rPr lang="en-US" altLang="zh-CN" sz="2400">
                <a:solidFill>
                  <a:srgbClr val="FF0000"/>
                </a:solidFill>
                <a:latin typeface="Times New Roman" panose="02020603050405020304" pitchFamily="18" charset="0"/>
                <a:ea typeface="华文楷体" pitchFamily="2" charset="-122"/>
              </a:rPr>
              <a:t>)</a:t>
            </a:r>
            <a:r>
              <a:rPr lang="zh-CN" altLang="en-US" sz="2400">
                <a:solidFill>
                  <a:srgbClr val="FF0000"/>
                </a:solidFill>
                <a:latin typeface="Times New Roman" panose="02020603050405020304" pitchFamily="18" charset="0"/>
                <a:ea typeface="华文楷体" pitchFamily="2" charset="-122"/>
              </a:rPr>
              <a:t>的频谱</a:t>
            </a:r>
            <a:r>
              <a:rPr lang="en-US" altLang="zh-CN" sz="2400">
                <a:solidFill>
                  <a:srgbClr val="FF0000"/>
                </a:solidFill>
                <a:latin typeface="Times New Roman" panose="02020603050405020304" pitchFamily="18" charset="0"/>
                <a:ea typeface="华文楷体" pitchFamily="2" charset="-122"/>
                <a:cs typeface="Times New Roman" panose="02020603050405020304" pitchFamily="18" charset="0"/>
              </a:rPr>
              <a:t>)</a:t>
            </a:r>
            <a:endParaRPr lang="zh-CN" altLang="en-US" sz="2400">
              <a:solidFill>
                <a:srgbClr val="FF0000"/>
              </a:solidFill>
              <a:latin typeface="Times New Roman" panose="02020603050405020304" pitchFamily="18" charset="0"/>
              <a:ea typeface="华文楷体" pitchFamily="2" charset="-122"/>
            </a:endParaRPr>
          </a:p>
        </p:txBody>
      </p:sp>
      <p:graphicFrame>
        <p:nvGraphicFramePr>
          <p:cNvPr id="75780" name="Object 4"/>
          <p:cNvGraphicFramePr>
            <a:graphicFrameLocks noChangeAspect="1"/>
          </p:cNvGraphicFramePr>
          <p:nvPr/>
        </p:nvGraphicFramePr>
        <p:xfrm>
          <a:off x="4000500" y="5778500"/>
          <a:ext cx="3500438" cy="1008063"/>
        </p:xfrm>
        <a:graphic>
          <a:graphicData uri="http://schemas.openxmlformats.org/presentationml/2006/ole">
            <mc:AlternateContent xmlns:mc="http://schemas.openxmlformats.org/markup-compatibility/2006">
              <mc:Choice xmlns:v="urn:schemas-microsoft-com:vml" Requires="v">
                <p:oleObj spid="_x0000_s7472" name="Equation" r:id="rId5" imgW="1587500" imgH="457200" progId="Equation.DSMT4">
                  <p:embed/>
                </p:oleObj>
              </mc:Choice>
              <mc:Fallback>
                <p:oleObj name="Equation" r:id="rId5" imgW="1587500" imgH="457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0500" y="5778500"/>
                        <a:ext cx="3500438" cy="100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2" name="矩形 11"/>
          <p:cNvSpPr>
            <a:spLocks noChangeArrowheads="1"/>
          </p:cNvSpPr>
          <p:nvPr/>
        </p:nvSpPr>
        <p:spPr bwMode="auto">
          <a:xfrm>
            <a:off x="1214438" y="3286125"/>
            <a:ext cx="2698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FF0000"/>
                </a:solidFill>
                <a:latin typeface="Times New Roman" panose="02020603050405020304" pitchFamily="18" charset="0"/>
                <a:ea typeface="华文楷体" pitchFamily="2" charset="-122"/>
              </a:rPr>
              <a:t>傅里叶反变换</a:t>
            </a:r>
            <a:r>
              <a:rPr lang="zh-CN" altLang="en-US" sz="2800">
                <a:solidFill>
                  <a:srgbClr val="000000"/>
                </a:solidFill>
                <a:latin typeface="Times New Roman" panose="02020603050405020304" pitchFamily="18" charset="0"/>
                <a:ea typeface="华文楷体" pitchFamily="2" charset="-122"/>
              </a:rPr>
              <a:t>：</a:t>
            </a:r>
            <a:endParaRPr lang="zh-CN" altLang="en-US" sz="1600"/>
          </a:p>
        </p:txBody>
      </p:sp>
      <p:graphicFrame>
        <p:nvGraphicFramePr>
          <p:cNvPr id="75781" name="Object 5"/>
          <p:cNvGraphicFramePr>
            <a:graphicFrameLocks noChangeAspect="1"/>
          </p:cNvGraphicFramePr>
          <p:nvPr/>
        </p:nvGraphicFramePr>
        <p:xfrm>
          <a:off x="2000250" y="6269038"/>
          <a:ext cx="1400175" cy="504825"/>
        </p:xfrm>
        <a:graphic>
          <a:graphicData uri="http://schemas.openxmlformats.org/presentationml/2006/ole">
            <mc:AlternateContent xmlns:mc="http://schemas.openxmlformats.org/markup-compatibility/2006">
              <mc:Choice xmlns:v="urn:schemas-microsoft-com:vml" Requires="v">
                <p:oleObj spid="_x0000_s7473" name="Equation" r:id="rId7" imgW="635000" imgH="228600" progId="Equation.DSMT4">
                  <p:embed/>
                </p:oleObj>
              </mc:Choice>
              <mc:Fallback>
                <p:oleObj name="Equation" r:id="rId7" imgW="6350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0250" y="6269038"/>
                        <a:ext cx="140017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2" name="Object 6"/>
          <p:cNvGraphicFramePr>
            <a:graphicFrameLocks noChangeAspect="1"/>
          </p:cNvGraphicFramePr>
          <p:nvPr/>
        </p:nvGraphicFramePr>
        <p:xfrm>
          <a:off x="2000250" y="5773738"/>
          <a:ext cx="2017713" cy="447675"/>
        </p:xfrm>
        <a:graphic>
          <a:graphicData uri="http://schemas.openxmlformats.org/presentationml/2006/ole">
            <mc:AlternateContent xmlns:mc="http://schemas.openxmlformats.org/markup-compatibility/2006">
              <mc:Choice xmlns:v="urn:schemas-microsoft-com:vml" Requires="v">
                <p:oleObj spid="_x0000_s7474" name="Equation" r:id="rId9" imgW="914400" imgH="203200" progId="Equation.DSMT4">
                  <p:embed/>
                </p:oleObj>
              </mc:Choice>
              <mc:Fallback>
                <p:oleObj name="Equation" r:id="rId9" imgW="914400" imgH="203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0250" y="5773738"/>
                        <a:ext cx="2017713"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矩形 14"/>
          <p:cNvSpPr/>
          <p:nvPr/>
        </p:nvSpPr>
        <p:spPr>
          <a:xfrm>
            <a:off x="4818368" y="5892586"/>
            <a:ext cx="2633951" cy="792163"/>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5782"/>
                                        </p:tgtEl>
                                        <p:attrNameLst>
                                          <p:attrName>style.visibility</p:attrName>
                                        </p:attrNameLst>
                                      </p:cBhvr>
                                      <p:to>
                                        <p:strVal val="visible"/>
                                      </p:to>
                                    </p:set>
                                    <p:animEffect transition="in" filter="blinds(horizontal)">
                                      <p:cBhvr>
                                        <p:cTn id="10" dur="500"/>
                                        <p:tgtEl>
                                          <p:spTgt spid="75782"/>
                                        </p:tgtEl>
                                      </p:cBhvr>
                                    </p:animEffect>
                                  </p:childTnLst>
                                </p:cTn>
                              </p:par>
                              <p:par>
                                <p:cTn id="11" presetID="3" presetClass="entr" presetSubtype="10" fill="hold" nodeType="withEffect">
                                  <p:stCondLst>
                                    <p:cond delay="0"/>
                                  </p:stCondLst>
                                  <p:childTnLst>
                                    <p:set>
                                      <p:cBhvr>
                                        <p:cTn id="12" dur="1" fill="hold">
                                          <p:stCondLst>
                                            <p:cond delay="0"/>
                                          </p:stCondLst>
                                        </p:cTn>
                                        <p:tgtEl>
                                          <p:spTgt spid="75781"/>
                                        </p:tgtEl>
                                        <p:attrNameLst>
                                          <p:attrName>style.visibility</p:attrName>
                                        </p:attrNameLst>
                                      </p:cBhvr>
                                      <p:to>
                                        <p:strVal val="visible"/>
                                      </p:to>
                                    </p:set>
                                    <p:animEffect transition="in" filter="blinds(horizontal)">
                                      <p:cBhvr>
                                        <p:cTn id="13" dur="500"/>
                                        <p:tgtEl>
                                          <p:spTgt spid="75781"/>
                                        </p:tgtEl>
                                      </p:cBhvr>
                                    </p:animEffect>
                                  </p:childTnLst>
                                </p:cTn>
                              </p:par>
                              <p:par>
                                <p:cTn id="14" presetID="3" presetClass="entr" presetSubtype="10" fill="hold" nodeType="withEffect">
                                  <p:stCondLst>
                                    <p:cond delay="0"/>
                                  </p:stCondLst>
                                  <p:childTnLst>
                                    <p:set>
                                      <p:cBhvr>
                                        <p:cTn id="15" dur="1" fill="hold">
                                          <p:stCondLst>
                                            <p:cond delay="0"/>
                                          </p:stCondLst>
                                        </p:cTn>
                                        <p:tgtEl>
                                          <p:spTgt spid="75780"/>
                                        </p:tgtEl>
                                        <p:attrNameLst>
                                          <p:attrName>style.visibility</p:attrName>
                                        </p:attrNameLst>
                                      </p:cBhvr>
                                      <p:to>
                                        <p:strVal val="visible"/>
                                      </p:to>
                                    </p:set>
                                    <p:animEffect transition="in" filter="blinds(horizontal)">
                                      <p:cBhvr>
                                        <p:cTn id="16" dur="500"/>
                                        <p:tgtEl>
                                          <p:spTgt spid="75780"/>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3" name="内容占位符 2"/>
          <p:cNvSpPr>
            <a:spLocks noGrp="1"/>
          </p:cNvSpPr>
          <p:nvPr>
            <p:ph idx="1"/>
          </p:nvPr>
        </p:nvSpPr>
        <p:spPr/>
        <p:txBody>
          <a:bodyPr/>
          <a:lstStyle/>
          <a:p>
            <a:pPr>
              <a:lnSpc>
                <a:spcPct val="120000"/>
              </a:lnSpc>
            </a:pPr>
            <a:r>
              <a:rPr lang="zh-CN" altLang="en-US" sz="2800" b="0"/>
              <a:t>二</a:t>
            </a:r>
            <a:r>
              <a:rPr lang="en-US" altLang="zh-CN" sz="2800" b="0"/>
              <a:t>. </a:t>
            </a:r>
            <a:r>
              <a:rPr lang="zh-CN" altLang="en-US" sz="2800" b="0"/>
              <a:t>傅里叶变换的收敛</a:t>
            </a:r>
            <a:endParaRPr lang="en-US" altLang="zh-CN" sz="2800" b="0"/>
          </a:p>
          <a:p>
            <a:pPr lvl="1">
              <a:lnSpc>
                <a:spcPct val="120000"/>
              </a:lnSpc>
            </a:pPr>
            <a:r>
              <a:rPr lang="zh-CN" altLang="en-US" b="0"/>
              <a:t>既然傅里叶变换是从周期信号的傅里叶级数引出的，傅里叶变换的收敛问题就应该和傅里叶级数的收敛相一致。</a:t>
            </a:r>
            <a:endParaRPr lang="en-US" altLang="zh-CN" b="0"/>
          </a:p>
          <a:p>
            <a:pPr lvl="1">
              <a:lnSpc>
                <a:spcPct val="120000"/>
              </a:lnSpc>
            </a:pPr>
            <a:r>
              <a:rPr lang="zh-CN" altLang="en-US" b="0"/>
              <a:t>也有对应的两组条件：</a:t>
            </a:r>
            <a:endParaRPr lang="zh-CN" altLang="en-US" b="0"/>
          </a:p>
          <a:p>
            <a:pPr lvl="1">
              <a:lnSpc>
                <a:spcPct val="120000"/>
              </a:lnSpc>
            </a:pPr>
            <a:r>
              <a:rPr lang="en-US" altLang="zh-CN" b="0"/>
              <a:t>1. </a:t>
            </a:r>
            <a:r>
              <a:rPr lang="zh-CN" altLang="en-US" b="0">
                <a:solidFill>
                  <a:srgbClr val="FF0000"/>
                </a:solidFill>
              </a:rPr>
              <a:t>平方可积条件</a:t>
            </a:r>
            <a:r>
              <a:rPr lang="zh-CN" altLang="en-US" b="0"/>
              <a:t>：</a:t>
            </a:r>
            <a:endParaRPr lang="zh-CN" altLang="en-US"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F5E8CE9-D3C6-4F0F-9A01-FA464EBD3AFB}"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2" name="Group 8"/>
          <p:cNvGrpSpPr/>
          <p:nvPr/>
        </p:nvGrpSpPr>
        <p:grpSpPr bwMode="auto">
          <a:xfrm>
            <a:off x="1857375" y="4862513"/>
            <a:ext cx="5429250" cy="781050"/>
            <a:chOff x="672" y="816"/>
            <a:chExt cx="3420" cy="492"/>
          </a:xfrm>
        </p:grpSpPr>
        <p:sp>
          <p:nvSpPr>
            <p:cNvPr id="8201" name="Text Box 9"/>
            <p:cNvSpPr txBox="1">
              <a:spLocks noChangeArrowheads="1"/>
            </p:cNvSpPr>
            <p:nvPr/>
          </p:nvSpPr>
          <p:spPr bwMode="auto">
            <a:xfrm>
              <a:off x="672" y="912"/>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若</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8194" name="Object 2"/>
            <p:cNvGraphicFramePr>
              <a:graphicFrameLocks noChangeAspect="1"/>
            </p:cNvGraphicFramePr>
            <p:nvPr/>
          </p:nvGraphicFramePr>
          <p:xfrm>
            <a:off x="987" y="816"/>
            <a:ext cx="1335" cy="492"/>
          </p:xfrm>
          <a:graphic>
            <a:graphicData uri="http://schemas.openxmlformats.org/presentationml/2006/ole">
              <mc:AlternateContent xmlns:mc="http://schemas.openxmlformats.org/markup-compatibility/2006">
                <mc:Choice xmlns:v="urn:schemas-microsoft-com:vml" Requires="v">
                  <p:oleObj spid="_x0000_s8314" name="Equation" r:id="rId1" imgW="964565" imgH="355600" progId="Equation.DSMT4">
                    <p:embed/>
                  </p:oleObj>
                </mc:Choice>
                <mc:Fallback>
                  <p:oleObj name="Equation" r:id="rId1" imgW="964565" imgH="355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 y="816"/>
                          <a:ext cx="1335" cy="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02" name="Text Box 11"/>
            <p:cNvSpPr txBox="1">
              <a:spLocks noChangeArrowheads="1"/>
            </p:cNvSpPr>
            <p:nvPr/>
          </p:nvSpPr>
          <p:spPr bwMode="auto">
            <a:xfrm>
              <a:off x="2300" y="912"/>
              <a:ext cx="17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则            存在。</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8195" name="Object 3"/>
            <p:cNvGraphicFramePr>
              <a:graphicFrameLocks noChangeAspect="1"/>
            </p:cNvGraphicFramePr>
            <p:nvPr/>
          </p:nvGraphicFramePr>
          <p:xfrm>
            <a:off x="2608" y="960"/>
            <a:ext cx="633" cy="281"/>
          </p:xfrm>
          <a:graphic>
            <a:graphicData uri="http://schemas.openxmlformats.org/presentationml/2006/ole">
              <mc:AlternateContent xmlns:mc="http://schemas.openxmlformats.org/markup-compatibility/2006">
                <mc:Choice xmlns:v="urn:schemas-microsoft-com:vml" Requires="v">
                  <p:oleObj spid="_x0000_s8315" name="Equation" r:id="rId3" imgW="457200" imgH="203200" progId="Equation.DSMT4">
                    <p:embed/>
                  </p:oleObj>
                </mc:Choice>
                <mc:Fallback>
                  <p:oleObj name="Equation" r:id="rId3" imgW="4572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8" y="960"/>
                          <a:ext cx="633"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 name="Text Box 2"/>
          <p:cNvSpPr txBox="1">
            <a:spLocks noChangeArrowheads="1"/>
          </p:cNvSpPr>
          <p:nvPr/>
        </p:nvSpPr>
        <p:spPr bwMode="auto">
          <a:xfrm>
            <a:off x="876300" y="5715000"/>
            <a:ext cx="79105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华文楷体" pitchFamily="2" charset="-122"/>
                <a:ea typeface="华文楷体" pitchFamily="2" charset="-122"/>
                <a:cs typeface="楷体_GB2312" panose="02010609030101010101" pitchFamily="49" charset="-122"/>
              </a:rPr>
              <a:t>这表明能量有限的信号其傅里叶变换一定存在。</a:t>
            </a:r>
            <a:endParaRPr lang="zh-CN" altLang="en-US" sz="2800">
              <a:latin typeface="华文楷体" pitchFamily="2" charset="-122"/>
              <a:ea typeface="华文楷体" pitchFamily="2" charset="-122"/>
              <a:cs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9222" name="内容占位符 2"/>
          <p:cNvSpPr>
            <a:spLocks noGrp="1"/>
          </p:cNvSpPr>
          <p:nvPr>
            <p:ph idx="1"/>
          </p:nvPr>
        </p:nvSpPr>
        <p:spPr/>
        <p:txBody>
          <a:bodyPr/>
          <a:lstStyle/>
          <a:p>
            <a:pPr lvl="1"/>
            <a:r>
              <a:rPr lang="en-US" altLang="zh-CN" b="0"/>
              <a:t>2. </a:t>
            </a:r>
            <a:r>
              <a:rPr lang="en-US" altLang="zh-CN" b="0">
                <a:solidFill>
                  <a:srgbClr val="FF0000"/>
                </a:solidFill>
              </a:rPr>
              <a:t>Dirichlet</a:t>
            </a:r>
            <a:r>
              <a:rPr lang="zh-CN" altLang="en-US" b="0">
                <a:solidFill>
                  <a:srgbClr val="FF0000"/>
                </a:solidFill>
              </a:rPr>
              <a:t>条件</a:t>
            </a:r>
            <a:r>
              <a:rPr lang="zh-CN" altLang="en-US" b="0"/>
              <a:t>：</a:t>
            </a:r>
            <a:endParaRPr lang="zh-CN" altLang="en-US"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39AD142-60A3-47A6-8B2F-380D07D1AE99}"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2" name="Group 4"/>
          <p:cNvGrpSpPr/>
          <p:nvPr/>
        </p:nvGrpSpPr>
        <p:grpSpPr bwMode="auto">
          <a:xfrm>
            <a:off x="1009650" y="1857375"/>
            <a:ext cx="5133975" cy="727075"/>
            <a:chOff x="678" y="2075"/>
            <a:chExt cx="3234" cy="458"/>
          </a:xfrm>
        </p:grpSpPr>
        <p:graphicFrame>
          <p:nvGraphicFramePr>
            <p:cNvPr id="9220" name="Object 2"/>
            <p:cNvGraphicFramePr>
              <a:graphicFrameLocks noChangeAspect="1"/>
            </p:cNvGraphicFramePr>
            <p:nvPr/>
          </p:nvGraphicFramePr>
          <p:xfrm>
            <a:off x="2416" y="2075"/>
            <a:ext cx="1496" cy="458"/>
          </p:xfrm>
          <a:graphic>
            <a:graphicData uri="http://schemas.openxmlformats.org/presentationml/2006/ole">
              <mc:AlternateContent xmlns:mc="http://schemas.openxmlformats.org/markup-compatibility/2006">
                <mc:Choice xmlns:v="urn:schemas-microsoft-com:vml" Requires="v">
                  <p:oleObj spid="_x0000_s9398" name="Equation" r:id="rId1" imgW="901065" imgH="330200" progId="Equation.DSMT4">
                    <p:embed/>
                  </p:oleObj>
                </mc:Choice>
                <mc:Fallback>
                  <p:oleObj name="Equation" r:id="rId1" imgW="901065" imgH="330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6" y="2075"/>
                          <a:ext cx="1496"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30" name="Text Box 6"/>
            <p:cNvSpPr txBox="1">
              <a:spLocks noChangeArrowheads="1"/>
            </p:cNvSpPr>
            <p:nvPr/>
          </p:nvSpPr>
          <p:spPr bwMode="auto">
            <a:xfrm>
              <a:off x="678" y="2160"/>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华文楷体" pitchFamily="2" charset="-122"/>
                  <a:cs typeface="楷体_GB2312" panose="02010609030101010101" pitchFamily="49" charset="-122"/>
                </a:rPr>
                <a:t>a.</a:t>
              </a:r>
              <a:endParaRPr lang="en-US" altLang="zh-CN" sz="2800">
                <a:latin typeface="Times New Roman" panose="02020603050405020304" pitchFamily="18" charset="0"/>
                <a:ea typeface="华文楷体" pitchFamily="2" charset="-122"/>
                <a:cs typeface="楷体_GB2312" panose="02010609030101010101" pitchFamily="49" charset="-122"/>
              </a:endParaRPr>
            </a:p>
          </p:txBody>
        </p:sp>
        <p:sp>
          <p:nvSpPr>
            <p:cNvPr id="9231" name="Text Box 7"/>
            <p:cNvSpPr txBox="1">
              <a:spLocks noChangeArrowheads="1"/>
            </p:cNvSpPr>
            <p:nvPr/>
          </p:nvSpPr>
          <p:spPr bwMode="auto">
            <a:xfrm>
              <a:off x="966" y="2160"/>
              <a:ext cx="17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绝对可积条件</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pSp>
      <p:grpSp>
        <p:nvGrpSpPr>
          <p:cNvPr id="3" name="Group 14"/>
          <p:cNvGrpSpPr/>
          <p:nvPr/>
        </p:nvGrpSpPr>
        <p:grpSpPr bwMode="auto">
          <a:xfrm>
            <a:off x="1000125" y="2643188"/>
            <a:ext cx="7429500" cy="1203325"/>
            <a:chOff x="672" y="2589"/>
            <a:chExt cx="4680" cy="758"/>
          </a:xfrm>
        </p:grpSpPr>
        <p:sp>
          <p:nvSpPr>
            <p:cNvPr id="9229" name="Rectangle 15"/>
            <p:cNvSpPr>
              <a:spLocks noChangeArrowheads="1"/>
            </p:cNvSpPr>
            <p:nvPr/>
          </p:nvSpPr>
          <p:spPr bwMode="auto">
            <a:xfrm>
              <a:off x="672" y="2589"/>
              <a:ext cx="4680" cy="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Clr>
                  <a:schemeClr val="hlink"/>
                </a:buClr>
                <a:buSzPct val="75000"/>
                <a:buFont typeface="Wingdings" panose="05000000000000000000" pitchFamily="2" charset="2"/>
                <a:buNone/>
              </a:pPr>
              <a:r>
                <a:rPr lang="en-US" altLang="zh-CN" sz="2800">
                  <a:latin typeface="Times New Roman" panose="02020603050405020304" pitchFamily="18" charset="0"/>
                  <a:ea typeface="华文楷体" pitchFamily="2" charset="-122"/>
                  <a:cs typeface="楷体_GB2312" panose="02010609030101010101" pitchFamily="49" charset="-122"/>
                </a:rPr>
                <a:t>b. </a:t>
              </a:r>
              <a:r>
                <a:rPr lang="zh-CN" altLang="en-US" sz="2800">
                  <a:latin typeface="Times New Roman" panose="02020603050405020304" pitchFamily="18" charset="0"/>
                  <a:ea typeface="华文楷体" pitchFamily="2" charset="-122"/>
                  <a:cs typeface="楷体_GB2312" panose="02010609030101010101" pitchFamily="49" charset="-122"/>
                </a:rPr>
                <a:t>在任何有限区间内，      只有有限个极值点，   且极值有限。</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9219" name="Object 3"/>
            <p:cNvGraphicFramePr>
              <a:graphicFrameLocks noChangeAspect="1"/>
            </p:cNvGraphicFramePr>
            <p:nvPr/>
          </p:nvGraphicFramePr>
          <p:xfrm>
            <a:off x="2905" y="2686"/>
            <a:ext cx="467" cy="281"/>
          </p:xfrm>
          <a:graphic>
            <a:graphicData uri="http://schemas.openxmlformats.org/presentationml/2006/ole">
              <mc:AlternateContent xmlns:mc="http://schemas.openxmlformats.org/markup-compatibility/2006">
                <mc:Choice xmlns:v="urn:schemas-microsoft-com:vml" Requires="v">
                  <p:oleObj spid="_x0000_s9399" name="Equation" r:id="rId3" imgW="279400" imgH="203200" progId="Equation.DSMT4">
                    <p:embed/>
                  </p:oleObj>
                </mc:Choice>
                <mc:Fallback>
                  <p:oleObj name="Equation" r:id="rId3" imgW="2794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5" y="2686"/>
                          <a:ext cx="467"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7"/>
          <p:cNvGrpSpPr/>
          <p:nvPr/>
        </p:nvGrpSpPr>
        <p:grpSpPr bwMode="auto">
          <a:xfrm>
            <a:off x="1017588" y="3786188"/>
            <a:ext cx="7269162" cy="1168400"/>
            <a:chOff x="683" y="3379"/>
            <a:chExt cx="4579" cy="736"/>
          </a:xfrm>
        </p:grpSpPr>
        <p:sp>
          <p:nvSpPr>
            <p:cNvPr id="9228" name="Rectangle 18"/>
            <p:cNvSpPr>
              <a:spLocks noChangeArrowheads="1"/>
            </p:cNvSpPr>
            <p:nvPr/>
          </p:nvSpPr>
          <p:spPr bwMode="auto">
            <a:xfrm>
              <a:off x="683" y="3379"/>
              <a:ext cx="4579" cy="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800" dirty="0">
                  <a:latin typeface="Times New Roman" panose="02020603050405020304" pitchFamily="18" charset="0"/>
                  <a:ea typeface="华文楷体" pitchFamily="2" charset="-122"/>
                  <a:cs typeface="楷体_GB2312" panose="02010609030101010101" pitchFamily="49" charset="-122"/>
                </a:rPr>
                <a:t>c. </a:t>
              </a:r>
              <a:r>
                <a:rPr lang="zh-CN" altLang="en-US" sz="2800" dirty="0">
                  <a:latin typeface="Times New Roman" panose="02020603050405020304" pitchFamily="18" charset="0"/>
                  <a:ea typeface="华文楷体" pitchFamily="2" charset="-122"/>
                  <a:cs typeface="楷体_GB2312" panose="02010609030101010101" pitchFamily="49" charset="-122"/>
                </a:rPr>
                <a:t>在任何有限区间内，       只有有限个间断点，且在这些间断点上，函数值有限。</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aphicFrame>
          <p:nvGraphicFramePr>
            <p:cNvPr id="9218" name="Object 4"/>
            <p:cNvGraphicFramePr>
              <a:graphicFrameLocks noChangeAspect="1"/>
            </p:cNvGraphicFramePr>
            <p:nvPr/>
          </p:nvGraphicFramePr>
          <p:xfrm>
            <a:off x="2922" y="3475"/>
            <a:ext cx="433" cy="281"/>
          </p:xfrm>
          <a:graphic>
            <a:graphicData uri="http://schemas.openxmlformats.org/presentationml/2006/ole">
              <mc:AlternateContent xmlns:mc="http://schemas.openxmlformats.org/markup-compatibility/2006">
                <mc:Choice xmlns:v="urn:schemas-microsoft-com:vml" Requires="v">
                  <p:oleObj spid="_x0000_s9400" name="Equation" r:id="rId5" imgW="279400" imgH="203200" progId="Equation.DSMT4">
                    <p:embed/>
                  </p:oleObj>
                </mc:Choice>
                <mc:Fallback>
                  <p:oleObj name="Equation" r:id="rId5" imgW="279400" imgH="2032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2" y="3475"/>
                          <a:ext cx="433"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 name="矩形 14"/>
          <p:cNvSpPr>
            <a:spLocks noChangeArrowheads="1"/>
          </p:cNvSpPr>
          <p:nvPr/>
        </p:nvSpPr>
        <p:spPr bwMode="auto">
          <a:xfrm>
            <a:off x="1071563" y="5045075"/>
            <a:ext cx="735806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a:spcBef>
                <a:spcPct val="20000"/>
              </a:spcBef>
            </a:pPr>
            <a:r>
              <a:rPr lang="en-US" altLang="zh-CN" sz="2800">
                <a:solidFill>
                  <a:srgbClr val="000000"/>
                </a:solidFill>
                <a:latin typeface="Times New Roman" panose="02020603050405020304" pitchFamily="18" charset="0"/>
                <a:ea typeface="华文楷体" pitchFamily="2" charset="-122"/>
              </a:rPr>
              <a:t>Dirichlet</a:t>
            </a:r>
            <a:r>
              <a:rPr lang="zh-CN" altLang="en-US" sz="2800">
                <a:solidFill>
                  <a:srgbClr val="000000"/>
                </a:solidFill>
                <a:latin typeface="Times New Roman" panose="02020603050405020304" pitchFamily="18" charset="0"/>
                <a:ea typeface="华文楷体" pitchFamily="2" charset="-122"/>
              </a:rPr>
              <a:t>条件保证在间断点之外</a:t>
            </a:r>
            <a:r>
              <a:rPr lang="en-US" altLang="zh-CN" sz="2800" i="1">
                <a:solidFill>
                  <a:srgbClr val="000000"/>
                </a:solidFill>
                <a:latin typeface="Times New Roman" panose="02020603050405020304" pitchFamily="18" charset="0"/>
                <a:ea typeface="华文楷体" pitchFamily="2" charset="-122"/>
              </a:rPr>
              <a:t>x</a:t>
            </a:r>
            <a:r>
              <a:rPr lang="en-US" altLang="zh-CN" sz="2800">
                <a:solidFill>
                  <a:srgbClr val="000000"/>
                </a:solidFill>
                <a:latin typeface="Times New Roman" panose="02020603050405020304" pitchFamily="18" charset="0"/>
                <a:ea typeface="华文楷体" pitchFamily="2" charset="-122"/>
              </a:rPr>
              <a:t>(</a:t>
            </a:r>
            <a:r>
              <a:rPr lang="en-US" altLang="zh-CN" sz="2800" i="1">
                <a:solidFill>
                  <a:srgbClr val="000000"/>
                </a:solidFill>
                <a:latin typeface="Times New Roman" panose="02020603050405020304" pitchFamily="18" charset="0"/>
                <a:ea typeface="华文楷体" pitchFamily="2" charset="-122"/>
              </a:rPr>
              <a:t>t</a:t>
            </a:r>
            <a:r>
              <a:rPr lang="en-US" altLang="zh-CN" sz="2800">
                <a:solidFill>
                  <a:srgbClr val="000000"/>
                </a:solidFill>
                <a:latin typeface="Times New Roman" panose="02020603050405020304" pitchFamily="18" charset="0"/>
                <a:ea typeface="华文楷体" pitchFamily="2" charset="-122"/>
              </a:rPr>
              <a:t>)</a:t>
            </a:r>
            <a:r>
              <a:rPr lang="zh-CN" altLang="en-US" sz="2800">
                <a:solidFill>
                  <a:srgbClr val="000000"/>
                </a:solidFill>
                <a:latin typeface="Times New Roman" panose="02020603050405020304" pitchFamily="18" charset="0"/>
                <a:ea typeface="华文楷体" pitchFamily="2" charset="-122"/>
              </a:rPr>
              <a:t>等于</a:t>
            </a:r>
            <a:r>
              <a:rPr lang="en-US" altLang="zh-CN" sz="2800" i="1">
                <a:solidFill>
                  <a:srgbClr val="000000"/>
                </a:solidFill>
                <a:latin typeface="Times New Roman" panose="02020603050405020304" pitchFamily="18" charset="0"/>
                <a:ea typeface="华文楷体" pitchFamily="2" charset="-122"/>
              </a:rPr>
              <a:t>X</a:t>
            </a:r>
            <a:r>
              <a:rPr lang="en-US" altLang="zh-CN" sz="2800">
                <a:solidFill>
                  <a:srgbClr val="000000"/>
                </a:solidFill>
                <a:latin typeface="Times New Roman" panose="02020603050405020304" pitchFamily="18" charset="0"/>
                <a:ea typeface="华文楷体" pitchFamily="2" charset="-122"/>
              </a:rPr>
              <a:t>(j</a:t>
            </a:r>
            <a:r>
              <a:rPr lang="el-GR" altLang="zh-CN" sz="2800" i="1">
                <a:solidFill>
                  <a:srgbClr val="000000"/>
                </a:solidFill>
                <a:latin typeface="Times New Roman" panose="02020603050405020304" pitchFamily="18" charset="0"/>
                <a:ea typeface="华文楷体" pitchFamily="2" charset="-122"/>
                <a:cs typeface="Times New Roman" panose="02020603050405020304" pitchFamily="18" charset="0"/>
              </a:rPr>
              <a:t>ω</a:t>
            </a:r>
            <a:r>
              <a:rPr lang="en-US" altLang="zh-CN" sz="2800">
                <a:solidFill>
                  <a:srgbClr val="000000"/>
                </a:solidFill>
                <a:latin typeface="Times New Roman" panose="02020603050405020304" pitchFamily="18" charset="0"/>
                <a:ea typeface="华文楷体" pitchFamily="2" charset="-122"/>
                <a:cs typeface="Times New Roman" panose="02020603050405020304" pitchFamily="18" charset="0"/>
              </a:rPr>
              <a:t>)</a:t>
            </a:r>
            <a:r>
              <a:rPr lang="zh-CN" altLang="en-US" sz="2800">
                <a:solidFill>
                  <a:srgbClr val="000000"/>
                </a:solidFill>
                <a:latin typeface="Times New Roman" panose="02020603050405020304" pitchFamily="18" charset="0"/>
                <a:ea typeface="华文楷体" pitchFamily="2" charset="-122"/>
                <a:cs typeface="Times New Roman" panose="02020603050405020304" pitchFamily="18" charset="0"/>
              </a:rPr>
              <a:t>的反变换</a:t>
            </a:r>
            <a:r>
              <a:rPr lang="zh-CN" altLang="en-US" sz="2800">
                <a:solidFill>
                  <a:srgbClr val="000000"/>
                </a:solidFill>
                <a:latin typeface="Times New Roman" panose="02020603050405020304" pitchFamily="18" charset="0"/>
                <a:ea typeface="华文楷体" pitchFamily="2" charset="-122"/>
              </a:rPr>
              <a:t>；而在间断点上，</a:t>
            </a:r>
            <a:r>
              <a:rPr lang="en-US" altLang="zh-CN" sz="2800" i="1">
                <a:solidFill>
                  <a:srgbClr val="000000"/>
                </a:solidFill>
                <a:latin typeface="Times New Roman" panose="02020603050405020304" pitchFamily="18" charset="0"/>
                <a:ea typeface="华文楷体" pitchFamily="2" charset="-122"/>
              </a:rPr>
              <a:t> X</a:t>
            </a:r>
            <a:r>
              <a:rPr lang="en-US" altLang="zh-CN" sz="2800">
                <a:solidFill>
                  <a:srgbClr val="000000"/>
                </a:solidFill>
                <a:latin typeface="Times New Roman" panose="02020603050405020304" pitchFamily="18" charset="0"/>
                <a:ea typeface="华文楷体" pitchFamily="2" charset="-122"/>
              </a:rPr>
              <a:t>(j</a:t>
            </a:r>
            <a:r>
              <a:rPr lang="el-GR" altLang="zh-CN" sz="2800" i="1">
                <a:solidFill>
                  <a:srgbClr val="000000"/>
                </a:solidFill>
                <a:latin typeface="Times New Roman" panose="02020603050405020304" pitchFamily="18" charset="0"/>
                <a:ea typeface="华文楷体" pitchFamily="2" charset="-122"/>
              </a:rPr>
              <a:t>ω</a:t>
            </a:r>
            <a:r>
              <a:rPr lang="en-US" altLang="zh-CN" sz="2800">
                <a:solidFill>
                  <a:srgbClr val="000000"/>
                </a:solidFill>
                <a:latin typeface="Times New Roman" panose="02020603050405020304" pitchFamily="18" charset="0"/>
                <a:ea typeface="华文楷体" pitchFamily="2" charset="-122"/>
              </a:rPr>
              <a:t>)</a:t>
            </a:r>
            <a:r>
              <a:rPr lang="zh-CN" altLang="en-US" sz="2800">
                <a:solidFill>
                  <a:srgbClr val="000000"/>
                </a:solidFill>
                <a:latin typeface="Times New Roman" panose="02020603050405020304" pitchFamily="18" charset="0"/>
                <a:ea typeface="华文楷体" pitchFamily="2" charset="-122"/>
              </a:rPr>
              <a:t>的反变换等于</a:t>
            </a:r>
            <a:r>
              <a:rPr lang="en-US" altLang="zh-CN" sz="2800" i="1">
                <a:solidFill>
                  <a:srgbClr val="000000"/>
                </a:solidFill>
                <a:latin typeface="Times New Roman" panose="02020603050405020304" pitchFamily="18" charset="0"/>
                <a:ea typeface="华文楷体" pitchFamily="2" charset="-122"/>
              </a:rPr>
              <a:t>x</a:t>
            </a:r>
            <a:r>
              <a:rPr lang="en-US" altLang="zh-CN" sz="2800">
                <a:solidFill>
                  <a:srgbClr val="000000"/>
                </a:solidFill>
                <a:latin typeface="Times New Roman" panose="02020603050405020304" pitchFamily="18" charset="0"/>
                <a:ea typeface="华文楷体" pitchFamily="2" charset="-122"/>
              </a:rPr>
              <a:t>(</a:t>
            </a:r>
            <a:r>
              <a:rPr lang="en-US" altLang="zh-CN" sz="2800" i="1">
                <a:solidFill>
                  <a:srgbClr val="000000"/>
                </a:solidFill>
                <a:latin typeface="Times New Roman" panose="02020603050405020304" pitchFamily="18" charset="0"/>
                <a:ea typeface="华文楷体" pitchFamily="2" charset="-122"/>
              </a:rPr>
              <a:t>t</a:t>
            </a:r>
            <a:r>
              <a:rPr lang="en-US" altLang="zh-CN" sz="2800">
                <a:solidFill>
                  <a:srgbClr val="000000"/>
                </a:solidFill>
                <a:latin typeface="Times New Roman" panose="02020603050405020304" pitchFamily="18" charset="0"/>
                <a:ea typeface="华文楷体" pitchFamily="2" charset="-122"/>
              </a:rPr>
              <a:t>)</a:t>
            </a:r>
            <a:r>
              <a:rPr lang="zh-CN" altLang="en-US" sz="2800">
                <a:solidFill>
                  <a:srgbClr val="000000"/>
                </a:solidFill>
                <a:latin typeface="Times New Roman" panose="02020603050405020304" pitchFamily="18" charset="0"/>
                <a:ea typeface="华文楷体" pitchFamily="2" charset="-122"/>
              </a:rPr>
              <a:t>间断点两边值的平均值。</a:t>
            </a:r>
            <a:endParaRPr lang="en-US" altLang="zh-CN" sz="2800">
              <a:solidFill>
                <a:srgbClr val="000000"/>
              </a:solidFill>
              <a:latin typeface="Times New Roman" panose="02020603050405020304" pitchFamily="18" charset="0"/>
              <a:ea typeface="华文楷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3" name="内容占位符 2"/>
          <p:cNvSpPr>
            <a:spLocks noGrp="1"/>
          </p:cNvSpPr>
          <p:nvPr>
            <p:ph idx="1"/>
          </p:nvPr>
        </p:nvSpPr>
        <p:spPr/>
        <p:txBody>
          <a:bodyPr/>
          <a:lstStyle/>
          <a:p>
            <a:pPr>
              <a:lnSpc>
                <a:spcPct val="150000"/>
              </a:lnSpc>
              <a:spcBef>
                <a:spcPts val="0"/>
              </a:spcBef>
              <a:spcAft>
                <a:spcPts val="600"/>
              </a:spcAft>
            </a:pPr>
            <a:r>
              <a:rPr lang="zh-CN" altLang="en-US" b="0" dirty="0"/>
              <a:t>两组条件并不完全等价。它们都是傅里叶变换存在的</a:t>
            </a:r>
            <a:r>
              <a:rPr lang="zh-CN" altLang="en-US" b="0" dirty="0">
                <a:solidFill>
                  <a:srgbClr val="FF0000"/>
                </a:solidFill>
              </a:rPr>
              <a:t>充分条件</a:t>
            </a:r>
            <a:r>
              <a:rPr lang="zh-CN" altLang="en-US" b="0" dirty="0"/>
              <a:t>。</a:t>
            </a:r>
            <a:endParaRPr lang="en-US" altLang="zh-CN" b="0" dirty="0"/>
          </a:p>
          <a:p>
            <a:pPr>
              <a:lnSpc>
                <a:spcPct val="150000"/>
              </a:lnSpc>
              <a:spcBef>
                <a:spcPts val="0"/>
              </a:spcBef>
              <a:spcAft>
                <a:spcPts val="600"/>
              </a:spcAft>
            </a:pPr>
            <a:r>
              <a:rPr lang="zh-CN" altLang="en-US" b="0" dirty="0"/>
              <a:t>和周期信号的情况一样，当 </a:t>
            </a:r>
            <a:r>
              <a:rPr lang="en-US" altLang="zh-CN" b="0" i="1" dirty="0"/>
              <a:t>x</a:t>
            </a:r>
            <a:r>
              <a:rPr lang="en-US" altLang="zh-CN" b="0" dirty="0"/>
              <a:t>(</a:t>
            </a:r>
            <a:r>
              <a:rPr lang="en-US" altLang="zh-CN" b="0" i="1" dirty="0"/>
              <a:t>t</a:t>
            </a:r>
            <a:r>
              <a:rPr lang="en-US" altLang="zh-CN" b="0" dirty="0"/>
              <a:t>)</a:t>
            </a:r>
            <a:r>
              <a:rPr lang="zh-CN" altLang="en-US" b="0" dirty="0"/>
              <a:t>的傅里叶变换</a:t>
            </a:r>
            <a:r>
              <a:rPr lang="en-US" altLang="zh-CN" b="0" i="1" dirty="0">
                <a:solidFill>
                  <a:srgbClr val="000000"/>
                </a:solidFill>
              </a:rPr>
              <a:t>X</a:t>
            </a:r>
            <a:r>
              <a:rPr lang="en-US" altLang="zh-CN" b="0" dirty="0">
                <a:solidFill>
                  <a:srgbClr val="000000"/>
                </a:solidFill>
              </a:rPr>
              <a:t>(j</a:t>
            </a:r>
            <a:r>
              <a:rPr lang="el-GR" altLang="zh-CN" b="0" i="1" dirty="0">
                <a:solidFill>
                  <a:srgbClr val="000000"/>
                </a:solidFill>
                <a:cs typeface="Times New Roman" panose="02020603050405020304" pitchFamily="18" charset="0"/>
              </a:rPr>
              <a:t>ω</a:t>
            </a:r>
            <a:r>
              <a:rPr lang="en-US" altLang="zh-CN" b="0" dirty="0">
                <a:solidFill>
                  <a:srgbClr val="000000"/>
                </a:solidFill>
                <a:cs typeface="Times New Roman" panose="02020603050405020304" pitchFamily="18" charset="0"/>
              </a:rPr>
              <a:t>)</a:t>
            </a:r>
            <a:r>
              <a:rPr lang="zh-CN" altLang="en-US" b="0" dirty="0"/>
              <a:t>存在时，其反变换在间断点附近会产生</a:t>
            </a:r>
            <a:r>
              <a:rPr lang="en-US" altLang="zh-CN" b="0" dirty="0"/>
              <a:t>Gibbs </a:t>
            </a:r>
            <a:r>
              <a:rPr lang="zh-CN" altLang="en-US" b="0" dirty="0"/>
              <a:t>现象。</a:t>
            </a:r>
            <a:endParaRPr lang="zh-CN" altLang="en-US"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C49421F-B62E-4E8B-8AB4-BFA30049DE33}"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6"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10267" name="内容占位符 2"/>
          <p:cNvSpPr>
            <a:spLocks noGrp="1"/>
          </p:cNvSpPr>
          <p:nvPr>
            <p:ph idx="1"/>
          </p:nvPr>
        </p:nvSpPr>
        <p:spPr/>
        <p:txBody>
          <a:bodyPr/>
          <a:lstStyle/>
          <a:p>
            <a:r>
              <a:rPr lang="zh-CN" altLang="en-US" sz="2800" b="0"/>
              <a:t>三</a:t>
            </a:r>
            <a:r>
              <a:rPr lang="en-US" altLang="zh-CN" sz="2800" b="0"/>
              <a:t>. </a:t>
            </a:r>
            <a:r>
              <a:rPr lang="zh-CN" altLang="en-US" sz="2800" b="0"/>
              <a:t>常见信号的傅里叶变换：</a:t>
            </a:r>
            <a:endParaRPr lang="zh-CN" altLang="en-US" sz="2800"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54384A1-78A5-48BA-8AF2-F881D4C2E643}"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10269" name="Group 4"/>
          <p:cNvGrpSpPr/>
          <p:nvPr/>
        </p:nvGrpSpPr>
        <p:grpSpPr bwMode="auto">
          <a:xfrm>
            <a:off x="914400" y="1795463"/>
            <a:ext cx="3448050" cy="503237"/>
            <a:chOff x="576" y="897"/>
            <a:chExt cx="2172" cy="317"/>
          </a:xfrm>
        </p:grpSpPr>
        <p:sp>
          <p:nvSpPr>
            <p:cNvPr id="10291" name="Text Box 5"/>
            <p:cNvSpPr txBox="1">
              <a:spLocks noChangeArrowheads="1"/>
            </p:cNvSpPr>
            <p:nvPr/>
          </p:nvSpPr>
          <p:spPr bwMode="auto">
            <a:xfrm>
              <a:off x="576" y="915"/>
              <a:ext cx="2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000099"/>
                  </a:solidFill>
                  <a:latin typeface="Times New Roman" panose="02020603050405020304" pitchFamily="18" charset="0"/>
                  <a:ea typeface="楷体_GB2312" panose="02010609030101010101" pitchFamily="49" charset="-122"/>
                  <a:cs typeface="Times New Roman" panose="02020603050405020304" pitchFamily="18" charset="0"/>
                </a:rPr>
                <a:t>1.</a:t>
              </a:r>
              <a:endParaRPr lang="en-US" altLang="zh-CN" sz="2400">
                <a:solidFill>
                  <a:srgbClr val="000099"/>
                </a:solidFill>
                <a:latin typeface="Times New Roman" panose="02020603050405020304" pitchFamily="18" charset="0"/>
                <a:ea typeface="楷体_GB2312" panose="02010609030101010101" pitchFamily="49" charset="-122"/>
                <a:cs typeface="Times New Roman" panose="02020603050405020304" pitchFamily="18" charset="0"/>
              </a:endParaRPr>
            </a:p>
          </p:txBody>
        </p:sp>
        <p:graphicFrame>
          <p:nvGraphicFramePr>
            <p:cNvPr id="10265" name="Object 2"/>
            <p:cNvGraphicFramePr>
              <a:graphicFrameLocks noChangeAspect="1"/>
            </p:cNvGraphicFramePr>
            <p:nvPr/>
          </p:nvGraphicFramePr>
          <p:xfrm>
            <a:off x="864" y="897"/>
            <a:ext cx="1884" cy="317"/>
          </p:xfrm>
          <a:graphic>
            <a:graphicData uri="http://schemas.openxmlformats.org/presentationml/2006/ole">
              <mc:AlternateContent xmlns:mc="http://schemas.openxmlformats.org/markup-compatibility/2006">
                <mc:Choice xmlns:v="urn:schemas-microsoft-com:vml" Requires="v">
                  <p:oleObj spid="_x0000_s56738" name="Equation" r:id="rId1" imgW="1358900" imgH="228600" progId="Equation.DSMT4">
                    <p:embed/>
                  </p:oleObj>
                </mc:Choice>
                <mc:Fallback>
                  <p:oleObj name="Equation" r:id="rId1" imgW="1358900"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 y="897"/>
                          <a:ext cx="1884"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8" name="Object 3"/>
          <p:cNvGraphicFramePr>
            <a:graphicFrameLocks noChangeAspect="1"/>
          </p:cNvGraphicFramePr>
          <p:nvPr/>
        </p:nvGraphicFramePr>
        <p:xfrm>
          <a:off x="1344613" y="2462213"/>
          <a:ext cx="3013075" cy="725487"/>
        </p:xfrm>
        <a:graphic>
          <a:graphicData uri="http://schemas.openxmlformats.org/presentationml/2006/ole">
            <mc:AlternateContent xmlns:mc="http://schemas.openxmlformats.org/markup-compatibility/2006">
              <mc:Choice xmlns:v="urn:schemas-microsoft-com:vml" Requires="v">
                <p:oleObj spid="_x0000_s56739" name="Equation" r:id="rId3" imgW="1371600" imgH="330200" progId="Equation.DSMT4">
                  <p:embed/>
                </p:oleObj>
              </mc:Choice>
              <mc:Fallback>
                <p:oleObj name="Equation" r:id="rId3" imgW="1371600" imgH="330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4613" y="2462213"/>
                        <a:ext cx="3013075"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4"/>
          <p:cNvGraphicFramePr>
            <a:graphicFrameLocks noChangeAspect="1"/>
          </p:cNvGraphicFramePr>
          <p:nvPr/>
        </p:nvGraphicFramePr>
        <p:xfrm>
          <a:off x="1300163" y="3265488"/>
          <a:ext cx="2752725" cy="949325"/>
        </p:xfrm>
        <a:graphic>
          <a:graphicData uri="http://schemas.openxmlformats.org/presentationml/2006/ole">
            <mc:AlternateContent xmlns:mc="http://schemas.openxmlformats.org/markup-compatibility/2006">
              <mc:Choice xmlns:v="urn:schemas-microsoft-com:vml" Requires="v">
                <p:oleObj spid="_x0000_s56740" name="Equation" r:id="rId5" imgW="1244600" imgH="431800" progId="Equation.DSMT4">
                  <p:embed/>
                </p:oleObj>
              </mc:Choice>
              <mc:Fallback>
                <p:oleObj name="Equation" r:id="rId5" imgW="1244600" imgH="431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0163" y="3265488"/>
                        <a:ext cx="2752725" cy="94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5"/>
          <p:cNvGraphicFramePr>
            <a:graphicFrameLocks noChangeAspect="1"/>
          </p:cNvGraphicFramePr>
          <p:nvPr/>
        </p:nvGraphicFramePr>
        <p:xfrm>
          <a:off x="4656138" y="3305175"/>
          <a:ext cx="2955925" cy="871538"/>
        </p:xfrm>
        <a:graphic>
          <a:graphicData uri="http://schemas.openxmlformats.org/presentationml/2006/ole">
            <mc:AlternateContent xmlns:mc="http://schemas.openxmlformats.org/markup-compatibility/2006">
              <mc:Choice xmlns:v="urn:schemas-microsoft-com:vml" Requires="v">
                <p:oleObj spid="_x0000_s56741" name="Equation" r:id="rId7" imgW="1333500" imgH="393700" progId="Equation.DSMT4">
                  <p:embed/>
                </p:oleObj>
              </mc:Choice>
              <mc:Fallback>
                <p:oleObj name="Equation" r:id="rId7" imgW="1333500" imgH="3937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6138" y="3305175"/>
                        <a:ext cx="2955925"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Group 10"/>
          <p:cNvGrpSpPr/>
          <p:nvPr/>
        </p:nvGrpSpPr>
        <p:grpSpPr bwMode="auto">
          <a:xfrm>
            <a:off x="5919788" y="1357313"/>
            <a:ext cx="2438400" cy="2036762"/>
            <a:chOff x="336" y="2594"/>
            <a:chExt cx="1536" cy="1283"/>
          </a:xfrm>
        </p:grpSpPr>
        <p:graphicFrame>
          <p:nvGraphicFramePr>
            <p:cNvPr id="10262" name="Object 6"/>
            <p:cNvGraphicFramePr>
              <a:graphicFrameLocks noChangeAspect="1"/>
            </p:cNvGraphicFramePr>
            <p:nvPr/>
          </p:nvGraphicFramePr>
          <p:xfrm>
            <a:off x="336" y="2880"/>
            <a:ext cx="1536" cy="854"/>
          </p:xfrm>
          <a:graphic>
            <a:graphicData uri="http://schemas.openxmlformats.org/presentationml/2006/ole">
              <mc:AlternateContent xmlns:mc="http://schemas.openxmlformats.org/markup-compatibility/2006">
                <mc:Choice xmlns:v="urn:schemas-microsoft-com:vml" Requires="v">
                  <p:oleObj spid="_x0000_s56742" name="位图图像" r:id="rId9" imgW="3048000" imgH="1695450" progId="Paint.Picture">
                    <p:embed/>
                  </p:oleObj>
                </mc:Choice>
                <mc:Fallback>
                  <p:oleObj name="位图图像" r:id="rId9" imgW="3048000" imgH="1695450" progId="Paint.Picture">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 y="2880"/>
                          <a:ext cx="1536" cy="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7" name="Line 12"/>
            <p:cNvSpPr>
              <a:spLocks noChangeShapeType="1"/>
            </p:cNvSpPr>
            <p:nvPr/>
          </p:nvSpPr>
          <p:spPr bwMode="auto">
            <a:xfrm flipV="1">
              <a:off x="556" y="2662"/>
              <a:ext cx="0" cy="11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88" name="Line 13"/>
            <p:cNvSpPr>
              <a:spLocks noChangeShapeType="1"/>
            </p:cNvSpPr>
            <p:nvPr/>
          </p:nvSpPr>
          <p:spPr bwMode="auto">
            <a:xfrm>
              <a:off x="336" y="3627"/>
              <a:ext cx="1515"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0263" name="Object 7"/>
            <p:cNvGraphicFramePr>
              <a:graphicFrameLocks noChangeAspect="1"/>
            </p:cNvGraphicFramePr>
            <p:nvPr/>
          </p:nvGraphicFramePr>
          <p:xfrm>
            <a:off x="647" y="2594"/>
            <a:ext cx="422" cy="280"/>
          </p:xfrm>
          <a:graphic>
            <a:graphicData uri="http://schemas.openxmlformats.org/presentationml/2006/ole">
              <mc:AlternateContent xmlns:mc="http://schemas.openxmlformats.org/markup-compatibility/2006">
                <mc:Choice xmlns:v="urn:schemas-microsoft-com:vml" Requires="v">
                  <p:oleObj spid="_x0000_s56743" name="Equation" r:id="rId11" imgW="279400" imgH="203200" progId="Equation.DSMT4">
                    <p:embed/>
                  </p:oleObj>
                </mc:Choice>
                <mc:Fallback>
                  <p:oleObj name="Equation" r:id="rId11" imgW="279400" imgH="203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7" y="2594"/>
                          <a:ext cx="42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64" name="Object 8"/>
            <p:cNvGraphicFramePr>
              <a:graphicFrameLocks noChangeAspect="1"/>
            </p:cNvGraphicFramePr>
            <p:nvPr/>
          </p:nvGraphicFramePr>
          <p:xfrm>
            <a:off x="1653" y="3363"/>
            <a:ext cx="122" cy="211"/>
          </p:xfrm>
          <a:graphic>
            <a:graphicData uri="http://schemas.openxmlformats.org/presentationml/2006/ole">
              <mc:AlternateContent xmlns:mc="http://schemas.openxmlformats.org/markup-compatibility/2006">
                <mc:Choice xmlns:v="urn:schemas-microsoft-com:vml" Requires="v">
                  <p:oleObj spid="_x0000_s56744" name="Equation" r:id="rId13" imgW="88900" imgH="152400" progId="Equation.DSMT4">
                    <p:embed/>
                  </p:oleObj>
                </mc:Choice>
                <mc:Fallback>
                  <p:oleObj name="Equation" r:id="rId13" imgW="88900" imgH="1524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53" y="3363"/>
                          <a:ext cx="12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9" name="Text Box 16"/>
            <p:cNvSpPr txBox="1">
              <a:spLocks noChangeArrowheads="1"/>
            </p:cNvSpPr>
            <p:nvPr/>
          </p:nvSpPr>
          <p:spPr bwMode="auto">
            <a:xfrm>
              <a:off x="380" y="3627"/>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ea typeface="楷体_GB2312" panose="02010609030101010101" pitchFamily="49" charset="-122"/>
                </a:rPr>
                <a:t>0</a:t>
              </a:r>
              <a:endParaRPr lang="en-US" altLang="zh-CN" sz="2000">
                <a:solidFill>
                  <a:srgbClr val="000000"/>
                </a:solidFill>
                <a:ea typeface="楷体_GB2312" panose="02010609030101010101" pitchFamily="49" charset="-122"/>
              </a:endParaRPr>
            </a:p>
          </p:txBody>
        </p:sp>
        <p:sp>
          <p:nvSpPr>
            <p:cNvPr id="10290" name="Text Box 17"/>
            <p:cNvSpPr txBox="1">
              <a:spLocks noChangeArrowheads="1"/>
            </p:cNvSpPr>
            <p:nvPr/>
          </p:nvSpPr>
          <p:spPr bwMode="auto">
            <a:xfrm>
              <a:off x="380" y="301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ea typeface="楷体_GB2312" panose="02010609030101010101" pitchFamily="49" charset="-122"/>
                </a:rPr>
                <a:t>1</a:t>
              </a:r>
              <a:endParaRPr lang="en-US" altLang="zh-CN" sz="2000">
                <a:solidFill>
                  <a:srgbClr val="000000"/>
                </a:solidFill>
                <a:ea typeface="楷体_GB2312" panose="02010609030101010101" pitchFamily="49" charset="-122"/>
              </a:endParaRPr>
            </a:p>
          </p:txBody>
        </p:sp>
      </p:grpSp>
      <p:grpSp>
        <p:nvGrpSpPr>
          <p:cNvPr id="6" name="Group 18"/>
          <p:cNvGrpSpPr/>
          <p:nvPr/>
        </p:nvGrpSpPr>
        <p:grpSpPr bwMode="auto">
          <a:xfrm>
            <a:off x="1214438" y="4429125"/>
            <a:ext cx="2854325" cy="2165350"/>
            <a:chOff x="864" y="2640"/>
            <a:chExt cx="1798" cy="1364"/>
          </a:xfrm>
        </p:grpSpPr>
        <p:graphicFrame>
          <p:nvGraphicFramePr>
            <p:cNvPr id="10255" name="Object 9"/>
            <p:cNvGraphicFramePr>
              <a:graphicFrameLocks noChangeAspect="1"/>
            </p:cNvGraphicFramePr>
            <p:nvPr/>
          </p:nvGraphicFramePr>
          <p:xfrm>
            <a:off x="1005" y="3061"/>
            <a:ext cx="1394" cy="690"/>
          </p:xfrm>
          <a:graphic>
            <a:graphicData uri="http://schemas.openxmlformats.org/presentationml/2006/ole">
              <mc:AlternateContent xmlns:mc="http://schemas.openxmlformats.org/markup-compatibility/2006">
                <mc:Choice xmlns:v="urn:schemas-microsoft-com:vml" Requires="v">
                  <p:oleObj spid="_x0000_s56745" name="位图图像" r:id="rId15" imgW="4143375" imgH="3228975" progId="Paint.Picture">
                    <p:embed/>
                  </p:oleObj>
                </mc:Choice>
                <mc:Fallback>
                  <p:oleObj name="位图图像" r:id="rId15" imgW="4143375" imgH="3228975" progId="Paint.Picture">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05" y="3061"/>
                          <a:ext cx="1394" cy="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1" name="Line 20"/>
            <p:cNvSpPr>
              <a:spLocks noChangeShapeType="1"/>
            </p:cNvSpPr>
            <p:nvPr/>
          </p:nvSpPr>
          <p:spPr bwMode="auto">
            <a:xfrm>
              <a:off x="864" y="3781"/>
              <a:ext cx="179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82" name="Line 21"/>
            <p:cNvSpPr>
              <a:spLocks noChangeShapeType="1"/>
            </p:cNvSpPr>
            <p:nvPr/>
          </p:nvSpPr>
          <p:spPr bwMode="auto">
            <a:xfrm flipV="1">
              <a:off x="1698" y="2684"/>
              <a:ext cx="0" cy="1097"/>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83" name="Line 22"/>
            <p:cNvSpPr>
              <a:spLocks noChangeShapeType="1"/>
            </p:cNvSpPr>
            <p:nvPr/>
          </p:nvSpPr>
          <p:spPr bwMode="auto">
            <a:xfrm>
              <a:off x="1390" y="3385"/>
              <a:ext cx="0" cy="395"/>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10284" name="Line 23"/>
            <p:cNvSpPr>
              <a:spLocks noChangeShapeType="1"/>
            </p:cNvSpPr>
            <p:nvPr/>
          </p:nvSpPr>
          <p:spPr bwMode="auto">
            <a:xfrm>
              <a:off x="2005" y="3385"/>
              <a:ext cx="0" cy="395"/>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10285" name="Line 24"/>
            <p:cNvSpPr>
              <a:spLocks noChangeShapeType="1"/>
            </p:cNvSpPr>
            <p:nvPr/>
          </p:nvSpPr>
          <p:spPr bwMode="auto">
            <a:xfrm>
              <a:off x="1390" y="3385"/>
              <a:ext cx="615" cy="0"/>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graphicFrame>
          <p:nvGraphicFramePr>
            <p:cNvPr id="10256" name="Object 10"/>
            <p:cNvGraphicFramePr>
              <a:graphicFrameLocks noChangeAspect="1"/>
            </p:cNvGraphicFramePr>
            <p:nvPr/>
          </p:nvGraphicFramePr>
          <p:xfrm>
            <a:off x="1917" y="3781"/>
            <a:ext cx="175" cy="193"/>
          </p:xfrm>
          <a:graphic>
            <a:graphicData uri="http://schemas.openxmlformats.org/presentationml/2006/ole">
              <mc:AlternateContent xmlns:mc="http://schemas.openxmlformats.org/markup-compatibility/2006">
                <mc:Choice xmlns:v="urn:schemas-microsoft-com:vml" Requires="v">
                  <p:oleObj spid="_x0000_s56746" name="Equation" r:id="rId17" imgW="127000" imgH="139700" progId="Equation.DSMT4">
                    <p:embed/>
                  </p:oleObj>
                </mc:Choice>
                <mc:Fallback>
                  <p:oleObj name="Equation" r:id="rId17" imgW="127000" imgH="1397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17" y="3781"/>
                          <a:ext cx="175"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7" name="Object 11"/>
            <p:cNvGraphicFramePr>
              <a:graphicFrameLocks noChangeAspect="1"/>
            </p:cNvGraphicFramePr>
            <p:nvPr/>
          </p:nvGraphicFramePr>
          <p:xfrm>
            <a:off x="1127" y="3781"/>
            <a:ext cx="336" cy="195"/>
          </p:xfrm>
          <a:graphic>
            <a:graphicData uri="http://schemas.openxmlformats.org/presentationml/2006/ole">
              <mc:AlternateContent xmlns:mc="http://schemas.openxmlformats.org/markup-compatibility/2006">
                <mc:Choice xmlns:v="urn:schemas-microsoft-com:vml" Requires="v">
                  <p:oleObj spid="_x0000_s56747" name="Equation" r:id="rId19" imgW="241300" imgH="139700" progId="Equation.DSMT4">
                    <p:embed/>
                  </p:oleObj>
                </mc:Choice>
                <mc:Fallback>
                  <p:oleObj name="Equation" r:id="rId19" imgW="241300" imgH="139700"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27" y="3781"/>
                          <a:ext cx="336" cy="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6" name="Text Box 27"/>
            <p:cNvSpPr txBox="1">
              <a:spLocks noChangeArrowheads="1"/>
            </p:cNvSpPr>
            <p:nvPr/>
          </p:nvSpPr>
          <p:spPr bwMode="auto">
            <a:xfrm>
              <a:off x="1610" y="3754"/>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ea typeface="楷体_GB2312" panose="02010609030101010101" pitchFamily="49" charset="-122"/>
                </a:rPr>
                <a:t>0</a:t>
              </a:r>
              <a:endParaRPr lang="en-US" altLang="zh-CN" sz="2000">
                <a:solidFill>
                  <a:srgbClr val="000000"/>
                </a:solidFill>
                <a:ea typeface="楷体_GB2312" panose="02010609030101010101" pitchFamily="49" charset="-122"/>
              </a:endParaRPr>
            </a:p>
          </p:txBody>
        </p:sp>
        <p:graphicFrame>
          <p:nvGraphicFramePr>
            <p:cNvPr id="10258" name="Object 12"/>
            <p:cNvGraphicFramePr>
              <a:graphicFrameLocks noChangeAspect="1"/>
            </p:cNvGraphicFramePr>
            <p:nvPr/>
          </p:nvGraphicFramePr>
          <p:xfrm>
            <a:off x="1302" y="2903"/>
            <a:ext cx="372" cy="248"/>
          </p:xfrm>
          <a:graphic>
            <a:graphicData uri="http://schemas.openxmlformats.org/presentationml/2006/ole">
              <mc:AlternateContent xmlns:mc="http://schemas.openxmlformats.org/markup-compatibility/2006">
                <mc:Choice xmlns:v="urn:schemas-microsoft-com:vml" Requires="v">
                  <p:oleObj spid="_x0000_s56748" name="Equation" r:id="rId21" imgW="266065" imgH="177800" progId="Equation.DSMT4">
                    <p:embed/>
                  </p:oleObj>
                </mc:Choice>
                <mc:Fallback>
                  <p:oleObj name="Equation" r:id="rId21" imgW="266065" imgH="177800" progId="Equation.DSMT4">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02" y="2903"/>
                          <a:ext cx="37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9" name="Object 13"/>
            <p:cNvGraphicFramePr>
              <a:graphicFrameLocks noChangeAspect="1"/>
            </p:cNvGraphicFramePr>
            <p:nvPr/>
          </p:nvGraphicFramePr>
          <p:xfrm>
            <a:off x="1706" y="2640"/>
            <a:ext cx="684" cy="342"/>
          </p:xfrm>
          <a:graphic>
            <a:graphicData uri="http://schemas.openxmlformats.org/presentationml/2006/ole">
              <mc:AlternateContent xmlns:mc="http://schemas.openxmlformats.org/markup-compatibility/2006">
                <mc:Choice xmlns:v="urn:schemas-microsoft-com:vml" Requires="v">
                  <p:oleObj spid="_x0000_s56749" name="Equation" r:id="rId23" imgW="508000" imgH="254000" progId="Equation.DSMT4">
                    <p:embed/>
                  </p:oleObj>
                </mc:Choice>
                <mc:Fallback>
                  <p:oleObj name="Equation" r:id="rId23" imgW="508000" imgH="254000" progId="Equation.DSMT4">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706" y="2640"/>
                          <a:ext cx="684"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60" name="Object 14"/>
            <p:cNvGraphicFramePr>
              <a:graphicFrameLocks noChangeAspect="1"/>
            </p:cNvGraphicFramePr>
            <p:nvPr/>
          </p:nvGraphicFramePr>
          <p:xfrm>
            <a:off x="2026" y="3022"/>
            <a:ext cx="355" cy="437"/>
          </p:xfrm>
          <a:graphic>
            <a:graphicData uri="http://schemas.openxmlformats.org/presentationml/2006/ole">
              <mc:AlternateContent xmlns:mc="http://schemas.openxmlformats.org/markup-compatibility/2006">
                <mc:Choice xmlns:v="urn:schemas-microsoft-com:vml" Requires="v">
                  <p:oleObj spid="_x0000_s56750" name="Equation" r:id="rId25" imgW="330200" imgH="406400" progId="Equation.DSMT4">
                    <p:embed/>
                  </p:oleObj>
                </mc:Choice>
                <mc:Fallback>
                  <p:oleObj name="Equation" r:id="rId25" imgW="330200" imgH="406400" progId="Equation.DSMT4">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026" y="3022"/>
                          <a:ext cx="355" cy="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61" name="Object 15"/>
            <p:cNvGraphicFramePr>
              <a:graphicFrameLocks noChangeAspect="1"/>
            </p:cNvGraphicFramePr>
            <p:nvPr/>
          </p:nvGraphicFramePr>
          <p:xfrm>
            <a:off x="2399" y="3605"/>
            <a:ext cx="220" cy="201"/>
          </p:xfrm>
          <a:graphic>
            <a:graphicData uri="http://schemas.openxmlformats.org/presentationml/2006/ole">
              <mc:AlternateContent xmlns:mc="http://schemas.openxmlformats.org/markup-compatibility/2006">
                <mc:Choice xmlns:v="urn:schemas-microsoft-com:vml" Requires="v">
                  <p:oleObj spid="_x0000_s56751" name="Equation" r:id="rId27" imgW="152400" imgH="139700" progId="Equation.DSMT4">
                    <p:embed/>
                  </p:oleObj>
                </mc:Choice>
                <mc:Fallback>
                  <p:oleObj name="Equation" r:id="rId27" imgW="152400" imgH="139700" progId="Equation.DSMT4">
                    <p:embed/>
                    <p:pic>
                      <p:nvPicPr>
                        <p:cNvPr id="0" name="Object 1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399" y="3605"/>
                          <a:ext cx="220"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Group 32"/>
          <p:cNvGrpSpPr/>
          <p:nvPr/>
        </p:nvGrpSpPr>
        <p:grpSpPr bwMode="auto">
          <a:xfrm>
            <a:off x="4786313" y="4071938"/>
            <a:ext cx="2787650" cy="2528887"/>
            <a:chOff x="3408" y="2448"/>
            <a:chExt cx="1756" cy="1593"/>
          </a:xfrm>
        </p:grpSpPr>
        <p:graphicFrame>
          <p:nvGraphicFramePr>
            <p:cNvPr id="10246" name="Object 16"/>
            <p:cNvGraphicFramePr>
              <a:graphicFrameLocks noChangeAspect="1"/>
            </p:cNvGraphicFramePr>
            <p:nvPr/>
          </p:nvGraphicFramePr>
          <p:xfrm>
            <a:off x="3496" y="3106"/>
            <a:ext cx="1580" cy="680"/>
          </p:xfrm>
          <a:graphic>
            <a:graphicData uri="http://schemas.openxmlformats.org/presentationml/2006/ole">
              <mc:AlternateContent xmlns:mc="http://schemas.openxmlformats.org/markup-compatibility/2006">
                <mc:Choice xmlns:v="urn:schemas-microsoft-com:vml" Requires="v">
                  <p:oleObj spid="_x0000_s56752" name="位图图像" r:id="rId29" imgW="4057650" imgH="3086100" progId="Paint.Picture">
                    <p:embed/>
                  </p:oleObj>
                </mc:Choice>
                <mc:Fallback>
                  <p:oleObj name="位图图像" r:id="rId29" imgW="4057650" imgH="3086100" progId="Paint.Picture">
                    <p:embed/>
                    <p:pic>
                      <p:nvPicPr>
                        <p:cNvPr id="0" name="Object 1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496" y="3106"/>
                          <a:ext cx="1580" cy="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3" name="Line 34"/>
            <p:cNvSpPr>
              <a:spLocks noChangeShapeType="1"/>
            </p:cNvSpPr>
            <p:nvPr/>
          </p:nvSpPr>
          <p:spPr bwMode="auto">
            <a:xfrm flipV="1">
              <a:off x="4266" y="2506"/>
              <a:ext cx="0" cy="1535"/>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74" name="Line 35"/>
            <p:cNvSpPr>
              <a:spLocks noChangeShapeType="1"/>
            </p:cNvSpPr>
            <p:nvPr/>
          </p:nvSpPr>
          <p:spPr bwMode="auto">
            <a:xfrm>
              <a:off x="3408" y="3456"/>
              <a:ext cx="1756"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75" name="Line 36"/>
            <p:cNvSpPr>
              <a:spLocks noChangeShapeType="1"/>
            </p:cNvSpPr>
            <p:nvPr/>
          </p:nvSpPr>
          <p:spPr bwMode="auto">
            <a:xfrm>
              <a:off x="3486" y="3106"/>
              <a:ext cx="789" cy="0"/>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10276" name="Line 37"/>
            <p:cNvSpPr>
              <a:spLocks noChangeShapeType="1"/>
            </p:cNvSpPr>
            <p:nvPr/>
          </p:nvSpPr>
          <p:spPr bwMode="auto">
            <a:xfrm>
              <a:off x="4286" y="3764"/>
              <a:ext cx="834" cy="0"/>
            </a:xfrm>
            <a:prstGeom prst="line">
              <a:avLst/>
            </a:prstGeom>
            <a:noFill/>
            <a:ln w="28575">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10277" name="Line 38"/>
            <p:cNvSpPr>
              <a:spLocks noChangeShapeType="1"/>
            </p:cNvSpPr>
            <p:nvPr/>
          </p:nvSpPr>
          <p:spPr bwMode="auto">
            <a:xfrm>
              <a:off x="4059" y="3261"/>
              <a:ext cx="218" cy="0"/>
            </a:xfrm>
            <a:prstGeom prst="line">
              <a:avLst/>
            </a:prstGeom>
            <a:noFill/>
            <a:ln w="2857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10278" name="Line 39"/>
            <p:cNvSpPr>
              <a:spLocks noChangeShapeType="1"/>
            </p:cNvSpPr>
            <p:nvPr/>
          </p:nvSpPr>
          <p:spPr bwMode="auto">
            <a:xfrm>
              <a:off x="4067" y="3281"/>
              <a:ext cx="0" cy="176"/>
            </a:xfrm>
            <a:prstGeom prst="line">
              <a:avLst/>
            </a:prstGeom>
            <a:noFill/>
            <a:ln w="2857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10279" name="Line 40"/>
            <p:cNvSpPr>
              <a:spLocks noChangeShapeType="1"/>
            </p:cNvSpPr>
            <p:nvPr/>
          </p:nvSpPr>
          <p:spPr bwMode="auto">
            <a:xfrm>
              <a:off x="4286" y="3632"/>
              <a:ext cx="219" cy="0"/>
            </a:xfrm>
            <a:prstGeom prst="line">
              <a:avLst/>
            </a:prstGeom>
            <a:noFill/>
            <a:ln w="2857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10280" name="Line 41"/>
            <p:cNvSpPr>
              <a:spLocks noChangeShapeType="1"/>
            </p:cNvSpPr>
            <p:nvPr/>
          </p:nvSpPr>
          <p:spPr bwMode="auto">
            <a:xfrm flipV="1">
              <a:off x="4505" y="3456"/>
              <a:ext cx="0" cy="175"/>
            </a:xfrm>
            <a:prstGeom prst="line">
              <a:avLst/>
            </a:prstGeom>
            <a:noFill/>
            <a:ln w="2857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graphicFrame>
          <p:nvGraphicFramePr>
            <p:cNvPr id="10247" name="Object 17"/>
            <p:cNvGraphicFramePr>
              <a:graphicFrameLocks noChangeAspect="1"/>
            </p:cNvGraphicFramePr>
            <p:nvPr/>
          </p:nvGraphicFramePr>
          <p:xfrm>
            <a:off x="4312" y="2976"/>
            <a:ext cx="317" cy="186"/>
          </p:xfrm>
          <a:graphic>
            <a:graphicData uri="http://schemas.openxmlformats.org/presentationml/2006/ole">
              <mc:AlternateContent xmlns:mc="http://schemas.openxmlformats.org/markup-compatibility/2006">
                <mc:Choice xmlns:v="urn:schemas-microsoft-com:vml" Requires="v">
                  <p:oleObj spid="_x0000_s56753" name="Equation" r:id="rId31" imgW="304165" imgH="177800" progId="Equation.DSMT4">
                    <p:embed/>
                  </p:oleObj>
                </mc:Choice>
                <mc:Fallback>
                  <p:oleObj name="Equation" r:id="rId31" imgW="304165" imgH="177800" progId="Equation.DSMT4">
                    <p:embed/>
                    <p:pic>
                      <p:nvPicPr>
                        <p:cNvPr id="0" name="Object 1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312" y="2976"/>
                          <a:ext cx="317"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8" name="Object 18"/>
            <p:cNvGraphicFramePr>
              <a:graphicFrameLocks noChangeAspect="1"/>
            </p:cNvGraphicFramePr>
            <p:nvPr/>
          </p:nvGraphicFramePr>
          <p:xfrm>
            <a:off x="3833" y="3686"/>
            <a:ext cx="413" cy="186"/>
          </p:xfrm>
          <a:graphic>
            <a:graphicData uri="http://schemas.openxmlformats.org/presentationml/2006/ole">
              <mc:AlternateContent xmlns:mc="http://schemas.openxmlformats.org/markup-compatibility/2006">
                <mc:Choice xmlns:v="urn:schemas-microsoft-com:vml" Requires="v">
                  <p:oleObj spid="_x0000_s56754" name="Equation" r:id="rId33" imgW="393065" imgH="177800" progId="Equation.DSMT4">
                    <p:embed/>
                  </p:oleObj>
                </mc:Choice>
                <mc:Fallback>
                  <p:oleObj name="Equation" r:id="rId33" imgW="393065" imgH="177800" progId="Equation.DSMT4">
                    <p:embed/>
                    <p:pic>
                      <p:nvPicPr>
                        <p:cNvPr id="0" name="Object 1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833" y="3686"/>
                          <a:ext cx="413"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9" name="Object 19"/>
            <p:cNvGraphicFramePr>
              <a:graphicFrameLocks noChangeAspect="1"/>
            </p:cNvGraphicFramePr>
            <p:nvPr/>
          </p:nvGraphicFramePr>
          <p:xfrm>
            <a:off x="3787" y="3298"/>
            <a:ext cx="306" cy="177"/>
          </p:xfrm>
          <a:graphic>
            <a:graphicData uri="http://schemas.openxmlformats.org/presentationml/2006/ole">
              <mc:AlternateContent xmlns:mc="http://schemas.openxmlformats.org/markup-compatibility/2006">
                <mc:Choice xmlns:v="urn:schemas-microsoft-com:vml" Requires="v">
                  <p:oleObj spid="_x0000_s56755" name="Equation" r:id="rId35" imgW="241300" imgH="139700" progId="Equation.DSMT4">
                    <p:embed/>
                  </p:oleObj>
                </mc:Choice>
                <mc:Fallback>
                  <p:oleObj name="Equation" r:id="rId35" imgW="241300" imgH="139700" progId="Equation.DSMT4">
                    <p:embed/>
                    <p:pic>
                      <p:nvPicPr>
                        <p:cNvPr id="0" name="Object 19"/>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787" y="3298"/>
                          <a:ext cx="306" cy="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0" name="Object 20"/>
            <p:cNvGraphicFramePr>
              <a:graphicFrameLocks noChangeAspect="1"/>
            </p:cNvGraphicFramePr>
            <p:nvPr/>
          </p:nvGraphicFramePr>
          <p:xfrm>
            <a:off x="4517" y="3438"/>
            <a:ext cx="160" cy="176"/>
          </p:xfrm>
          <a:graphic>
            <a:graphicData uri="http://schemas.openxmlformats.org/presentationml/2006/ole">
              <mc:AlternateContent xmlns:mc="http://schemas.openxmlformats.org/markup-compatibility/2006">
                <mc:Choice xmlns:v="urn:schemas-microsoft-com:vml" Requires="v">
                  <p:oleObj spid="_x0000_s56756" name="Equation" r:id="rId37" imgW="127000" imgH="139700" progId="Equation.DSMT4">
                    <p:embed/>
                  </p:oleObj>
                </mc:Choice>
                <mc:Fallback>
                  <p:oleObj name="Equation" r:id="rId37" imgW="127000" imgH="139700" progId="Equation.DSMT4">
                    <p:embed/>
                    <p:pic>
                      <p:nvPicPr>
                        <p:cNvPr id="0" name="Object 2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517" y="3438"/>
                          <a:ext cx="160"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1" name="Object 21"/>
            <p:cNvGraphicFramePr>
              <a:graphicFrameLocks noChangeAspect="1"/>
            </p:cNvGraphicFramePr>
            <p:nvPr/>
          </p:nvGraphicFramePr>
          <p:xfrm>
            <a:off x="4294" y="2448"/>
            <a:ext cx="729" cy="265"/>
          </p:xfrm>
          <a:graphic>
            <a:graphicData uri="http://schemas.openxmlformats.org/presentationml/2006/ole">
              <mc:AlternateContent xmlns:mc="http://schemas.openxmlformats.org/markup-compatibility/2006">
                <mc:Choice xmlns:v="urn:schemas-microsoft-com:vml" Requires="v">
                  <p:oleObj spid="_x0000_s56757" name="Equation" r:id="rId39" imgW="558800" imgH="203200" progId="Equation.DSMT4">
                    <p:embed/>
                  </p:oleObj>
                </mc:Choice>
                <mc:Fallback>
                  <p:oleObj name="Equation" r:id="rId39" imgW="558800" imgH="203200" progId="Equation.DSMT4">
                    <p:embed/>
                    <p:pic>
                      <p:nvPicPr>
                        <p:cNvPr id="0" name="Object 21"/>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294" y="2448"/>
                          <a:ext cx="729"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2" name="Object 22"/>
            <p:cNvGraphicFramePr>
              <a:graphicFrameLocks noChangeAspect="1"/>
            </p:cNvGraphicFramePr>
            <p:nvPr/>
          </p:nvGraphicFramePr>
          <p:xfrm>
            <a:off x="4900" y="3281"/>
            <a:ext cx="220" cy="201"/>
          </p:xfrm>
          <a:graphic>
            <a:graphicData uri="http://schemas.openxmlformats.org/presentationml/2006/ole">
              <mc:AlternateContent xmlns:mc="http://schemas.openxmlformats.org/markup-compatibility/2006">
                <mc:Choice xmlns:v="urn:schemas-microsoft-com:vml" Requires="v">
                  <p:oleObj spid="_x0000_s56758" name="Equation" r:id="rId41" imgW="152400" imgH="139700" progId="Equation.DSMT4">
                    <p:embed/>
                  </p:oleObj>
                </mc:Choice>
                <mc:Fallback>
                  <p:oleObj name="Equation" r:id="rId41" imgW="152400" imgH="139700" progId="Equation.DSMT4">
                    <p:embed/>
                    <p:pic>
                      <p:nvPicPr>
                        <p:cNvPr id="0" name="Object 22"/>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900" y="3281"/>
                          <a:ext cx="220"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3" name="Object 23"/>
            <p:cNvGraphicFramePr>
              <a:graphicFrameLocks noChangeAspect="1"/>
            </p:cNvGraphicFramePr>
            <p:nvPr/>
          </p:nvGraphicFramePr>
          <p:xfrm>
            <a:off x="4286" y="3158"/>
            <a:ext cx="318" cy="186"/>
          </p:xfrm>
          <a:graphic>
            <a:graphicData uri="http://schemas.openxmlformats.org/presentationml/2006/ole">
              <mc:AlternateContent xmlns:mc="http://schemas.openxmlformats.org/markup-compatibility/2006">
                <mc:Choice xmlns:v="urn:schemas-microsoft-com:vml" Requires="v">
                  <p:oleObj spid="_x0000_s56759" name="Equation" r:id="rId43" imgW="304165" imgH="177800" progId="Equation.DSMT4">
                    <p:embed/>
                  </p:oleObj>
                </mc:Choice>
                <mc:Fallback>
                  <p:oleObj name="Equation" r:id="rId43" imgW="304165" imgH="177800" progId="Equation.DSMT4">
                    <p:embed/>
                    <p:pic>
                      <p:nvPicPr>
                        <p:cNvPr id="0" name="Object 23"/>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4286" y="3158"/>
                          <a:ext cx="318"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4" name="Object 24"/>
            <p:cNvGraphicFramePr>
              <a:graphicFrameLocks noChangeAspect="1"/>
            </p:cNvGraphicFramePr>
            <p:nvPr/>
          </p:nvGraphicFramePr>
          <p:xfrm>
            <a:off x="3853" y="3542"/>
            <a:ext cx="411" cy="186"/>
          </p:xfrm>
          <a:graphic>
            <a:graphicData uri="http://schemas.openxmlformats.org/presentationml/2006/ole">
              <mc:AlternateContent xmlns:mc="http://schemas.openxmlformats.org/markup-compatibility/2006">
                <mc:Choice xmlns:v="urn:schemas-microsoft-com:vml" Requires="v">
                  <p:oleObj spid="_x0000_s56760" name="Equation" r:id="rId45" imgW="393065" imgH="177800" progId="Equation.DSMT4">
                    <p:embed/>
                  </p:oleObj>
                </mc:Choice>
                <mc:Fallback>
                  <p:oleObj name="Equation" r:id="rId45" imgW="393065" imgH="177800" progId="Equation.DSMT4">
                    <p:embed/>
                    <p:pic>
                      <p:nvPicPr>
                        <p:cNvPr id="0" name="Object 24"/>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3853" y="3542"/>
                          <a:ext cx="411"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 name="Object 3"/>
          <p:cNvGraphicFramePr>
            <a:graphicFrameLocks noChangeAspect="1"/>
          </p:cNvGraphicFramePr>
          <p:nvPr/>
        </p:nvGraphicFramePr>
        <p:xfrm>
          <a:off x="4357688" y="2365375"/>
          <a:ext cx="1282700" cy="920750"/>
        </p:xfrm>
        <a:graphic>
          <a:graphicData uri="http://schemas.openxmlformats.org/presentationml/2006/ole">
            <mc:AlternateContent xmlns:mc="http://schemas.openxmlformats.org/markup-compatibility/2006">
              <mc:Choice xmlns:v="urn:schemas-microsoft-com:vml" Requires="v">
                <p:oleObj spid="_x0000_s56761" name="Equation" r:id="rId47" imgW="584200" imgH="419100" progId="Equation.DSMT4">
                  <p:embed/>
                </p:oleObj>
              </mc:Choice>
              <mc:Fallback>
                <p:oleObj name="Equation" r:id="rId47" imgW="584200" imgH="419100" progId="Equation.DSMT4">
                  <p:embed/>
                  <p:pic>
                    <p:nvPicPr>
                      <p:cNvPr id="0" name="Object 3"/>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4357688" y="2365375"/>
                        <a:ext cx="1282700" cy="92075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0"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6E1AE1-BCE6-49B9-ADE7-6B882329A688}"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11282" name="Group 2"/>
          <p:cNvGrpSpPr/>
          <p:nvPr/>
        </p:nvGrpSpPr>
        <p:grpSpPr bwMode="auto">
          <a:xfrm>
            <a:off x="638175" y="1298575"/>
            <a:ext cx="3019425" cy="533400"/>
            <a:chOff x="564" y="549"/>
            <a:chExt cx="1902" cy="336"/>
          </a:xfrm>
        </p:grpSpPr>
        <p:sp>
          <p:nvSpPr>
            <p:cNvPr id="11304" name="Text Box 3"/>
            <p:cNvSpPr txBox="1">
              <a:spLocks noChangeArrowheads="1"/>
            </p:cNvSpPr>
            <p:nvPr/>
          </p:nvSpPr>
          <p:spPr bwMode="auto">
            <a:xfrm>
              <a:off x="564" y="580"/>
              <a:ext cx="2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000099"/>
                  </a:solidFill>
                  <a:latin typeface="Times New Roman" panose="02020603050405020304" pitchFamily="18" charset="0"/>
                  <a:ea typeface="华文楷体" pitchFamily="2" charset="-122"/>
                  <a:cs typeface="楷体_GB2312" panose="02010609030101010101" pitchFamily="49" charset="-122"/>
                </a:rPr>
                <a:t>2.</a:t>
              </a:r>
              <a:endParaRPr lang="en-US" altLang="zh-CN" sz="2400">
                <a:solidFill>
                  <a:srgbClr val="000099"/>
                </a:solidFill>
                <a:latin typeface="Times New Roman" panose="02020603050405020304" pitchFamily="18" charset="0"/>
                <a:ea typeface="华文楷体" pitchFamily="2" charset="-122"/>
                <a:cs typeface="楷体_GB2312" panose="02010609030101010101" pitchFamily="49" charset="-122"/>
              </a:endParaRPr>
            </a:p>
          </p:txBody>
        </p:sp>
        <p:graphicFrame>
          <p:nvGraphicFramePr>
            <p:cNvPr id="11279" name="Object 2"/>
            <p:cNvGraphicFramePr>
              <a:graphicFrameLocks noChangeAspect="1"/>
            </p:cNvGraphicFramePr>
            <p:nvPr/>
          </p:nvGraphicFramePr>
          <p:xfrm>
            <a:off x="843" y="549"/>
            <a:ext cx="1623" cy="336"/>
          </p:xfrm>
          <a:graphic>
            <a:graphicData uri="http://schemas.openxmlformats.org/presentationml/2006/ole">
              <mc:AlternateContent xmlns:mc="http://schemas.openxmlformats.org/markup-compatibility/2006">
                <mc:Choice xmlns:v="urn:schemas-microsoft-com:vml" Requires="v">
                  <p:oleObj spid="_x0000_s12106" name="Equation" r:id="rId1" imgW="28041600" imgH="5791200" progId="Equation.DSMT4">
                    <p:embed/>
                  </p:oleObj>
                </mc:Choice>
                <mc:Fallback>
                  <p:oleObj name="Equation" r:id="rId1" imgW="28041600" imgH="5791200" progId="Equation.DSMT4">
                    <p:embed/>
                    <p:pic>
                      <p:nvPicPr>
                        <p:cNvPr id="0" name="Object 2"/>
                        <p:cNvPicPr>
                          <a:picLocks noChangeAspect="1" noChangeArrowheads="1"/>
                        </p:cNvPicPr>
                        <p:nvPr/>
                      </p:nvPicPr>
                      <p:blipFill>
                        <a:blip r:embed="rId2"/>
                        <a:srcRect/>
                        <a:stretch>
                          <a:fillRect/>
                        </a:stretch>
                      </p:blipFill>
                      <p:spPr bwMode="auto">
                        <a:xfrm>
                          <a:off x="843" y="549"/>
                          <a:ext cx="1623"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 name="Text Box 5"/>
          <p:cNvSpPr txBox="1">
            <a:spLocks noChangeArrowheads="1"/>
          </p:cNvSpPr>
          <p:nvPr/>
        </p:nvSpPr>
        <p:spPr bwMode="auto">
          <a:xfrm>
            <a:off x="704850" y="4714875"/>
            <a:ext cx="4724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itchFamily="2" charset="-122"/>
                <a:cs typeface="楷体_GB2312" panose="02010609030101010101" pitchFamily="49" charset="-122"/>
              </a:rPr>
              <a:t>后续将学习到，</a:t>
            </a:r>
            <a:r>
              <a:rPr lang="zh-CN" altLang="en-US" sz="2400" dirty="0">
                <a:solidFill>
                  <a:srgbClr val="FF0000"/>
                </a:solidFill>
                <a:latin typeface="Times New Roman" panose="02020603050405020304" pitchFamily="18" charset="0"/>
                <a:ea typeface="华文楷体" pitchFamily="2" charset="-122"/>
                <a:cs typeface="楷体_GB2312" panose="02010609030101010101" pitchFamily="49" charset="-122"/>
              </a:rPr>
              <a:t>实偶信号的傅里叶变换是实偶函数</a:t>
            </a:r>
            <a:r>
              <a:rPr lang="zh-CN" altLang="en-US" sz="2400" dirty="0">
                <a:latin typeface="Times New Roman" panose="02020603050405020304" pitchFamily="18" charset="0"/>
                <a:ea typeface="华文楷体" pitchFamily="2" charset="-122"/>
                <a:cs typeface="楷体_GB2312" panose="02010609030101010101" pitchFamily="49" charset="-122"/>
              </a:rPr>
              <a:t>。此时可以用一幅图表示信号的频谱。</a:t>
            </a:r>
            <a:endParaRPr lang="zh-CN" altLang="en-US" sz="2400" dirty="0">
              <a:latin typeface="Times New Roman" panose="02020603050405020304" pitchFamily="18" charset="0"/>
              <a:ea typeface="华文楷体" pitchFamily="2" charset="-122"/>
              <a:cs typeface="楷体_GB2312" panose="02010609030101010101" pitchFamily="49" charset="-122"/>
            </a:endParaRPr>
          </a:p>
        </p:txBody>
      </p:sp>
      <p:grpSp>
        <p:nvGrpSpPr>
          <p:cNvPr id="3" name="Group 6"/>
          <p:cNvGrpSpPr/>
          <p:nvPr/>
        </p:nvGrpSpPr>
        <p:grpSpPr bwMode="auto">
          <a:xfrm>
            <a:off x="714375" y="4022725"/>
            <a:ext cx="6008688" cy="558800"/>
            <a:chOff x="762" y="2265"/>
            <a:chExt cx="3785" cy="352"/>
          </a:xfrm>
        </p:grpSpPr>
        <p:sp>
          <p:nvSpPr>
            <p:cNvPr id="11303" name="Text Box 7"/>
            <p:cNvSpPr txBox="1">
              <a:spLocks noChangeArrowheads="1"/>
            </p:cNvSpPr>
            <p:nvPr/>
          </p:nvSpPr>
          <p:spPr bwMode="auto">
            <a:xfrm>
              <a:off x="762" y="2275"/>
              <a:ext cx="120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rgbClr val="000099"/>
                  </a:solidFill>
                  <a:latin typeface="Times New Roman" panose="02020603050405020304" pitchFamily="18" charset="0"/>
                  <a:ea typeface="华文楷体" pitchFamily="2" charset="-122"/>
                  <a:cs typeface="楷体_GB2312" panose="02010609030101010101" pitchFamily="49" charset="-122"/>
                </a:rPr>
                <a:t>对此例有</a:t>
              </a:r>
              <a:endParaRPr lang="zh-CN" altLang="en-US" sz="2400">
                <a:solidFill>
                  <a:srgbClr val="000099"/>
                </a:solidFill>
                <a:latin typeface="Times New Roman" panose="02020603050405020304" pitchFamily="18" charset="0"/>
                <a:ea typeface="华文楷体" pitchFamily="2" charset="-122"/>
                <a:cs typeface="楷体_GB2312" panose="02010609030101010101" pitchFamily="49" charset="-122"/>
              </a:endParaRPr>
            </a:p>
          </p:txBody>
        </p:sp>
        <p:graphicFrame>
          <p:nvGraphicFramePr>
            <p:cNvPr id="11277" name="Object 3"/>
            <p:cNvGraphicFramePr>
              <a:graphicFrameLocks noChangeAspect="1"/>
            </p:cNvGraphicFramePr>
            <p:nvPr/>
          </p:nvGraphicFramePr>
          <p:xfrm>
            <a:off x="1696" y="2265"/>
            <a:ext cx="1358" cy="352"/>
          </p:xfrm>
          <a:graphic>
            <a:graphicData uri="http://schemas.openxmlformats.org/presentationml/2006/ole">
              <mc:AlternateContent xmlns:mc="http://schemas.openxmlformats.org/markup-compatibility/2006">
                <mc:Choice xmlns:v="urn:schemas-microsoft-com:vml" Requires="v">
                  <p:oleObj spid="_x0000_s12107" name="Equation" r:id="rId3" imgW="1066165" imgH="254000" progId="Equation.DSMT4">
                    <p:embed/>
                  </p:oleObj>
                </mc:Choice>
                <mc:Fallback>
                  <p:oleObj name="Equation" r:id="rId3" imgW="1066165" imgH="2540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6" y="2265"/>
                          <a:ext cx="1358" cy="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8" name="Object 4"/>
            <p:cNvGraphicFramePr>
              <a:graphicFrameLocks noChangeAspect="1"/>
            </p:cNvGraphicFramePr>
            <p:nvPr/>
          </p:nvGraphicFramePr>
          <p:xfrm>
            <a:off x="3455" y="2304"/>
            <a:ext cx="1092" cy="281"/>
          </p:xfrm>
          <a:graphic>
            <a:graphicData uri="http://schemas.openxmlformats.org/presentationml/2006/ole">
              <mc:AlternateContent xmlns:mc="http://schemas.openxmlformats.org/markup-compatibility/2006">
                <mc:Choice xmlns:v="urn:schemas-microsoft-com:vml" Requires="v">
                  <p:oleObj spid="_x0000_s12108" name="Equation" r:id="rId5" imgW="786765" imgH="203200" progId="Equation.DSMT4">
                    <p:embed/>
                  </p:oleObj>
                </mc:Choice>
                <mc:Fallback>
                  <p:oleObj name="Equation" r:id="rId5" imgW="786765"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5" y="2304"/>
                          <a:ext cx="109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0"/>
          <p:cNvGrpSpPr/>
          <p:nvPr/>
        </p:nvGrpSpPr>
        <p:grpSpPr bwMode="auto">
          <a:xfrm>
            <a:off x="5076825" y="4694238"/>
            <a:ext cx="3594100" cy="1855787"/>
            <a:chOff x="3112" y="2775"/>
            <a:chExt cx="2264" cy="1169"/>
          </a:xfrm>
        </p:grpSpPr>
        <p:graphicFrame>
          <p:nvGraphicFramePr>
            <p:cNvPr id="11270" name="Object 5"/>
            <p:cNvGraphicFramePr>
              <a:graphicFrameLocks noChangeAspect="1"/>
            </p:cNvGraphicFramePr>
            <p:nvPr/>
          </p:nvGraphicFramePr>
          <p:xfrm>
            <a:off x="4293" y="2860"/>
            <a:ext cx="530" cy="235"/>
          </p:xfrm>
          <a:graphic>
            <a:graphicData uri="http://schemas.openxmlformats.org/presentationml/2006/ole">
              <mc:AlternateContent xmlns:mc="http://schemas.openxmlformats.org/markup-compatibility/2006">
                <mc:Choice xmlns:v="urn:schemas-microsoft-com:vml" Requires="v">
                  <p:oleObj spid="_x0000_s12109" name="Equation" r:id="rId7" imgW="457200" imgH="203200" progId="Equation.DSMT4">
                    <p:embed/>
                  </p:oleObj>
                </mc:Choice>
                <mc:Fallback>
                  <p:oleObj name="Equation" r:id="rId7" imgW="457200" imgH="203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3" y="2860"/>
                          <a:ext cx="53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92" name="Text Box 12"/>
            <p:cNvSpPr txBox="1">
              <a:spLocks noChangeArrowheads="1"/>
            </p:cNvSpPr>
            <p:nvPr/>
          </p:nvSpPr>
          <p:spPr bwMode="auto">
            <a:xfrm>
              <a:off x="4186" y="3656"/>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a typeface="华文楷体" pitchFamily="2" charset="-122"/>
                <a:cs typeface="楷体_GB2312" panose="02010609030101010101" pitchFamily="49" charset="-122"/>
              </a:endParaRPr>
            </a:p>
          </p:txBody>
        </p:sp>
        <p:sp>
          <p:nvSpPr>
            <p:cNvPr id="11293" name="Text Box 13"/>
            <p:cNvSpPr txBox="1">
              <a:spLocks noChangeArrowheads="1"/>
            </p:cNvSpPr>
            <p:nvPr/>
          </p:nvSpPr>
          <p:spPr bwMode="auto">
            <a:xfrm>
              <a:off x="4035" y="3656"/>
              <a:ext cx="2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a typeface="华文楷体" pitchFamily="2" charset="-122"/>
                <a:cs typeface="楷体_GB2312" panose="02010609030101010101" pitchFamily="49" charset="-122"/>
              </a:endParaRPr>
            </a:p>
          </p:txBody>
        </p:sp>
        <p:sp>
          <p:nvSpPr>
            <p:cNvPr id="11294" name="Text Box 14"/>
            <p:cNvSpPr txBox="1">
              <a:spLocks noChangeArrowheads="1"/>
            </p:cNvSpPr>
            <p:nvPr/>
          </p:nvSpPr>
          <p:spPr bwMode="auto">
            <a:xfrm>
              <a:off x="4072" y="3226"/>
              <a:ext cx="11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a typeface="华文楷体" pitchFamily="2" charset="-122"/>
                <a:cs typeface="楷体_GB2312" panose="02010609030101010101" pitchFamily="49" charset="-122"/>
              </a:endParaRPr>
            </a:p>
          </p:txBody>
        </p:sp>
        <p:graphicFrame>
          <p:nvGraphicFramePr>
            <p:cNvPr id="11271" name="Object 6"/>
            <p:cNvGraphicFramePr>
              <a:graphicFrameLocks noChangeAspect="1"/>
            </p:cNvGraphicFramePr>
            <p:nvPr/>
          </p:nvGraphicFramePr>
          <p:xfrm>
            <a:off x="3405" y="3111"/>
            <a:ext cx="1677" cy="664"/>
          </p:xfrm>
          <a:graphic>
            <a:graphicData uri="http://schemas.openxmlformats.org/presentationml/2006/ole">
              <mc:AlternateContent xmlns:mc="http://schemas.openxmlformats.org/markup-compatibility/2006">
                <mc:Choice xmlns:v="urn:schemas-microsoft-com:vml" Requires="v">
                  <p:oleObj spid="_x0000_s12110" name="位图图像" r:id="rId9" imgW="4124325" imgH="3133725" progId="Paint.Picture">
                    <p:embed/>
                  </p:oleObj>
                </mc:Choice>
                <mc:Fallback>
                  <p:oleObj name="位图图像" r:id="rId9" imgW="4124325" imgH="3133725" progId="Paint.Picture">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05" y="3111"/>
                          <a:ext cx="1677" cy="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95" name="Line 16"/>
            <p:cNvSpPr>
              <a:spLocks noChangeShapeType="1"/>
            </p:cNvSpPr>
            <p:nvPr/>
          </p:nvSpPr>
          <p:spPr bwMode="auto">
            <a:xfrm>
              <a:off x="3112" y="3740"/>
              <a:ext cx="2264"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96" name="Line 17"/>
            <p:cNvSpPr>
              <a:spLocks noChangeShapeType="1"/>
            </p:cNvSpPr>
            <p:nvPr/>
          </p:nvSpPr>
          <p:spPr bwMode="auto">
            <a:xfrm>
              <a:off x="4244" y="3153"/>
              <a:ext cx="0" cy="58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1297" name="Line 18"/>
            <p:cNvSpPr>
              <a:spLocks noChangeShapeType="1"/>
            </p:cNvSpPr>
            <p:nvPr/>
          </p:nvSpPr>
          <p:spPr bwMode="auto">
            <a:xfrm flipV="1">
              <a:off x="4244" y="2901"/>
              <a:ext cx="0" cy="839"/>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1272" name="Object 7"/>
            <p:cNvGraphicFramePr>
              <a:graphicFrameLocks noChangeAspect="1"/>
            </p:cNvGraphicFramePr>
            <p:nvPr/>
          </p:nvGraphicFramePr>
          <p:xfrm>
            <a:off x="3741" y="2775"/>
            <a:ext cx="315" cy="503"/>
          </p:xfrm>
          <a:graphic>
            <a:graphicData uri="http://schemas.openxmlformats.org/presentationml/2006/ole">
              <mc:AlternateContent xmlns:mc="http://schemas.openxmlformats.org/markup-compatibility/2006">
                <mc:Choice xmlns:v="urn:schemas-microsoft-com:vml" Requires="v">
                  <p:oleObj spid="_x0000_s12111" name="Equation" r:id="rId11" imgW="152400" imgH="393700" progId="Equation.DSMT4">
                    <p:embed/>
                  </p:oleObj>
                </mc:Choice>
                <mc:Fallback>
                  <p:oleObj name="Equation" r:id="rId11" imgW="152400" imgH="3937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41" y="2775"/>
                          <a:ext cx="315" cy="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98" name="Line 20"/>
            <p:cNvSpPr>
              <a:spLocks noChangeShapeType="1"/>
            </p:cNvSpPr>
            <p:nvPr/>
          </p:nvSpPr>
          <p:spPr bwMode="auto">
            <a:xfrm flipH="1" flipV="1">
              <a:off x="3951" y="3069"/>
              <a:ext cx="293" cy="84"/>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99" name="Line 21"/>
            <p:cNvSpPr>
              <a:spLocks noChangeShapeType="1"/>
            </p:cNvSpPr>
            <p:nvPr/>
          </p:nvSpPr>
          <p:spPr bwMode="auto">
            <a:xfrm>
              <a:off x="3909" y="3404"/>
              <a:ext cx="0" cy="336"/>
            </a:xfrm>
            <a:prstGeom prst="line">
              <a:avLst/>
            </a:prstGeom>
            <a:noFill/>
            <a:ln w="2857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11300" name="Line 22"/>
            <p:cNvSpPr>
              <a:spLocks noChangeShapeType="1"/>
            </p:cNvSpPr>
            <p:nvPr/>
          </p:nvSpPr>
          <p:spPr bwMode="auto">
            <a:xfrm>
              <a:off x="3909" y="3404"/>
              <a:ext cx="670" cy="0"/>
            </a:xfrm>
            <a:prstGeom prst="line">
              <a:avLst/>
            </a:prstGeom>
            <a:noFill/>
            <a:ln w="2857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11301" name="Line 23"/>
            <p:cNvSpPr>
              <a:spLocks noChangeShapeType="1"/>
            </p:cNvSpPr>
            <p:nvPr/>
          </p:nvSpPr>
          <p:spPr bwMode="auto">
            <a:xfrm>
              <a:off x="4579" y="3404"/>
              <a:ext cx="0" cy="336"/>
            </a:xfrm>
            <a:prstGeom prst="line">
              <a:avLst/>
            </a:prstGeom>
            <a:noFill/>
            <a:ln w="28575"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en-US"/>
            </a:p>
          </p:txBody>
        </p:sp>
        <p:graphicFrame>
          <p:nvGraphicFramePr>
            <p:cNvPr id="11273" name="Object 8"/>
            <p:cNvGraphicFramePr>
              <a:graphicFrameLocks noChangeAspect="1"/>
            </p:cNvGraphicFramePr>
            <p:nvPr/>
          </p:nvGraphicFramePr>
          <p:xfrm>
            <a:off x="3448" y="3153"/>
            <a:ext cx="178" cy="461"/>
          </p:xfrm>
          <a:graphic>
            <a:graphicData uri="http://schemas.openxmlformats.org/presentationml/2006/ole">
              <mc:AlternateContent xmlns:mc="http://schemas.openxmlformats.org/markup-compatibility/2006">
                <mc:Choice xmlns:v="urn:schemas-microsoft-com:vml" Requires="v">
                  <p:oleObj spid="_x0000_s12112" name="Equation" r:id="rId13" imgW="152400" imgH="393700" progId="Equation.DSMT4">
                    <p:embed/>
                  </p:oleObj>
                </mc:Choice>
                <mc:Fallback>
                  <p:oleObj name="Equation" r:id="rId13" imgW="152400" imgH="3937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48" y="3153"/>
                          <a:ext cx="178"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302" name="Line 25"/>
            <p:cNvSpPr>
              <a:spLocks noChangeShapeType="1"/>
            </p:cNvSpPr>
            <p:nvPr/>
          </p:nvSpPr>
          <p:spPr bwMode="auto">
            <a:xfrm flipH="1">
              <a:off x="3574" y="3404"/>
              <a:ext cx="335" cy="84"/>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1274" name="Object 9"/>
            <p:cNvGraphicFramePr>
              <a:graphicFrameLocks noChangeAspect="1"/>
            </p:cNvGraphicFramePr>
            <p:nvPr/>
          </p:nvGraphicFramePr>
          <p:xfrm>
            <a:off x="4496" y="3740"/>
            <a:ext cx="153" cy="167"/>
          </p:xfrm>
          <a:graphic>
            <a:graphicData uri="http://schemas.openxmlformats.org/presentationml/2006/ole">
              <mc:AlternateContent xmlns:mc="http://schemas.openxmlformats.org/markup-compatibility/2006">
                <mc:Choice xmlns:v="urn:schemas-microsoft-com:vml" Requires="v">
                  <p:oleObj spid="_x0000_s12113" name="Equation" r:id="rId15" imgW="127000" imgH="139700" progId="Equation.DSMT4">
                    <p:embed/>
                  </p:oleObj>
                </mc:Choice>
                <mc:Fallback>
                  <p:oleObj name="Equation" r:id="rId15" imgW="127000" imgH="1397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96" y="3740"/>
                          <a:ext cx="153" cy="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5" name="Object 10"/>
            <p:cNvGraphicFramePr>
              <a:graphicFrameLocks noChangeAspect="1"/>
            </p:cNvGraphicFramePr>
            <p:nvPr/>
          </p:nvGraphicFramePr>
          <p:xfrm>
            <a:off x="3741" y="3740"/>
            <a:ext cx="293" cy="170"/>
          </p:xfrm>
          <a:graphic>
            <a:graphicData uri="http://schemas.openxmlformats.org/presentationml/2006/ole">
              <mc:AlternateContent xmlns:mc="http://schemas.openxmlformats.org/markup-compatibility/2006">
                <mc:Choice xmlns:v="urn:schemas-microsoft-com:vml" Requires="v">
                  <p:oleObj spid="_x0000_s12114" name="Equation" r:id="rId17" imgW="241300" imgH="139700" progId="Equation.DSMT4">
                    <p:embed/>
                  </p:oleObj>
                </mc:Choice>
                <mc:Fallback>
                  <p:oleObj name="Equation" r:id="rId17" imgW="241300" imgH="1397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41" y="3740"/>
                          <a:ext cx="293" cy="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6" name="Object 11"/>
            <p:cNvGraphicFramePr>
              <a:graphicFrameLocks noChangeAspect="1"/>
            </p:cNvGraphicFramePr>
            <p:nvPr/>
          </p:nvGraphicFramePr>
          <p:xfrm>
            <a:off x="5125" y="3572"/>
            <a:ext cx="167" cy="154"/>
          </p:xfrm>
          <a:graphic>
            <a:graphicData uri="http://schemas.openxmlformats.org/presentationml/2006/ole">
              <mc:AlternateContent xmlns:mc="http://schemas.openxmlformats.org/markup-compatibility/2006">
                <mc:Choice xmlns:v="urn:schemas-microsoft-com:vml" Requires="v">
                  <p:oleObj spid="_x0000_s12115" name="Equation" r:id="rId19" imgW="152400" imgH="139700" progId="Equation.DSMT4">
                    <p:embed/>
                  </p:oleObj>
                </mc:Choice>
                <mc:Fallback>
                  <p:oleObj name="Equation" r:id="rId19" imgW="152400" imgH="139700"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25" y="3572"/>
                          <a:ext cx="16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29"/>
          <p:cNvGrpSpPr/>
          <p:nvPr/>
        </p:nvGrpSpPr>
        <p:grpSpPr bwMode="auto">
          <a:xfrm>
            <a:off x="5534025" y="1341438"/>
            <a:ext cx="3065463" cy="2036762"/>
            <a:chOff x="540" y="2751"/>
            <a:chExt cx="2411" cy="1283"/>
          </a:xfrm>
        </p:grpSpPr>
        <p:sp>
          <p:nvSpPr>
            <p:cNvPr id="11287" name="Line 30"/>
            <p:cNvSpPr>
              <a:spLocks noChangeShapeType="1"/>
            </p:cNvSpPr>
            <p:nvPr/>
          </p:nvSpPr>
          <p:spPr bwMode="auto">
            <a:xfrm>
              <a:off x="1687" y="3153"/>
              <a:ext cx="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1267" name="Object 12"/>
            <p:cNvGraphicFramePr>
              <a:graphicFrameLocks noChangeAspect="1"/>
            </p:cNvGraphicFramePr>
            <p:nvPr/>
          </p:nvGraphicFramePr>
          <p:xfrm>
            <a:off x="540" y="3051"/>
            <a:ext cx="2411" cy="977"/>
          </p:xfrm>
          <a:graphic>
            <a:graphicData uri="http://schemas.openxmlformats.org/presentationml/2006/ole">
              <mc:AlternateContent xmlns:mc="http://schemas.openxmlformats.org/markup-compatibility/2006">
                <mc:Choice xmlns:v="urn:schemas-microsoft-com:vml" Requires="v">
                  <p:oleObj spid="_x0000_s12116" name="位图图像" r:id="rId21" imgW="3343275" imgH="1400175" progId="Paint.Picture">
                    <p:embed/>
                  </p:oleObj>
                </mc:Choice>
                <mc:Fallback>
                  <p:oleObj name="位图图像" r:id="rId21" imgW="3343275" imgH="1400175" progId="Paint.Picture">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40" y="3051"/>
                          <a:ext cx="2411" cy="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8" name="Line 32"/>
            <p:cNvSpPr>
              <a:spLocks noChangeShapeType="1"/>
            </p:cNvSpPr>
            <p:nvPr/>
          </p:nvSpPr>
          <p:spPr bwMode="auto">
            <a:xfrm flipV="1">
              <a:off x="1770" y="2775"/>
              <a:ext cx="0" cy="1049"/>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89" name="Line 33"/>
            <p:cNvSpPr>
              <a:spLocks noChangeShapeType="1"/>
            </p:cNvSpPr>
            <p:nvPr/>
          </p:nvSpPr>
          <p:spPr bwMode="auto">
            <a:xfrm>
              <a:off x="596" y="3782"/>
              <a:ext cx="234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1268" name="Object 13"/>
            <p:cNvGraphicFramePr>
              <a:graphicFrameLocks noChangeAspect="1"/>
            </p:cNvGraphicFramePr>
            <p:nvPr/>
          </p:nvGraphicFramePr>
          <p:xfrm>
            <a:off x="1874" y="2751"/>
            <a:ext cx="400" cy="288"/>
          </p:xfrm>
          <a:graphic>
            <a:graphicData uri="http://schemas.openxmlformats.org/presentationml/2006/ole">
              <mc:AlternateContent xmlns:mc="http://schemas.openxmlformats.org/markup-compatibility/2006">
                <mc:Choice xmlns:v="urn:schemas-microsoft-com:vml" Requires="v">
                  <p:oleObj spid="_x0000_s12117" name="Equation" r:id="rId23" imgW="279400" imgH="203200" progId="Equation.DSMT4">
                    <p:embed/>
                  </p:oleObj>
                </mc:Choice>
                <mc:Fallback>
                  <p:oleObj name="Equation" r:id="rId23" imgW="279400" imgH="203200" progId="Equation.DSMT4">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874" y="2751"/>
                          <a:ext cx="4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9" name="Object 14"/>
            <p:cNvGraphicFramePr>
              <a:graphicFrameLocks noChangeAspect="1"/>
            </p:cNvGraphicFramePr>
            <p:nvPr/>
          </p:nvGraphicFramePr>
          <p:xfrm>
            <a:off x="2692" y="3530"/>
            <a:ext cx="147" cy="252"/>
          </p:xfrm>
          <a:graphic>
            <a:graphicData uri="http://schemas.openxmlformats.org/presentationml/2006/ole">
              <mc:AlternateContent xmlns:mc="http://schemas.openxmlformats.org/markup-compatibility/2006">
                <mc:Choice xmlns:v="urn:schemas-microsoft-com:vml" Requires="v">
                  <p:oleObj spid="_x0000_s12118" name="Equation" r:id="rId25" imgW="88900" imgH="152400" progId="Equation.DSMT4">
                    <p:embed/>
                  </p:oleObj>
                </mc:Choice>
                <mc:Fallback>
                  <p:oleObj name="Equation" r:id="rId25" imgW="88900" imgH="152400" progId="Equation.DSMT4">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92" y="3530"/>
                          <a:ext cx="14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90" name="Text Box 36"/>
            <p:cNvSpPr txBox="1">
              <a:spLocks noChangeArrowheads="1"/>
            </p:cNvSpPr>
            <p:nvPr/>
          </p:nvSpPr>
          <p:spPr bwMode="auto">
            <a:xfrm>
              <a:off x="1579" y="3102"/>
              <a:ext cx="2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1</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1291" name="Text Box 37"/>
            <p:cNvSpPr txBox="1">
              <a:spLocks noChangeArrowheads="1"/>
            </p:cNvSpPr>
            <p:nvPr/>
          </p:nvSpPr>
          <p:spPr bwMode="auto">
            <a:xfrm>
              <a:off x="1645" y="3782"/>
              <a:ext cx="2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grpSp>
      <p:graphicFrame>
        <p:nvGraphicFramePr>
          <p:cNvPr id="41" name="Object 15"/>
          <p:cNvGraphicFramePr>
            <a:graphicFrameLocks noChangeAspect="1"/>
          </p:cNvGraphicFramePr>
          <p:nvPr/>
        </p:nvGraphicFramePr>
        <p:xfrm>
          <a:off x="1025525" y="2000250"/>
          <a:ext cx="4602163" cy="1676400"/>
        </p:xfrm>
        <a:graphic>
          <a:graphicData uri="http://schemas.openxmlformats.org/presentationml/2006/ole">
            <mc:AlternateContent xmlns:mc="http://schemas.openxmlformats.org/markup-compatibility/2006">
              <mc:Choice xmlns:v="urn:schemas-microsoft-com:vml" Requires="v">
                <p:oleObj spid="_x0000_s12119" name="Equation" r:id="rId27" imgW="2235200" imgH="762000" progId="Equation.DSMT4">
                  <p:embed/>
                </p:oleObj>
              </mc:Choice>
              <mc:Fallback>
                <p:oleObj name="Equation" r:id="rId27" imgW="2235200" imgH="762000" progId="Equation.DSMT4">
                  <p:embed/>
                  <p:pic>
                    <p:nvPicPr>
                      <p:cNvPr id="0" name="Object 1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25525" y="2000250"/>
                        <a:ext cx="4602163"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blinds(horizontal)">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9"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DBEC364-DC00-41B6-9DD0-7E7805E8FB47}"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12301" name="Group 2"/>
          <p:cNvGrpSpPr/>
          <p:nvPr/>
        </p:nvGrpSpPr>
        <p:grpSpPr bwMode="auto">
          <a:xfrm>
            <a:off x="714375" y="1382713"/>
            <a:ext cx="1962150" cy="474662"/>
            <a:chOff x="576" y="512"/>
            <a:chExt cx="1236" cy="299"/>
          </a:xfrm>
        </p:grpSpPr>
        <p:sp>
          <p:nvSpPr>
            <p:cNvPr id="12314" name="Text Box 3"/>
            <p:cNvSpPr txBox="1">
              <a:spLocks noChangeArrowheads="1"/>
            </p:cNvSpPr>
            <p:nvPr/>
          </p:nvSpPr>
          <p:spPr bwMode="auto">
            <a:xfrm>
              <a:off x="576" y="512"/>
              <a:ext cx="2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000099"/>
                  </a:solidFill>
                  <a:latin typeface="Times New Roman" panose="02020603050405020304" pitchFamily="18" charset="0"/>
                  <a:ea typeface="华文楷体" pitchFamily="2" charset="-122"/>
                  <a:cs typeface="楷体_GB2312" panose="02010609030101010101" pitchFamily="49" charset="-122"/>
                </a:rPr>
                <a:t>3.</a:t>
              </a:r>
              <a:endParaRPr lang="en-US" altLang="zh-CN" sz="2400">
                <a:solidFill>
                  <a:srgbClr val="000099"/>
                </a:solidFill>
                <a:latin typeface="Times New Roman" panose="02020603050405020304" pitchFamily="18" charset="0"/>
                <a:ea typeface="华文楷体" pitchFamily="2" charset="-122"/>
                <a:cs typeface="楷体_GB2312" panose="02010609030101010101" pitchFamily="49" charset="-122"/>
              </a:endParaRPr>
            </a:p>
          </p:txBody>
        </p:sp>
        <p:graphicFrame>
          <p:nvGraphicFramePr>
            <p:cNvPr id="12298" name="Object 2"/>
            <p:cNvGraphicFramePr>
              <a:graphicFrameLocks noChangeAspect="1"/>
            </p:cNvGraphicFramePr>
            <p:nvPr/>
          </p:nvGraphicFramePr>
          <p:xfrm>
            <a:off x="864" y="530"/>
            <a:ext cx="948" cy="281"/>
          </p:xfrm>
          <a:graphic>
            <a:graphicData uri="http://schemas.openxmlformats.org/presentationml/2006/ole">
              <mc:AlternateContent xmlns:mc="http://schemas.openxmlformats.org/markup-compatibility/2006">
                <mc:Choice xmlns:v="urn:schemas-microsoft-com:vml" Requires="v">
                  <p:oleObj spid="_x0000_s12830" name="Equation" r:id="rId1" imgW="685800" imgH="203200" progId="Equation.DSMT4">
                    <p:embed/>
                  </p:oleObj>
                </mc:Choice>
                <mc:Fallback>
                  <p:oleObj name="Equation" r:id="rId1" imgW="6858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 y="530"/>
                          <a:ext cx="948"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8" name="Object 3"/>
          <p:cNvGraphicFramePr>
            <a:graphicFrameLocks noChangeAspect="1"/>
          </p:cNvGraphicFramePr>
          <p:nvPr/>
        </p:nvGraphicFramePr>
        <p:xfrm>
          <a:off x="1143000" y="1895475"/>
          <a:ext cx="3994150" cy="723900"/>
        </p:xfrm>
        <a:graphic>
          <a:graphicData uri="http://schemas.openxmlformats.org/presentationml/2006/ole">
            <mc:AlternateContent xmlns:mc="http://schemas.openxmlformats.org/markup-compatibility/2006">
              <mc:Choice xmlns:v="urn:schemas-microsoft-com:vml" Requires="v">
                <p:oleObj spid="_x0000_s12831" name="Equation" r:id="rId3" imgW="1638300" imgH="330200" progId="Equation.DSMT4">
                  <p:embed/>
                </p:oleObj>
              </mc:Choice>
              <mc:Fallback>
                <p:oleObj name="Equation" r:id="rId3" imgW="1638300" imgH="330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895475"/>
                        <a:ext cx="39941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302" name="Group 6"/>
          <p:cNvGrpSpPr/>
          <p:nvPr/>
        </p:nvGrpSpPr>
        <p:grpSpPr bwMode="auto">
          <a:xfrm>
            <a:off x="6143625" y="1427163"/>
            <a:ext cx="2003425" cy="1287462"/>
            <a:chOff x="4368" y="785"/>
            <a:chExt cx="1262" cy="811"/>
          </a:xfrm>
        </p:grpSpPr>
        <p:sp>
          <p:nvSpPr>
            <p:cNvPr id="12311" name="Text Box 7"/>
            <p:cNvSpPr txBox="1">
              <a:spLocks noChangeArrowheads="1"/>
            </p:cNvSpPr>
            <p:nvPr/>
          </p:nvSpPr>
          <p:spPr bwMode="auto">
            <a:xfrm flipV="1">
              <a:off x="4932" y="1308"/>
              <a:ext cx="1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4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2312" name="Line 8"/>
            <p:cNvSpPr>
              <a:spLocks noChangeShapeType="1"/>
            </p:cNvSpPr>
            <p:nvPr/>
          </p:nvSpPr>
          <p:spPr bwMode="auto">
            <a:xfrm>
              <a:off x="4368" y="1344"/>
              <a:ext cx="1257"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13" name="Line 9"/>
            <p:cNvSpPr>
              <a:spLocks noChangeShapeType="1"/>
            </p:cNvSpPr>
            <p:nvPr/>
          </p:nvSpPr>
          <p:spPr bwMode="auto">
            <a:xfrm flipV="1">
              <a:off x="4992" y="864"/>
              <a:ext cx="0" cy="486"/>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296" name="Object 4"/>
            <p:cNvGraphicFramePr>
              <a:graphicFrameLocks noChangeAspect="1"/>
            </p:cNvGraphicFramePr>
            <p:nvPr/>
          </p:nvGraphicFramePr>
          <p:xfrm>
            <a:off x="5040" y="785"/>
            <a:ext cx="384" cy="267"/>
          </p:xfrm>
          <a:graphic>
            <a:graphicData uri="http://schemas.openxmlformats.org/presentationml/2006/ole">
              <mc:AlternateContent xmlns:mc="http://schemas.openxmlformats.org/markup-compatibility/2006">
                <mc:Choice xmlns:v="urn:schemas-microsoft-com:vml" Requires="v">
                  <p:oleObj spid="_x0000_s12832" name="Equation" r:id="rId5" imgW="292100" imgH="203200" progId="Equation.DSMT4">
                    <p:embed/>
                  </p:oleObj>
                </mc:Choice>
                <mc:Fallback>
                  <p:oleObj name="Equation" r:id="rId5" imgW="2921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0" y="785"/>
                          <a:ext cx="384"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7" name="Object 5"/>
            <p:cNvGraphicFramePr>
              <a:graphicFrameLocks noChangeAspect="1"/>
            </p:cNvGraphicFramePr>
            <p:nvPr/>
          </p:nvGraphicFramePr>
          <p:xfrm>
            <a:off x="5472" y="1104"/>
            <a:ext cx="158" cy="272"/>
          </p:xfrm>
          <a:graphic>
            <a:graphicData uri="http://schemas.openxmlformats.org/presentationml/2006/ole">
              <mc:AlternateContent xmlns:mc="http://schemas.openxmlformats.org/markup-compatibility/2006">
                <mc:Choice xmlns:v="urn:schemas-microsoft-com:vml" Requires="v">
                  <p:oleObj spid="_x0000_s12833" name="Equation" r:id="rId7" imgW="88900" imgH="152400" progId="Equation.DSMT4">
                    <p:embed/>
                  </p:oleObj>
                </mc:Choice>
                <mc:Fallback>
                  <p:oleObj name="Equation" r:id="rId7" imgW="88900" imgH="1524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72" y="1104"/>
                          <a:ext cx="158"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2"/>
          <p:cNvGrpSpPr/>
          <p:nvPr/>
        </p:nvGrpSpPr>
        <p:grpSpPr bwMode="auto">
          <a:xfrm>
            <a:off x="623888" y="4573588"/>
            <a:ext cx="8077200" cy="1570037"/>
            <a:chOff x="393" y="1610"/>
            <a:chExt cx="5088" cy="989"/>
          </a:xfrm>
        </p:grpSpPr>
        <p:sp>
          <p:nvSpPr>
            <p:cNvPr id="12310" name="Text Box 13"/>
            <p:cNvSpPr txBox="1">
              <a:spLocks noChangeArrowheads="1"/>
            </p:cNvSpPr>
            <p:nvPr/>
          </p:nvSpPr>
          <p:spPr bwMode="auto">
            <a:xfrm>
              <a:off x="393" y="1610"/>
              <a:ext cx="5088"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ea typeface="华文楷体" pitchFamily="2" charset="-122"/>
                  <a:cs typeface="楷体_GB2312" panose="02010609030101010101" pitchFamily="49" charset="-122"/>
                </a:rPr>
                <a:t>这表明        中包括了所有的频率成分，且所有频率分量的幅度、相位都相同。因此，系统的单位冲激响应        才能完全描述一个</a:t>
              </a:r>
              <a:r>
                <a:rPr lang="en-US" altLang="zh-CN" sz="2400">
                  <a:latin typeface="Times New Roman" panose="02020603050405020304" pitchFamily="18" charset="0"/>
                  <a:ea typeface="华文楷体" pitchFamily="2" charset="-122"/>
                  <a:cs typeface="楷体_GB2312" panose="02010609030101010101" pitchFamily="49" charset="-122"/>
                </a:rPr>
                <a:t>LTI</a:t>
              </a:r>
              <a:r>
                <a:rPr lang="zh-CN" altLang="en-US" sz="2400">
                  <a:latin typeface="Times New Roman" panose="02020603050405020304" pitchFamily="18" charset="0"/>
                  <a:ea typeface="华文楷体" pitchFamily="2" charset="-122"/>
                  <a:cs typeface="楷体_GB2312" panose="02010609030101010101" pitchFamily="49" charset="-122"/>
                </a:rPr>
                <a:t>系统的特性，       才在信号与系统分析中具有如此重要的意义。</a:t>
              </a:r>
              <a:endParaRPr lang="zh-CN" altLang="en-US" sz="2400">
                <a:latin typeface="Times New Roman" panose="02020603050405020304" pitchFamily="18" charset="0"/>
                <a:ea typeface="华文楷体" pitchFamily="2" charset="-122"/>
                <a:cs typeface="楷体_GB2312" panose="02010609030101010101" pitchFamily="49" charset="-122"/>
              </a:endParaRPr>
            </a:p>
          </p:txBody>
        </p:sp>
        <p:graphicFrame>
          <p:nvGraphicFramePr>
            <p:cNvPr id="12293" name="Object 6"/>
            <p:cNvGraphicFramePr>
              <a:graphicFrameLocks noChangeAspect="1"/>
            </p:cNvGraphicFramePr>
            <p:nvPr/>
          </p:nvGraphicFramePr>
          <p:xfrm>
            <a:off x="1035" y="1643"/>
            <a:ext cx="406" cy="281"/>
          </p:xfrm>
          <a:graphic>
            <a:graphicData uri="http://schemas.openxmlformats.org/presentationml/2006/ole">
              <mc:AlternateContent xmlns:mc="http://schemas.openxmlformats.org/markup-compatibility/2006">
                <mc:Choice xmlns:v="urn:schemas-microsoft-com:vml" Requires="v">
                  <p:oleObj spid="_x0000_s12834" name="Equation" r:id="rId9" imgW="292100" imgH="203200" progId="Equation.DSMT4">
                    <p:embed/>
                  </p:oleObj>
                </mc:Choice>
                <mc:Fallback>
                  <p:oleObj name="Equation" r:id="rId9" imgW="292100" imgH="203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5" y="1643"/>
                          <a:ext cx="406"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4" name="Object 7"/>
            <p:cNvGraphicFramePr>
              <a:graphicFrameLocks noChangeAspect="1"/>
            </p:cNvGraphicFramePr>
            <p:nvPr/>
          </p:nvGraphicFramePr>
          <p:xfrm>
            <a:off x="4500" y="1879"/>
            <a:ext cx="385" cy="281"/>
          </p:xfrm>
          <a:graphic>
            <a:graphicData uri="http://schemas.openxmlformats.org/presentationml/2006/ole">
              <mc:AlternateContent xmlns:mc="http://schemas.openxmlformats.org/markup-compatibility/2006">
                <mc:Choice xmlns:v="urn:schemas-microsoft-com:vml" Requires="v">
                  <p:oleObj spid="_x0000_s12835" name="Equation" r:id="rId11" imgW="279400" imgH="203200" progId="Equation.DSMT4">
                    <p:embed/>
                  </p:oleObj>
                </mc:Choice>
                <mc:Fallback>
                  <p:oleObj name="Equation" r:id="rId11" imgW="279400" imgH="203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00" y="1879"/>
                          <a:ext cx="385"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5" name="Object 8"/>
            <p:cNvGraphicFramePr/>
            <p:nvPr/>
          </p:nvGraphicFramePr>
          <p:xfrm>
            <a:off x="3014" y="2093"/>
            <a:ext cx="404" cy="281"/>
          </p:xfrm>
          <a:graphic>
            <a:graphicData uri="http://schemas.openxmlformats.org/presentationml/2006/ole">
              <mc:AlternateContent xmlns:mc="http://schemas.openxmlformats.org/markup-compatibility/2006">
                <mc:Choice xmlns:v="urn:schemas-microsoft-com:vml" Requires="v">
                  <p:oleObj spid="_x0000_s12836" name="Equation" r:id="rId13" imgW="292100" imgH="203200" progId="Equation.DSMT4">
                    <p:embed/>
                  </p:oleObj>
                </mc:Choice>
                <mc:Fallback>
                  <p:oleObj name="Equation" r:id="rId13" imgW="292100" imgH="203200" progId="Equation.DSMT4">
                    <p:embed/>
                    <p:pic>
                      <p:nvPicPr>
                        <p:cNvPr id="0" name="Object 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14" y="2093"/>
                          <a:ext cx="40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17"/>
          <p:cNvGrpSpPr/>
          <p:nvPr/>
        </p:nvGrpSpPr>
        <p:grpSpPr bwMode="auto">
          <a:xfrm>
            <a:off x="3500438" y="2828925"/>
            <a:ext cx="2946400" cy="1600200"/>
            <a:chOff x="1224" y="3123"/>
            <a:chExt cx="1856" cy="1008"/>
          </a:xfrm>
        </p:grpSpPr>
        <p:sp>
          <p:nvSpPr>
            <p:cNvPr id="12305" name="Line 18"/>
            <p:cNvSpPr>
              <a:spLocks noChangeShapeType="1"/>
            </p:cNvSpPr>
            <p:nvPr/>
          </p:nvSpPr>
          <p:spPr bwMode="auto">
            <a:xfrm>
              <a:off x="1224" y="3888"/>
              <a:ext cx="1824"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06" name="Line 19"/>
            <p:cNvSpPr>
              <a:spLocks noChangeShapeType="1"/>
            </p:cNvSpPr>
            <p:nvPr/>
          </p:nvSpPr>
          <p:spPr bwMode="auto">
            <a:xfrm>
              <a:off x="1341" y="3567"/>
              <a:ext cx="14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en-US"/>
            </a:p>
          </p:txBody>
        </p:sp>
        <p:graphicFrame>
          <p:nvGraphicFramePr>
            <p:cNvPr id="12291" name="Object 9"/>
            <p:cNvGraphicFramePr>
              <a:graphicFrameLocks noChangeAspect="1"/>
            </p:cNvGraphicFramePr>
            <p:nvPr/>
          </p:nvGraphicFramePr>
          <p:xfrm>
            <a:off x="1552" y="3123"/>
            <a:ext cx="485" cy="261"/>
          </p:xfrm>
          <a:graphic>
            <a:graphicData uri="http://schemas.openxmlformats.org/presentationml/2006/ole">
              <mc:AlternateContent xmlns:mc="http://schemas.openxmlformats.org/markup-compatibility/2006">
                <mc:Choice xmlns:v="urn:schemas-microsoft-com:vml" Requires="v">
                  <p:oleObj spid="_x0000_s12837" name="Equation" r:id="rId15" imgW="457200" imgH="203200" progId="Equation.DSMT4">
                    <p:embed/>
                  </p:oleObj>
                </mc:Choice>
                <mc:Fallback>
                  <p:oleObj name="Equation" r:id="rId15" imgW="457200" imgH="2032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52" y="3123"/>
                          <a:ext cx="485"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2" name="Object 10"/>
            <p:cNvGraphicFramePr>
              <a:graphicFrameLocks noChangeAspect="1"/>
            </p:cNvGraphicFramePr>
            <p:nvPr/>
          </p:nvGraphicFramePr>
          <p:xfrm>
            <a:off x="2808" y="3696"/>
            <a:ext cx="272" cy="201"/>
          </p:xfrm>
          <a:graphic>
            <a:graphicData uri="http://schemas.openxmlformats.org/presentationml/2006/ole">
              <mc:AlternateContent xmlns:mc="http://schemas.openxmlformats.org/markup-compatibility/2006">
                <mc:Choice xmlns:v="urn:schemas-microsoft-com:vml" Requires="v">
                  <p:oleObj spid="_x0000_s12838" name="Equation" r:id="rId17" imgW="152400" imgH="139700" progId="Equation.DSMT4">
                    <p:embed/>
                  </p:oleObj>
                </mc:Choice>
                <mc:Fallback>
                  <p:oleObj name="Equation" r:id="rId17" imgW="152400" imgH="1397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08" y="3696"/>
                          <a:ext cx="27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07" name="Text Box 22"/>
            <p:cNvSpPr txBox="1">
              <a:spLocks noChangeArrowheads="1"/>
            </p:cNvSpPr>
            <p:nvPr/>
          </p:nvSpPr>
          <p:spPr bwMode="auto">
            <a:xfrm>
              <a:off x="1968" y="384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4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2308" name="Rectangle 23"/>
            <p:cNvSpPr>
              <a:spLocks noChangeArrowheads="1"/>
            </p:cNvSpPr>
            <p:nvPr/>
          </p:nvSpPr>
          <p:spPr bwMode="auto">
            <a:xfrm>
              <a:off x="2058" y="3327"/>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000000"/>
                  </a:solidFill>
                  <a:latin typeface="Times New Roman" panose="02020603050405020304" pitchFamily="18" charset="0"/>
                  <a:ea typeface="华文楷体" pitchFamily="2" charset="-122"/>
                  <a:cs typeface="楷体_GB2312" panose="02010609030101010101" pitchFamily="49" charset="-122"/>
                </a:rPr>
                <a:t>1</a:t>
              </a:r>
              <a:endParaRPr lang="en-US" altLang="zh-CN" sz="24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2309" name="Line 24"/>
            <p:cNvSpPr>
              <a:spLocks noChangeShapeType="1"/>
            </p:cNvSpPr>
            <p:nvPr/>
          </p:nvSpPr>
          <p:spPr bwMode="auto">
            <a:xfrm flipV="1">
              <a:off x="2097" y="3162"/>
              <a:ext cx="0" cy="72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34"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CC38D87-3FB3-4B98-9435-AEE03EDBE2BF}"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aphicFrame>
        <p:nvGraphicFramePr>
          <p:cNvPr id="5" name="Object 2"/>
          <p:cNvGraphicFramePr>
            <a:graphicFrameLocks noChangeAspect="1"/>
          </p:cNvGraphicFramePr>
          <p:nvPr/>
        </p:nvGraphicFramePr>
        <p:xfrm>
          <a:off x="928688" y="2857500"/>
          <a:ext cx="4137025" cy="866775"/>
        </p:xfrm>
        <a:graphic>
          <a:graphicData uri="http://schemas.openxmlformats.org/presentationml/2006/ole">
            <mc:AlternateContent xmlns:mc="http://schemas.openxmlformats.org/markup-compatibility/2006">
              <mc:Choice xmlns:v="urn:schemas-microsoft-com:vml" Requires="v">
                <p:oleObj spid="_x0000_s58546" name="Equation" r:id="rId1" imgW="1879600" imgH="393700" progId="Equation.DSMT4">
                  <p:embed/>
                </p:oleObj>
              </mc:Choice>
              <mc:Fallback>
                <p:oleObj name="Equation" r:id="rId1" imgW="1879600" imgH="3937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2857500"/>
                        <a:ext cx="413702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3"/>
          <p:cNvGrpSpPr/>
          <p:nvPr/>
        </p:nvGrpSpPr>
        <p:grpSpPr bwMode="auto">
          <a:xfrm>
            <a:off x="762000" y="4572000"/>
            <a:ext cx="8077200" cy="1206500"/>
            <a:chOff x="480" y="2619"/>
            <a:chExt cx="5088" cy="760"/>
          </a:xfrm>
        </p:grpSpPr>
        <p:sp>
          <p:nvSpPr>
            <p:cNvPr id="13346" name="Text Box 4"/>
            <p:cNvSpPr txBox="1">
              <a:spLocks noChangeArrowheads="1"/>
            </p:cNvSpPr>
            <p:nvPr/>
          </p:nvSpPr>
          <p:spPr bwMode="auto">
            <a:xfrm>
              <a:off x="480" y="2658"/>
              <a:ext cx="5088" cy="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a:latin typeface="Times New Roman" panose="02020603050405020304" pitchFamily="18" charset="0"/>
                  <a:ea typeface="华文楷体" pitchFamily="2" charset="-122"/>
                  <a:cs typeface="楷体_GB2312" panose="02010609030101010101" pitchFamily="49" charset="-122"/>
                </a:rPr>
                <a:t>显然，将            中的      代之以         再乘以     ，即是相应周期信号的频谱</a:t>
              </a:r>
              <a:endParaRPr lang="zh-CN" altLang="en-US" sz="2400">
                <a:latin typeface="Times New Roman" panose="02020603050405020304" pitchFamily="18" charset="0"/>
                <a:ea typeface="华文楷体" pitchFamily="2" charset="-122"/>
                <a:cs typeface="楷体_GB2312" panose="02010609030101010101" pitchFamily="49" charset="-122"/>
              </a:endParaRPr>
            </a:p>
          </p:txBody>
        </p:sp>
        <p:graphicFrame>
          <p:nvGraphicFramePr>
            <p:cNvPr id="13330" name="Object 3"/>
            <p:cNvGraphicFramePr>
              <a:graphicFrameLocks noChangeAspect="1"/>
            </p:cNvGraphicFramePr>
            <p:nvPr/>
          </p:nvGraphicFramePr>
          <p:xfrm>
            <a:off x="1337" y="2776"/>
            <a:ext cx="531" cy="281"/>
          </p:xfrm>
          <a:graphic>
            <a:graphicData uri="http://schemas.openxmlformats.org/presentationml/2006/ole">
              <mc:AlternateContent xmlns:mc="http://schemas.openxmlformats.org/markup-compatibility/2006">
                <mc:Choice xmlns:v="urn:schemas-microsoft-com:vml" Requires="v">
                  <p:oleObj spid="_x0000_s58547" name="Equation" r:id="rId3" imgW="457200" imgH="203200" progId="Equation.DSMT4">
                    <p:embed/>
                  </p:oleObj>
                </mc:Choice>
                <mc:Fallback>
                  <p:oleObj name="Equation" r:id="rId3" imgW="4572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7" y="2776"/>
                          <a:ext cx="53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1" name="Object 4"/>
            <p:cNvGraphicFramePr>
              <a:graphicFrameLocks noChangeAspect="1"/>
            </p:cNvGraphicFramePr>
            <p:nvPr/>
          </p:nvGraphicFramePr>
          <p:xfrm>
            <a:off x="2289" y="2801"/>
            <a:ext cx="211" cy="192"/>
          </p:xfrm>
          <a:graphic>
            <a:graphicData uri="http://schemas.openxmlformats.org/presentationml/2006/ole">
              <mc:AlternateContent xmlns:mc="http://schemas.openxmlformats.org/markup-compatibility/2006">
                <mc:Choice xmlns:v="urn:schemas-microsoft-com:vml" Requires="v">
                  <p:oleObj spid="_x0000_s58548" name="Equation" r:id="rId5" imgW="152400" imgH="139700" progId="Equation.DSMT4">
                    <p:embed/>
                  </p:oleObj>
                </mc:Choice>
                <mc:Fallback>
                  <p:oleObj name="Equation" r:id="rId5" imgW="152400" imgH="139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9" y="2801"/>
                          <a:ext cx="21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2" name="Object 5"/>
            <p:cNvGraphicFramePr>
              <a:graphicFrameLocks noChangeAspect="1"/>
            </p:cNvGraphicFramePr>
            <p:nvPr/>
          </p:nvGraphicFramePr>
          <p:xfrm>
            <a:off x="3166" y="2731"/>
            <a:ext cx="370" cy="317"/>
          </p:xfrm>
          <a:graphic>
            <a:graphicData uri="http://schemas.openxmlformats.org/presentationml/2006/ole">
              <mc:AlternateContent xmlns:mc="http://schemas.openxmlformats.org/markup-compatibility/2006">
                <mc:Choice xmlns:v="urn:schemas-microsoft-com:vml" Requires="v">
                  <p:oleObj spid="_x0000_s58549" name="Equation" r:id="rId7" imgW="266700" imgH="228600" progId="Equation.DSMT4">
                    <p:embed/>
                  </p:oleObj>
                </mc:Choice>
                <mc:Fallback>
                  <p:oleObj name="Equation" r:id="rId7" imgW="2667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66" y="2731"/>
                          <a:ext cx="370"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3" name="Object 6"/>
            <p:cNvGraphicFramePr>
              <a:graphicFrameLocks noChangeAspect="1"/>
            </p:cNvGraphicFramePr>
            <p:nvPr/>
          </p:nvGraphicFramePr>
          <p:xfrm>
            <a:off x="4165" y="2619"/>
            <a:ext cx="260" cy="547"/>
          </p:xfrm>
          <a:graphic>
            <a:graphicData uri="http://schemas.openxmlformats.org/presentationml/2006/ole">
              <mc:AlternateContent xmlns:mc="http://schemas.openxmlformats.org/markup-compatibility/2006">
                <mc:Choice xmlns:v="urn:schemas-microsoft-com:vml" Requires="v">
                  <p:oleObj spid="_x0000_s58550" name="Equation" r:id="rId9" imgW="165100" imgH="393065" progId="Equation.DSMT4">
                    <p:embed/>
                  </p:oleObj>
                </mc:Choice>
                <mc:Fallback>
                  <p:oleObj name="Equation" r:id="rId9" imgW="165100" imgH="393065"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65" y="2619"/>
                          <a:ext cx="260" cy="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337" name="Group 10"/>
          <p:cNvGrpSpPr/>
          <p:nvPr/>
        </p:nvGrpSpPr>
        <p:grpSpPr bwMode="auto">
          <a:xfrm>
            <a:off x="642938" y="1320800"/>
            <a:ext cx="4556125" cy="1179513"/>
            <a:chOff x="637" y="403"/>
            <a:chExt cx="2870" cy="743"/>
          </a:xfrm>
        </p:grpSpPr>
        <p:sp>
          <p:nvSpPr>
            <p:cNvPr id="13344" name="Text Box 11"/>
            <p:cNvSpPr txBox="1">
              <a:spLocks noChangeArrowheads="1"/>
            </p:cNvSpPr>
            <p:nvPr/>
          </p:nvSpPr>
          <p:spPr bwMode="auto">
            <a:xfrm>
              <a:off x="637" y="592"/>
              <a:ext cx="132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000099"/>
                  </a:solidFill>
                  <a:latin typeface="Times New Roman" panose="02020603050405020304" pitchFamily="18" charset="0"/>
                  <a:ea typeface="华文楷体" pitchFamily="2" charset="-122"/>
                  <a:cs typeface="楷体_GB2312" panose="02010609030101010101" pitchFamily="49" charset="-122"/>
                </a:rPr>
                <a:t>4. </a:t>
              </a:r>
              <a:r>
                <a:rPr lang="zh-CN" altLang="en-US" sz="2400" dirty="0">
                  <a:solidFill>
                    <a:srgbClr val="000099"/>
                  </a:solidFill>
                  <a:latin typeface="Times New Roman" panose="02020603050405020304" pitchFamily="18" charset="0"/>
                  <a:ea typeface="华文楷体" pitchFamily="2" charset="-122"/>
                  <a:cs typeface="楷体_GB2312" panose="02010609030101010101" pitchFamily="49" charset="-122"/>
                </a:rPr>
                <a:t>矩形脉冲</a:t>
              </a:r>
              <a:r>
                <a:rPr lang="en-US" altLang="zh-CN" sz="2400" dirty="0">
                  <a:solidFill>
                    <a:srgbClr val="000099"/>
                  </a:solidFill>
                  <a:latin typeface="Times New Roman" panose="02020603050405020304" pitchFamily="18" charset="0"/>
                  <a:ea typeface="华文楷体" pitchFamily="2" charset="-122"/>
                  <a:cs typeface="楷体_GB2312" panose="02010609030101010101" pitchFamily="49" charset="-122"/>
                </a:rPr>
                <a:t>:</a:t>
              </a:r>
              <a:endParaRPr lang="en-US" altLang="zh-CN" sz="2400" dirty="0">
                <a:solidFill>
                  <a:srgbClr val="000099"/>
                </a:solidFill>
                <a:latin typeface="Times New Roman" panose="02020603050405020304" pitchFamily="18" charset="0"/>
                <a:ea typeface="华文楷体" pitchFamily="2" charset="-122"/>
                <a:cs typeface="楷体_GB2312" panose="02010609030101010101" pitchFamily="49" charset="-122"/>
              </a:endParaRPr>
            </a:p>
          </p:txBody>
        </p:sp>
        <p:grpSp>
          <p:nvGrpSpPr>
            <p:cNvPr id="13345" name="Group 12"/>
            <p:cNvGrpSpPr/>
            <p:nvPr/>
          </p:nvGrpSpPr>
          <p:grpSpPr bwMode="auto">
            <a:xfrm>
              <a:off x="1948" y="403"/>
              <a:ext cx="1559" cy="743"/>
              <a:chOff x="2185" y="406"/>
              <a:chExt cx="1536" cy="637"/>
            </a:xfrm>
          </p:grpSpPr>
          <p:graphicFrame>
            <p:nvGraphicFramePr>
              <p:cNvPr id="13324" name="Object 8"/>
              <p:cNvGraphicFramePr>
                <a:graphicFrameLocks noChangeAspect="1"/>
              </p:cNvGraphicFramePr>
              <p:nvPr/>
            </p:nvGraphicFramePr>
            <p:xfrm>
              <a:off x="2185" y="576"/>
              <a:ext cx="525" cy="272"/>
            </p:xfrm>
            <a:graphic>
              <a:graphicData uri="http://schemas.openxmlformats.org/presentationml/2006/ole">
                <mc:AlternateContent xmlns:mc="http://schemas.openxmlformats.org/markup-compatibility/2006">
                  <mc:Choice xmlns:v="urn:schemas-microsoft-com:vml" Requires="v">
                    <p:oleObj spid="_x0000_s58551" name="Equation" r:id="rId11" imgW="393700" imgH="203200" progId="Equation.DSMT4">
                      <p:embed/>
                    </p:oleObj>
                  </mc:Choice>
                  <mc:Fallback>
                    <p:oleObj name="Equation" r:id="rId11" imgW="393700" imgH="2032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85" y="576"/>
                            <a:ext cx="525"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5" name="Object 9"/>
              <p:cNvGraphicFramePr>
                <a:graphicFrameLocks noChangeAspect="1"/>
              </p:cNvGraphicFramePr>
              <p:nvPr/>
            </p:nvGraphicFramePr>
            <p:xfrm>
              <a:off x="2866" y="454"/>
              <a:ext cx="153" cy="243"/>
            </p:xfrm>
            <a:graphic>
              <a:graphicData uri="http://schemas.openxmlformats.org/presentationml/2006/ole">
                <mc:AlternateContent xmlns:mc="http://schemas.openxmlformats.org/markup-compatibility/2006">
                  <mc:Choice xmlns:v="urn:schemas-microsoft-com:vml" Requires="v">
                    <p:oleObj spid="_x0000_s58552" name="Equation" r:id="rId13" imgW="127000" imgH="203200" progId="Equation.DSMT4">
                      <p:embed/>
                    </p:oleObj>
                  </mc:Choice>
                  <mc:Fallback>
                    <p:oleObj name="Equation" r:id="rId13" imgW="127000" imgH="203200"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66" y="454"/>
                            <a:ext cx="153"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6" name="Object 10"/>
              <p:cNvGraphicFramePr>
                <a:graphicFrameLocks noChangeAspect="1"/>
              </p:cNvGraphicFramePr>
              <p:nvPr/>
            </p:nvGraphicFramePr>
            <p:xfrm>
              <a:off x="3224" y="406"/>
              <a:ext cx="485" cy="334"/>
            </p:xfrm>
            <a:graphic>
              <a:graphicData uri="http://schemas.openxmlformats.org/presentationml/2006/ole">
                <mc:AlternateContent xmlns:mc="http://schemas.openxmlformats.org/markup-compatibility/2006">
                  <mc:Choice xmlns:v="urn:schemas-microsoft-com:vml" Requires="v">
                    <p:oleObj spid="_x0000_s58553" name="Equation" r:id="rId15" imgW="393700" imgH="254000" progId="Equation.DSMT4">
                      <p:embed/>
                    </p:oleObj>
                  </mc:Choice>
                  <mc:Fallback>
                    <p:oleObj name="Equation" r:id="rId15" imgW="393700" imgH="2540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24" y="406"/>
                            <a:ext cx="485"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7" name="Object 11"/>
              <p:cNvGraphicFramePr>
                <a:graphicFrameLocks noChangeAspect="1"/>
              </p:cNvGraphicFramePr>
              <p:nvPr/>
            </p:nvGraphicFramePr>
            <p:xfrm>
              <a:off x="2863" y="775"/>
              <a:ext cx="182" cy="243"/>
            </p:xfrm>
            <a:graphic>
              <a:graphicData uri="http://schemas.openxmlformats.org/presentationml/2006/ole">
                <mc:AlternateContent xmlns:mc="http://schemas.openxmlformats.org/markup-compatibility/2006">
                  <mc:Choice xmlns:v="urn:schemas-microsoft-com:vml" Requires="v">
                    <p:oleObj spid="_x0000_s58554" name="Equation" r:id="rId17" imgW="152400" imgH="203200" progId="Equation.DSMT4">
                      <p:embed/>
                    </p:oleObj>
                  </mc:Choice>
                  <mc:Fallback>
                    <p:oleObj name="Equation" r:id="rId17" imgW="152400" imgH="203200" progId="Equation.DSMT4">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63" y="775"/>
                            <a:ext cx="182"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8" name="Object 12"/>
              <p:cNvGraphicFramePr>
                <a:graphicFrameLocks noChangeAspect="1"/>
              </p:cNvGraphicFramePr>
              <p:nvPr/>
            </p:nvGraphicFramePr>
            <p:xfrm>
              <a:off x="3236" y="730"/>
              <a:ext cx="485" cy="313"/>
            </p:xfrm>
            <a:graphic>
              <a:graphicData uri="http://schemas.openxmlformats.org/presentationml/2006/ole">
                <mc:AlternateContent xmlns:mc="http://schemas.openxmlformats.org/markup-compatibility/2006">
                  <mc:Choice xmlns:v="urn:schemas-microsoft-com:vml" Requires="v">
                    <p:oleObj spid="_x0000_s58555" name="Equation" r:id="rId19" imgW="393700" imgH="254000" progId="Equation.DSMT4">
                      <p:embed/>
                    </p:oleObj>
                  </mc:Choice>
                  <mc:Fallback>
                    <p:oleObj name="Equation" r:id="rId19" imgW="393700" imgH="254000" progId="Equation.DSMT4">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36" y="730"/>
                            <a:ext cx="485"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9" name="Object 13"/>
              <p:cNvGraphicFramePr>
                <a:graphicFrameLocks noChangeAspect="1"/>
              </p:cNvGraphicFramePr>
              <p:nvPr/>
            </p:nvGraphicFramePr>
            <p:xfrm>
              <a:off x="2717" y="419"/>
              <a:ext cx="282" cy="610"/>
            </p:xfrm>
            <a:graphic>
              <a:graphicData uri="http://schemas.openxmlformats.org/presentationml/2006/ole">
                <mc:AlternateContent xmlns:mc="http://schemas.openxmlformats.org/markup-compatibility/2006">
                  <mc:Choice xmlns:v="urn:schemas-microsoft-com:vml" Requires="v">
                    <p:oleObj spid="_x0000_s58556" name="Equation" r:id="rId21" imgW="177800" imgH="253365" progId="Equation.DSMT4">
                      <p:embed/>
                    </p:oleObj>
                  </mc:Choice>
                  <mc:Fallback>
                    <p:oleObj name="Equation" r:id="rId21" imgW="177800" imgH="253365" progId="Equation.DSMT4">
                      <p:embed/>
                      <p:pic>
                        <p:nvPicPr>
                          <p:cNvPr id="0" name="Object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17" y="419"/>
                            <a:ext cx="282"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13338" name="Group 19"/>
          <p:cNvGrpSpPr/>
          <p:nvPr/>
        </p:nvGrpSpPr>
        <p:grpSpPr bwMode="auto">
          <a:xfrm>
            <a:off x="6411913" y="1225550"/>
            <a:ext cx="2232025" cy="1489075"/>
            <a:chOff x="4105" y="346"/>
            <a:chExt cx="1406" cy="938"/>
          </a:xfrm>
        </p:grpSpPr>
        <p:sp>
          <p:nvSpPr>
            <p:cNvPr id="13339" name="Line 20"/>
            <p:cNvSpPr>
              <a:spLocks noChangeShapeType="1"/>
            </p:cNvSpPr>
            <p:nvPr/>
          </p:nvSpPr>
          <p:spPr bwMode="auto">
            <a:xfrm>
              <a:off x="4105" y="1026"/>
              <a:ext cx="1406"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40" name="Line 21"/>
            <p:cNvSpPr>
              <a:spLocks noChangeShapeType="1"/>
            </p:cNvSpPr>
            <p:nvPr/>
          </p:nvSpPr>
          <p:spPr bwMode="auto">
            <a:xfrm flipV="1">
              <a:off x="4785" y="436"/>
              <a:ext cx="0" cy="72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41" name="Line 22"/>
            <p:cNvSpPr>
              <a:spLocks noChangeShapeType="1"/>
            </p:cNvSpPr>
            <p:nvPr/>
          </p:nvSpPr>
          <p:spPr bwMode="auto">
            <a:xfrm flipV="1">
              <a:off x="4468" y="709"/>
              <a:ext cx="0" cy="317"/>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13342" name="Line 23"/>
            <p:cNvSpPr>
              <a:spLocks noChangeShapeType="1"/>
            </p:cNvSpPr>
            <p:nvPr/>
          </p:nvSpPr>
          <p:spPr bwMode="auto">
            <a:xfrm flipV="1">
              <a:off x="5103" y="709"/>
              <a:ext cx="0" cy="317"/>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en-US"/>
            </a:p>
          </p:txBody>
        </p:sp>
        <p:sp>
          <p:nvSpPr>
            <p:cNvPr id="13343" name="Line 24"/>
            <p:cNvSpPr>
              <a:spLocks noChangeShapeType="1"/>
            </p:cNvSpPr>
            <p:nvPr/>
          </p:nvSpPr>
          <p:spPr bwMode="auto">
            <a:xfrm>
              <a:off x="4468" y="709"/>
              <a:ext cx="635"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a:lstStyle/>
            <a:p>
              <a:endParaRPr lang="en-US"/>
            </a:p>
          </p:txBody>
        </p:sp>
        <p:graphicFrame>
          <p:nvGraphicFramePr>
            <p:cNvPr id="13319" name="Object 14"/>
            <p:cNvGraphicFramePr>
              <a:graphicFrameLocks noChangeAspect="1"/>
            </p:cNvGraphicFramePr>
            <p:nvPr/>
          </p:nvGraphicFramePr>
          <p:xfrm>
            <a:off x="5012" y="1026"/>
            <a:ext cx="157" cy="235"/>
          </p:xfrm>
          <a:graphic>
            <a:graphicData uri="http://schemas.openxmlformats.org/presentationml/2006/ole">
              <mc:AlternateContent xmlns:mc="http://schemas.openxmlformats.org/markup-compatibility/2006">
                <mc:Choice xmlns:v="urn:schemas-microsoft-com:vml" Requires="v">
                  <p:oleObj spid="_x0000_s58557" name="Equation" r:id="rId23" imgW="152400" imgH="228600" progId="Equation.DSMT4">
                    <p:embed/>
                  </p:oleObj>
                </mc:Choice>
                <mc:Fallback>
                  <p:oleObj name="Equation" r:id="rId23" imgW="152400" imgH="228600" progId="Equation.DSMT4">
                    <p:embed/>
                    <p:pic>
                      <p:nvPicPr>
                        <p:cNvPr id="0" name="Object 1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012" y="1026"/>
                          <a:ext cx="157"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0" name="Object 15"/>
            <p:cNvGraphicFramePr>
              <a:graphicFrameLocks noChangeAspect="1"/>
            </p:cNvGraphicFramePr>
            <p:nvPr/>
          </p:nvGraphicFramePr>
          <p:xfrm>
            <a:off x="4332" y="1026"/>
            <a:ext cx="272" cy="258"/>
          </p:xfrm>
          <a:graphic>
            <a:graphicData uri="http://schemas.openxmlformats.org/presentationml/2006/ole">
              <mc:AlternateContent xmlns:mc="http://schemas.openxmlformats.org/markup-compatibility/2006">
                <mc:Choice xmlns:v="urn:schemas-microsoft-com:vml" Requires="v">
                  <p:oleObj spid="_x0000_s58558" name="Equation" r:id="rId25" imgW="241300" imgH="228600" progId="Equation.DSMT4">
                    <p:embed/>
                  </p:oleObj>
                </mc:Choice>
                <mc:Fallback>
                  <p:oleObj name="Equation" r:id="rId25" imgW="241300" imgH="228600" progId="Equation.DSMT4">
                    <p:embed/>
                    <p:pic>
                      <p:nvPicPr>
                        <p:cNvPr id="0" name="Object 1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32" y="1026"/>
                          <a:ext cx="272"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1" name="Object 16"/>
            <p:cNvGraphicFramePr>
              <a:graphicFrameLocks noChangeAspect="1"/>
            </p:cNvGraphicFramePr>
            <p:nvPr/>
          </p:nvGraphicFramePr>
          <p:xfrm>
            <a:off x="5375" y="799"/>
            <a:ext cx="134" cy="229"/>
          </p:xfrm>
          <a:graphic>
            <a:graphicData uri="http://schemas.openxmlformats.org/presentationml/2006/ole">
              <mc:AlternateContent xmlns:mc="http://schemas.openxmlformats.org/markup-compatibility/2006">
                <mc:Choice xmlns:v="urn:schemas-microsoft-com:vml" Requires="v">
                  <p:oleObj spid="_x0000_s58559" name="Equation" r:id="rId27" imgW="88900" imgH="152400" progId="Equation.DSMT4">
                    <p:embed/>
                  </p:oleObj>
                </mc:Choice>
                <mc:Fallback>
                  <p:oleObj name="Equation" r:id="rId27" imgW="88900" imgH="152400" progId="Equation.DSMT4">
                    <p:embed/>
                    <p:pic>
                      <p:nvPicPr>
                        <p:cNvPr id="0" name="Object 1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75" y="799"/>
                          <a:ext cx="134"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2" name="Object 17"/>
            <p:cNvGraphicFramePr>
              <a:graphicFrameLocks noChangeAspect="1"/>
            </p:cNvGraphicFramePr>
            <p:nvPr/>
          </p:nvGraphicFramePr>
          <p:xfrm>
            <a:off x="4830" y="346"/>
            <a:ext cx="363" cy="253"/>
          </p:xfrm>
          <a:graphic>
            <a:graphicData uri="http://schemas.openxmlformats.org/presentationml/2006/ole">
              <mc:AlternateContent xmlns:mc="http://schemas.openxmlformats.org/markup-compatibility/2006">
                <mc:Choice xmlns:v="urn:schemas-microsoft-com:vml" Requires="v">
                  <p:oleObj spid="_x0000_s58560" name="Equation" r:id="rId29" imgW="292100" imgH="203200" progId="Equation.DSMT4">
                    <p:embed/>
                  </p:oleObj>
                </mc:Choice>
                <mc:Fallback>
                  <p:oleObj name="Equation" r:id="rId29" imgW="292100" imgH="203200" progId="Equation.DSMT4">
                    <p:embed/>
                    <p:pic>
                      <p:nvPicPr>
                        <p:cNvPr id="0" name="Object 1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830" y="346"/>
                          <a:ext cx="363"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3" name="Object 18"/>
            <p:cNvGraphicFramePr>
              <a:graphicFrameLocks noChangeAspect="1"/>
            </p:cNvGraphicFramePr>
            <p:nvPr/>
          </p:nvGraphicFramePr>
          <p:xfrm>
            <a:off x="4693" y="540"/>
            <a:ext cx="92" cy="149"/>
          </p:xfrm>
          <a:graphic>
            <a:graphicData uri="http://schemas.openxmlformats.org/presentationml/2006/ole">
              <mc:AlternateContent xmlns:mc="http://schemas.openxmlformats.org/markup-compatibility/2006">
                <mc:Choice xmlns:v="urn:schemas-microsoft-com:vml" Requires="v">
                  <p:oleObj spid="_x0000_s58561" name="Equation" r:id="rId31" imgW="101600" imgH="165100" progId="Equation.DSMT4">
                    <p:embed/>
                  </p:oleObj>
                </mc:Choice>
                <mc:Fallback>
                  <p:oleObj name="Equation" r:id="rId31" imgW="101600" imgH="165100" progId="Equation.DSMT4">
                    <p:embed/>
                    <p:pic>
                      <p:nvPicPr>
                        <p:cNvPr id="0" name="Object 1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693" y="540"/>
                          <a:ext cx="92" cy="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1939" name="Object 19"/>
          <p:cNvGraphicFramePr>
            <a:graphicFrameLocks noChangeAspect="1"/>
          </p:cNvGraphicFramePr>
          <p:nvPr/>
        </p:nvGraphicFramePr>
        <p:xfrm>
          <a:off x="1928813" y="3967163"/>
          <a:ext cx="1844675" cy="501650"/>
        </p:xfrm>
        <a:graphic>
          <a:graphicData uri="http://schemas.openxmlformats.org/presentationml/2006/ole">
            <mc:AlternateContent xmlns:mc="http://schemas.openxmlformats.org/markup-compatibility/2006">
              <mc:Choice xmlns:v="urn:schemas-microsoft-com:vml" Requires="v">
                <p:oleObj spid="_x0000_s58562" name="Equation" r:id="rId33" imgW="838200" imgH="228600" progId="Equation.DSMT4">
                  <p:embed/>
                </p:oleObj>
              </mc:Choice>
              <mc:Fallback>
                <p:oleObj name="Equation" r:id="rId33" imgW="838200" imgH="228600" progId="Equation.DSMT4">
                  <p:embed/>
                  <p:pic>
                    <p:nvPicPr>
                      <p:cNvPr id="0" name="Object 1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928813" y="3967163"/>
                        <a:ext cx="1844675" cy="501650"/>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40" name="Object 20"/>
          <p:cNvGraphicFramePr>
            <a:graphicFrameLocks noChangeAspect="1"/>
          </p:cNvGraphicFramePr>
          <p:nvPr/>
        </p:nvGraphicFramePr>
        <p:xfrm>
          <a:off x="5072063" y="2857500"/>
          <a:ext cx="1790700" cy="949325"/>
        </p:xfrm>
        <a:graphic>
          <a:graphicData uri="http://schemas.openxmlformats.org/presentationml/2006/ole">
            <mc:AlternateContent xmlns:mc="http://schemas.openxmlformats.org/markup-compatibility/2006">
              <mc:Choice xmlns:v="urn:schemas-microsoft-com:vml" Requires="v">
                <p:oleObj spid="_x0000_s58563" name="Equation" r:id="rId35" imgW="812165" imgH="431800" progId="Equation.DSMT4">
                  <p:embed/>
                </p:oleObj>
              </mc:Choice>
              <mc:Fallback>
                <p:oleObj name="Equation" r:id="rId35" imgW="812165" imgH="431800" progId="Equation.DSMT4">
                  <p:embed/>
                  <p:pic>
                    <p:nvPicPr>
                      <p:cNvPr id="0" name="Object 2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072063" y="2857500"/>
                        <a:ext cx="1790700" cy="94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 name="Object 21"/>
          <p:cNvGraphicFramePr>
            <a:graphicFrameLocks noChangeAspect="1"/>
          </p:cNvGraphicFramePr>
          <p:nvPr/>
        </p:nvGraphicFramePr>
        <p:xfrm>
          <a:off x="3179763" y="5619750"/>
          <a:ext cx="2892425" cy="866775"/>
        </p:xfrm>
        <a:graphic>
          <a:graphicData uri="http://schemas.openxmlformats.org/presentationml/2006/ole">
            <mc:AlternateContent xmlns:mc="http://schemas.openxmlformats.org/markup-compatibility/2006">
              <mc:Choice xmlns:v="urn:schemas-microsoft-com:vml" Requires="v">
                <p:oleObj spid="_x0000_s58564" name="Equation" r:id="rId37" imgW="1155700" imgH="393700" progId="Equation.DSMT4">
                  <p:embed/>
                </p:oleObj>
              </mc:Choice>
              <mc:Fallback>
                <p:oleObj name="Equation" r:id="rId37" imgW="1155700" imgH="393700" progId="Equation.DSMT4">
                  <p:embed/>
                  <p:pic>
                    <p:nvPicPr>
                      <p:cNvPr id="0" name="Object 2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179763" y="5619750"/>
                        <a:ext cx="289242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Object 19"/>
          <p:cNvGraphicFramePr>
            <a:graphicFrameLocks noChangeAspect="1"/>
          </p:cNvGraphicFramePr>
          <p:nvPr/>
        </p:nvGraphicFramePr>
        <p:xfrm>
          <a:off x="3751263" y="3786188"/>
          <a:ext cx="2124075" cy="865187"/>
        </p:xfrm>
        <a:graphic>
          <a:graphicData uri="http://schemas.openxmlformats.org/presentationml/2006/ole">
            <mc:AlternateContent xmlns:mc="http://schemas.openxmlformats.org/markup-compatibility/2006">
              <mc:Choice xmlns:v="urn:schemas-microsoft-com:vml" Requires="v">
                <p:oleObj spid="_x0000_s58565" name="Equation" r:id="rId39" imgW="965200" imgH="393700" progId="Equation.DSMT4">
                  <p:embed/>
                </p:oleObj>
              </mc:Choice>
              <mc:Fallback>
                <p:oleObj name="Equation" r:id="rId39" imgW="965200" imgH="393700" progId="Equation.DSMT4">
                  <p:embed/>
                  <p:pic>
                    <p:nvPicPr>
                      <p:cNvPr id="0" name="Object 19"/>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751263" y="3786188"/>
                        <a:ext cx="212407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1940"/>
                                        </p:tgtEl>
                                        <p:attrNameLst>
                                          <p:attrName>style.visibility</p:attrName>
                                        </p:attrNameLst>
                                      </p:cBhvr>
                                      <p:to>
                                        <p:strVal val="visible"/>
                                      </p:to>
                                    </p:set>
                                    <p:animEffect transition="in" filter="blinds(horizontal)">
                                      <p:cBhvr>
                                        <p:cTn id="12" dur="500"/>
                                        <p:tgtEl>
                                          <p:spTgt spid="8194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1939"/>
                                        </p:tgtEl>
                                        <p:attrNameLst>
                                          <p:attrName>style.visibility</p:attrName>
                                        </p:attrNameLst>
                                      </p:cBhvr>
                                      <p:to>
                                        <p:strVal val="visible"/>
                                      </p:to>
                                    </p:set>
                                    <p:animEffect transition="in" filter="blinds(horizontal)">
                                      <p:cBhvr>
                                        <p:cTn id="17" dur="500"/>
                                        <p:tgtEl>
                                          <p:spTgt spid="8193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blinds(horizontal)">
                                      <p:cBhvr>
                                        <p:cTn id="3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7"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05FCEDC-1EBC-4FCE-9F98-E00BBBFA9481}"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14359" name="Group 2"/>
          <p:cNvGrpSpPr/>
          <p:nvPr/>
        </p:nvGrpSpPr>
        <p:grpSpPr bwMode="auto">
          <a:xfrm>
            <a:off x="866775" y="2009775"/>
            <a:ext cx="2438400" cy="1609725"/>
            <a:chOff x="720" y="837"/>
            <a:chExt cx="1536" cy="1014"/>
          </a:xfrm>
        </p:grpSpPr>
        <p:graphicFrame>
          <p:nvGraphicFramePr>
            <p:cNvPr id="14353" name="Object 2"/>
            <p:cNvGraphicFramePr>
              <a:graphicFrameLocks noChangeAspect="1"/>
            </p:cNvGraphicFramePr>
            <p:nvPr/>
          </p:nvGraphicFramePr>
          <p:xfrm>
            <a:off x="1485" y="837"/>
            <a:ext cx="385" cy="280"/>
          </p:xfrm>
          <a:graphic>
            <a:graphicData uri="http://schemas.openxmlformats.org/presentationml/2006/ole">
              <mc:AlternateContent xmlns:mc="http://schemas.openxmlformats.org/markup-compatibility/2006">
                <mc:Choice xmlns:v="urn:schemas-microsoft-com:vml" Requires="v">
                  <p:oleObj spid="_x0000_s59510" name="Equation" r:id="rId1" imgW="279400" imgH="203200" progId="Equation.DSMT4">
                    <p:embed/>
                  </p:oleObj>
                </mc:Choice>
                <mc:Fallback>
                  <p:oleObj name="Equation" r:id="rId1" imgW="279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 y="837"/>
                          <a:ext cx="385"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54" name="Object 3"/>
            <p:cNvGraphicFramePr>
              <a:graphicFrameLocks noChangeAspect="1"/>
            </p:cNvGraphicFramePr>
            <p:nvPr/>
          </p:nvGraphicFramePr>
          <p:xfrm>
            <a:off x="2128" y="1387"/>
            <a:ext cx="122" cy="209"/>
          </p:xfrm>
          <a:graphic>
            <a:graphicData uri="http://schemas.openxmlformats.org/presentationml/2006/ole">
              <mc:AlternateContent xmlns:mc="http://schemas.openxmlformats.org/markup-compatibility/2006">
                <mc:Choice xmlns:v="urn:schemas-microsoft-com:vml" Requires="v">
                  <p:oleObj spid="_x0000_s59511" name="Equation" r:id="rId3" imgW="88900" imgH="152400" progId="Equation.DSMT4">
                    <p:embed/>
                  </p:oleObj>
                </mc:Choice>
                <mc:Fallback>
                  <p:oleObj name="Equation" r:id="rId3" imgW="88900" imgH="1524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8" y="1387"/>
                          <a:ext cx="122"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55" name="Object 4"/>
            <p:cNvGraphicFramePr>
              <a:graphicFrameLocks noChangeAspect="1"/>
            </p:cNvGraphicFramePr>
            <p:nvPr/>
          </p:nvGraphicFramePr>
          <p:xfrm>
            <a:off x="1584" y="1568"/>
            <a:ext cx="212" cy="283"/>
          </p:xfrm>
          <a:graphic>
            <a:graphicData uri="http://schemas.openxmlformats.org/presentationml/2006/ole">
              <mc:AlternateContent xmlns:mc="http://schemas.openxmlformats.org/markup-compatibility/2006">
                <mc:Choice xmlns:v="urn:schemas-microsoft-com:vml" Requires="v">
                  <p:oleObj spid="_x0000_s59512" name="Equation" r:id="rId5" imgW="114300" imgH="152400" progId="Equation.DSMT4">
                    <p:embed/>
                  </p:oleObj>
                </mc:Choice>
                <mc:Fallback>
                  <p:oleObj name="Equation" r:id="rId5" imgW="114300" imgH="1524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4" y="1568"/>
                          <a:ext cx="212"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56" name="Object 5"/>
            <p:cNvGraphicFramePr>
              <a:graphicFrameLocks noChangeAspect="1"/>
            </p:cNvGraphicFramePr>
            <p:nvPr/>
          </p:nvGraphicFramePr>
          <p:xfrm>
            <a:off x="1056" y="1584"/>
            <a:ext cx="283" cy="260"/>
          </p:xfrm>
          <a:graphic>
            <a:graphicData uri="http://schemas.openxmlformats.org/presentationml/2006/ole">
              <mc:AlternateContent xmlns:mc="http://schemas.openxmlformats.org/markup-compatibility/2006">
                <mc:Choice xmlns:v="urn:schemas-microsoft-com:vml" Requires="v">
                  <p:oleObj spid="_x0000_s59513" name="Equation" r:id="rId7" imgW="165100" imgH="152400" progId="Equation.DSMT4">
                    <p:embed/>
                  </p:oleObj>
                </mc:Choice>
                <mc:Fallback>
                  <p:oleObj name="Equation" r:id="rId7" imgW="165100" imgH="1524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6" y="1584"/>
                          <a:ext cx="283"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82" name="Text Box 7"/>
            <p:cNvSpPr txBox="1">
              <a:spLocks noChangeArrowheads="1"/>
            </p:cNvSpPr>
            <p:nvPr/>
          </p:nvSpPr>
          <p:spPr bwMode="auto">
            <a:xfrm>
              <a:off x="1248" y="1074"/>
              <a:ext cx="1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1</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4383" name="Rectangle 8"/>
            <p:cNvSpPr>
              <a:spLocks noChangeArrowheads="1"/>
            </p:cNvSpPr>
            <p:nvPr/>
          </p:nvSpPr>
          <p:spPr bwMode="auto">
            <a:xfrm>
              <a:off x="1353" y="1566"/>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4384" name="Line 9"/>
            <p:cNvSpPr>
              <a:spLocks noChangeShapeType="1"/>
            </p:cNvSpPr>
            <p:nvPr/>
          </p:nvSpPr>
          <p:spPr bwMode="auto">
            <a:xfrm>
              <a:off x="720" y="1584"/>
              <a:ext cx="1536"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85" name="Line 10"/>
            <p:cNvSpPr>
              <a:spLocks noChangeShapeType="1"/>
            </p:cNvSpPr>
            <p:nvPr/>
          </p:nvSpPr>
          <p:spPr bwMode="auto">
            <a:xfrm flipV="1">
              <a:off x="1440" y="906"/>
              <a:ext cx="0" cy="72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86" name="Line 11"/>
            <p:cNvSpPr>
              <a:spLocks noChangeShapeType="1"/>
            </p:cNvSpPr>
            <p:nvPr/>
          </p:nvSpPr>
          <p:spPr bwMode="auto">
            <a:xfrm flipV="1">
              <a:off x="1200" y="1296"/>
              <a:ext cx="0" cy="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14387" name="Line 12"/>
            <p:cNvSpPr>
              <a:spLocks noChangeShapeType="1"/>
            </p:cNvSpPr>
            <p:nvPr/>
          </p:nvSpPr>
          <p:spPr bwMode="auto">
            <a:xfrm>
              <a:off x="1200" y="1299"/>
              <a:ext cx="48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14388" name="Line 13"/>
            <p:cNvSpPr>
              <a:spLocks noChangeShapeType="1"/>
            </p:cNvSpPr>
            <p:nvPr/>
          </p:nvSpPr>
          <p:spPr bwMode="auto">
            <a:xfrm>
              <a:off x="1680" y="1296"/>
              <a:ext cx="0" cy="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grpSp>
      <p:grpSp>
        <p:nvGrpSpPr>
          <p:cNvPr id="14360" name="Group 14"/>
          <p:cNvGrpSpPr/>
          <p:nvPr/>
        </p:nvGrpSpPr>
        <p:grpSpPr bwMode="auto">
          <a:xfrm>
            <a:off x="857250" y="4262438"/>
            <a:ext cx="2514600" cy="1606550"/>
            <a:chOff x="720" y="2304"/>
            <a:chExt cx="1584" cy="1012"/>
          </a:xfrm>
        </p:grpSpPr>
        <p:graphicFrame>
          <p:nvGraphicFramePr>
            <p:cNvPr id="14349" name="Object 6"/>
            <p:cNvGraphicFramePr>
              <a:graphicFrameLocks noChangeAspect="1"/>
            </p:cNvGraphicFramePr>
            <p:nvPr/>
          </p:nvGraphicFramePr>
          <p:xfrm>
            <a:off x="1536" y="2304"/>
            <a:ext cx="388" cy="282"/>
          </p:xfrm>
          <a:graphic>
            <a:graphicData uri="http://schemas.openxmlformats.org/presentationml/2006/ole">
              <mc:AlternateContent xmlns:mc="http://schemas.openxmlformats.org/markup-compatibility/2006">
                <mc:Choice xmlns:v="urn:schemas-microsoft-com:vml" Requires="v">
                  <p:oleObj spid="_x0000_s59514" name="Equation" r:id="rId9" imgW="279400" imgH="203200" progId="Equation.DSMT4">
                    <p:embed/>
                  </p:oleObj>
                </mc:Choice>
                <mc:Fallback>
                  <p:oleObj name="Equation" r:id="rId9" imgW="279400" imgH="203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36" y="2304"/>
                          <a:ext cx="388"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50" name="Object 7"/>
            <p:cNvGraphicFramePr>
              <a:graphicFrameLocks noChangeAspect="1"/>
            </p:cNvGraphicFramePr>
            <p:nvPr/>
          </p:nvGraphicFramePr>
          <p:xfrm>
            <a:off x="2172" y="2870"/>
            <a:ext cx="84" cy="214"/>
          </p:xfrm>
          <a:graphic>
            <a:graphicData uri="http://schemas.openxmlformats.org/presentationml/2006/ole">
              <mc:AlternateContent xmlns:mc="http://schemas.openxmlformats.org/markup-compatibility/2006">
                <mc:Choice xmlns:v="urn:schemas-microsoft-com:vml" Requires="v">
                  <p:oleObj spid="_x0000_s59515" name="Equation" r:id="rId11" imgW="88900" imgH="152400" progId="Equation.DSMT4">
                    <p:embed/>
                  </p:oleObj>
                </mc:Choice>
                <mc:Fallback>
                  <p:oleObj name="Equation" r:id="rId11" imgW="88900" imgH="1524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2" y="2870"/>
                          <a:ext cx="84"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51" name="Object 8"/>
            <p:cNvGraphicFramePr>
              <a:graphicFrameLocks noChangeAspect="1"/>
            </p:cNvGraphicFramePr>
            <p:nvPr/>
          </p:nvGraphicFramePr>
          <p:xfrm>
            <a:off x="1824" y="3072"/>
            <a:ext cx="242" cy="228"/>
          </p:xfrm>
          <a:graphic>
            <a:graphicData uri="http://schemas.openxmlformats.org/presentationml/2006/ole">
              <mc:AlternateContent xmlns:mc="http://schemas.openxmlformats.org/markup-compatibility/2006">
                <mc:Choice xmlns:v="urn:schemas-microsoft-com:vml" Requires="v">
                  <p:oleObj spid="_x0000_s59516" name="Equation" r:id="rId12" imgW="228600" imgH="215900" progId="Equation.DSMT4">
                    <p:embed/>
                  </p:oleObj>
                </mc:Choice>
                <mc:Fallback>
                  <p:oleObj name="Equation" r:id="rId12" imgW="228600" imgH="21590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24" y="3072"/>
                          <a:ext cx="242"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52" name="Object 9"/>
            <p:cNvGraphicFramePr>
              <a:graphicFrameLocks noChangeAspect="1"/>
            </p:cNvGraphicFramePr>
            <p:nvPr/>
          </p:nvGraphicFramePr>
          <p:xfrm>
            <a:off x="768" y="3072"/>
            <a:ext cx="323" cy="229"/>
          </p:xfrm>
          <a:graphic>
            <a:graphicData uri="http://schemas.openxmlformats.org/presentationml/2006/ole">
              <mc:AlternateContent xmlns:mc="http://schemas.openxmlformats.org/markup-compatibility/2006">
                <mc:Choice xmlns:v="urn:schemas-microsoft-com:vml" Requires="v">
                  <p:oleObj spid="_x0000_s59517" name="Equation" r:id="rId14" imgW="304800" imgH="215900" progId="Equation.DSMT4">
                    <p:embed/>
                  </p:oleObj>
                </mc:Choice>
                <mc:Fallback>
                  <p:oleObj name="Equation" r:id="rId14" imgW="304800" imgH="215900" progId="Equation.DSMT4">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8" y="3072"/>
                          <a:ext cx="323"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75" name="Text Box 19"/>
            <p:cNvSpPr txBox="1">
              <a:spLocks noChangeArrowheads="1"/>
            </p:cNvSpPr>
            <p:nvPr/>
          </p:nvSpPr>
          <p:spPr bwMode="auto">
            <a:xfrm>
              <a:off x="1257" y="2484"/>
              <a:ext cx="18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1</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4376" name="Rectangle 20"/>
            <p:cNvSpPr>
              <a:spLocks noChangeArrowheads="1"/>
            </p:cNvSpPr>
            <p:nvPr/>
          </p:nvSpPr>
          <p:spPr bwMode="auto">
            <a:xfrm>
              <a:off x="1394" y="3064"/>
              <a:ext cx="2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4377" name="Line 21"/>
            <p:cNvSpPr>
              <a:spLocks noChangeShapeType="1"/>
            </p:cNvSpPr>
            <p:nvPr/>
          </p:nvSpPr>
          <p:spPr bwMode="auto">
            <a:xfrm>
              <a:off x="720" y="3072"/>
              <a:ext cx="1584"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78" name="Line 22"/>
            <p:cNvSpPr>
              <a:spLocks noChangeShapeType="1"/>
            </p:cNvSpPr>
            <p:nvPr/>
          </p:nvSpPr>
          <p:spPr bwMode="auto">
            <a:xfrm flipV="1">
              <a:off x="1479" y="2400"/>
              <a:ext cx="0" cy="72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79" name="Line 23"/>
            <p:cNvSpPr>
              <a:spLocks noChangeShapeType="1"/>
            </p:cNvSpPr>
            <p:nvPr/>
          </p:nvSpPr>
          <p:spPr bwMode="auto">
            <a:xfrm flipV="1">
              <a:off x="969" y="2736"/>
              <a:ext cx="0" cy="3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14380" name="Line 24"/>
            <p:cNvSpPr>
              <a:spLocks noChangeShapeType="1"/>
            </p:cNvSpPr>
            <p:nvPr/>
          </p:nvSpPr>
          <p:spPr bwMode="auto">
            <a:xfrm>
              <a:off x="960" y="2736"/>
              <a:ext cx="1008"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14381" name="Line 25"/>
            <p:cNvSpPr>
              <a:spLocks noChangeShapeType="1"/>
            </p:cNvSpPr>
            <p:nvPr/>
          </p:nvSpPr>
          <p:spPr bwMode="auto">
            <a:xfrm>
              <a:off x="1959" y="2736"/>
              <a:ext cx="0" cy="3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grpSp>
      <p:grpSp>
        <p:nvGrpSpPr>
          <p:cNvPr id="5" name="Group 26"/>
          <p:cNvGrpSpPr/>
          <p:nvPr/>
        </p:nvGrpSpPr>
        <p:grpSpPr bwMode="auto">
          <a:xfrm>
            <a:off x="3990975" y="1747838"/>
            <a:ext cx="4419600" cy="1804987"/>
            <a:chOff x="2643" y="672"/>
            <a:chExt cx="2784" cy="1137"/>
          </a:xfrm>
        </p:grpSpPr>
        <p:graphicFrame>
          <p:nvGraphicFramePr>
            <p:cNvPr id="14344" name="Object 10"/>
            <p:cNvGraphicFramePr>
              <a:graphicFrameLocks noChangeAspect="1"/>
            </p:cNvGraphicFramePr>
            <p:nvPr/>
          </p:nvGraphicFramePr>
          <p:xfrm>
            <a:off x="2688" y="888"/>
            <a:ext cx="2688" cy="913"/>
          </p:xfrm>
          <a:graphic>
            <a:graphicData uri="http://schemas.openxmlformats.org/presentationml/2006/ole">
              <mc:AlternateContent xmlns:mc="http://schemas.openxmlformats.org/markup-compatibility/2006">
                <mc:Choice xmlns:v="urn:schemas-microsoft-com:vml" Requires="v">
                  <p:oleObj spid="_x0000_s59518" name="位图图像" r:id="rId16" imgW="2809875" imgH="2057400" progId="Paint.Picture">
                    <p:embed/>
                  </p:oleObj>
                </mc:Choice>
                <mc:Fallback>
                  <p:oleObj name="位图图像" r:id="rId16" imgW="2809875" imgH="2057400" progId="Paint.Picture">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88" y="888"/>
                          <a:ext cx="2688" cy="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5" name="Object 11"/>
            <p:cNvGraphicFramePr>
              <a:graphicFrameLocks noChangeAspect="1"/>
            </p:cNvGraphicFramePr>
            <p:nvPr/>
          </p:nvGraphicFramePr>
          <p:xfrm>
            <a:off x="3992" y="672"/>
            <a:ext cx="560" cy="249"/>
          </p:xfrm>
          <a:graphic>
            <a:graphicData uri="http://schemas.openxmlformats.org/presentationml/2006/ole">
              <mc:AlternateContent xmlns:mc="http://schemas.openxmlformats.org/markup-compatibility/2006">
                <mc:Choice xmlns:v="urn:schemas-microsoft-com:vml" Requires="v">
                  <p:oleObj spid="_x0000_s59519" name="Equation" r:id="rId18" imgW="457200" imgH="203200" progId="Equation.DSMT4">
                    <p:embed/>
                  </p:oleObj>
                </mc:Choice>
                <mc:Fallback>
                  <p:oleObj name="Equation" r:id="rId18" imgW="457200" imgH="203200" progId="Equation.DSMT4">
                    <p:embed/>
                    <p:pic>
                      <p:nvPicPr>
                        <p:cNvPr id="0" name="Object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92" y="672"/>
                          <a:ext cx="560"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71" name="Text Box 29"/>
            <p:cNvSpPr txBox="1">
              <a:spLocks noChangeArrowheads="1"/>
            </p:cNvSpPr>
            <p:nvPr/>
          </p:nvSpPr>
          <p:spPr bwMode="auto">
            <a:xfrm>
              <a:off x="3829" y="1557"/>
              <a:ext cx="21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graphicFrame>
          <p:nvGraphicFramePr>
            <p:cNvPr id="14346" name="Object 12"/>
            <p:cNvGraphicFramePr>
              <a:graphicFrameLocks noChangeAspect="1"/>
            </p:cNvGraphicFramePr>
            <p:nvPr/>
          </p:nvGraphicFramePr>
          <p:xfrm>
            <a:off x="5184" y="1392"/>
            <a:ext cx="202" cy="185"/>
          </p:xfrm>
          <a:graphic>
            <a:graphicData uri="http://schemas.openxmlformats.org/presentationml/2006/ole">
              <mc:AlternateContent xmlns:mc="http://schemas.openxmlformats.org/markup-compatibility/2006">
                <mc:Choice xmlns:v="urn:schemas-microsoft-com:vml" Requires="v">
                  <p:oleObj spid="_x0000_s59520" name="Equation" r:id="rId20" imgW="152400" imgH="139700" progId="Equation.DSMT4">
                    <p:embed/>
                  </p:oleObj>
                </mc:Choice>
                <mc:Fallback>
                  <p:oleObj name="Equation" r:id="rId20" imgW="152400" imgH="139700" progId="Equation.DSMT4">
                    <p:embed/>
                    <p:pic>
                      <p:nvPicPr>
                        <p:cNvPr id="0" name="Object 1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84" y="1392"/>
                          <a:ext cx="202"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7" name="Object 13"/>
            <p:cNvGraphicFramePr>
              <a:graphicFrameLocks noChangeAspect="1"/>
            </p:cNvGraphicFramePr>
            <p:nvPr/>
          </p:nvGraphicFramePr>
          <p:xfrm>
            <a:off x="4224" y="1146"/>
            <a:ext cx="233" cy="428"/>
          </p:xfrm>
          <a:graphic>
            <a:graphicData uri="http://schemas.openxmlformats.org/presentationml/2006/ole">
              <mc:AlternateContent xmlns:mc="http://schemas.openxmlformats.org/markup-compatibility/2006">
                <mc:Choice xmlns:v="urn:schemas-microsoft-com:vml" Requires="v">
                  <p:oleObj spid="_x0000_s59521" name="Equation" r:id="rId22" imgW="190500" imgH="431800" progId="Equation.DSMT4">
                    <p:embed/>
                  </p:oleObj>
                </mc:Choice>
                <mc:Fallback>
                  <p:oleObj name="Equation" r:id="rId22" imgW="190500" imgH="431800" progId="Equation.DSMT4">
                    <p:embed/>
                    <p:pic>
                      <p:nvPicPr>
                        <p:cNvPr id="0" name="Object 1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224" y="1146"/>
                          <a:ext cx="233" cy="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72" name="Line 32"/>
            <p:cNvSpPr>
              <a:spLocks noChangeShapeType="1"/>
            </p:cNvSpPr>
            <p:nvPr/>
          </p:nvSpPr>
          <p:spPr bwMode="auto">
            <a:xfrm flipV="1">
              <a:off x="4080" y="1392"/>
              <a:ext cx="122" cy="202"/>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4348" name="Object 14"/>
            <p:cNvGraphicFramePr>
              <a:graphicFrameLocks noChangeAspect="1"/>
            </p:cNvGraphicFramePr>
            <p:nvPr/>
          </p:nvGraphicFramePr>
          <p:xfrm>
            <a:off x="3600" y="816"/>
            <a:ext cx="256" cy="204"/>
          </p:xfrm>
          <a:graphic>
            <a:graphicData uri="http://schemas.openxmlformats.org/presentationml/2006/ole">
              <mc:AlternateContent xmlns:mc="http://schemas.openxmlformats.org/markup-compatibility/2006">
                <mc:Choice xmlns:v="urn:schemas-microsoft-com:vml" Requires="v">
                  <p:oleObj spid="_x0000_s59522" name="Equation" r:id="rId24" imgW="228600" imgH="215900" progId="Equation.DSMT4">
                    <p:embed/>
                  </p:oleObj>
                </mc:Choice>
                <mc:Fallback>
                  <p:oleObj name="Equation" r:id="rId24" imgW="228600" imgH="215900" progId="Equation.DSMT4">
                    <p:embed/>
                    <p:pic>
                      <p:nvPicPr>
                        <p:cNvPr id="0" name="Object 1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600" y="816"/>
                          <a:ext cx="256"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3" name="Line 34"/>
            <p:cNvSpPr>
              <a:spLocks noChangeShapeType="1"/>
            </p:cNvSpPr>
            <p:nvPr/>
          </p:nvSpPr>
          <p:spPr bwMode="auto">
            <a:xfrm flipH="1" flipV="1">
              <a:off x="2643" y="1599"/>
              <a:ext cx="2784" cy="0"/>
            </a:xfrm>
            <a:prstGeom prst="line">
              <a:avLst/>
            </a:prstGeom>
            <a:noFill/>
            <a:ln w="19050">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en-US"/>
            </a:p>
          </p:txBody>
        </p:sp>
        <p:sp>
          <p:nvSpPr>
            <p:cNvPr id="14374" name="Line 35"/>
            <p:cNvSpPr>
              <a:spLocks noChangeShapeType="1"/>
            </p:cNvSpPr>
            <p:nvPr/>
          </p:nvSpPr>
          <p:spPr bwMode="auto">
            <a:xfrm flipV="1">
              <a:off x="3918" y="738"/>
              <a:ext cx="0" cy="864"/>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6" name="Group 36"/>
          <p:cNvGrpSpPr/>
          <p:nvPr/>
        </p:nvGrpSpPr>
        <p:grpSpPr bwMode="auto">
          <a:xfrm>
            <a:off x="3990975" y="3813175"/>
            <a:ext cx="4419600" cy="2057400"/>
            <a:chOff x="2643" y="1973"/>
            <a:chExt cx="2784" cy="1296"/>
          </a:xfrm>
        </p:grpSpPr>
        <p:graphicFrame>
          <p:nvGraphicFramePr>
            <p:cNvPr id="14339" name="Object 15"/>
            <p:cNvGraphicFramePr>
              <a:graphicFrameLocks noChangeAspect="1"/>
            </p:cNvGraphicFramePr>
            <p:nvPr/>
          </p:nvGraphicFramePr>
          <p:xfrm>
            <a:off x="2880" y="2256"/>
            <a:ext cx="2304" cy="1013"/>
          </p:xfrm>
          <a:graphic>
            <a:graphicData uri="http://schemas.openxmlformats.org/presentationml/2006/ole">
              <mc:AlternateContent xmlns:mc="http://schemas.openxmlformats.org/markup-compatibility/2006">
                <mc:Choice xmlns:v="urn:schemas-microsoft-com:vml" Requires="v">
                  <p:oleObj spid="_x0000_s59523" name="位图图像" r:id="rId26" imgW="2809875" imgH="2057400" progId="Paint.Picture">
                    <p:embed/>
                  </p:oleObj>
                </mc:Choice>
                <mc:Fallback>
                  <p:oleObj name="位图图像" r:id="rId26" imgW="2809875" imgH="2057400" progId="Paint.Picture">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80" y="2256"/>
                          <a:ext cx="2304" cy="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0" name="Object 16"/>
            <p:cNvGraphicFramePr>
              <a:graphicFrameLocks noChangeAspect="1"/>
            </p:cNvGraphicFramePr>
            <p:nvPr/>
          </p:nvGraphicFramePr>
          <p:xfrm>
            <a:off x="4197" y="2580"/>
            <a:ext cx="326" cy="427"/>
          </p:xfrm>
          <a:graphic>
            <a:graphicData uri="http://schemas.openxmlformats.org/presentationml/2006/ole">
              <mc:AlternateContent xmlns:mc="http://schemas.openxmlformats.org/markup-compatibility/2006">
                <mc:Choice xmlns:v="urn:schemas-microsoft-com:vml" Requires="v">
                  <p:oleObj spid="_x0000_s59524" name="Equation" r:id="rId27" imgW="266700" imgH="431165" progId="Equation.DSMT4">
                    <p:embed/>
                  </p:oleObj>
                </mc:Choice>
                <mc:Fallback>
                  <p:oleObj name="Equation" r:id="rId27" imgW="266700" imgH="431165" progId="Equation.DSMT4">
                    <p:embed/>
                    <p:pic>
                      <p:nvPicPr>
                        <p:cNvPr id="0" name="Object 1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197" y="2580"/>
                          <a:ext cx="326" cy="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1" name="Object 17"/>
            <p:cNvGraphicFramePr>
              <a:graphicFrameLocks noChangeAspect="1"/>
            </p:cNvGraphicFramePr>
            <p:nvPr/>
          </p:nvGraphicFramePr>
          <p:xfrm>
            <a:off x="5136" y="2880"/>
            <a:ext cx="201" cy="185"/>
          </p:xfrm>
          <a:graphic>
            <a:graphicData uri="http://schemas.openxmlformats.org/presentationml/2006/ole">
              <mc:AlternateContent xmlns:mc="http://schemas.openxmlformats.org/markup-compatibility/2006">
                <mc:Choice xmlns:v="urn:schemas-microsoft-com:vml" Requires="v">
                  <p:oleObj spid="_x0000_s59525" name="Equation" r:id="rId29" imgW="152400" imgH="139700" progId="Equation.DSMT4">
                    <p:embed/>
                  </p:oleObj>
                </mc:Choice>
                <mc:Fallback>
                  <p:oleObj name="Equation" r:id="rId29" imgW="152400" imgH="139700" progId="Equation.DSMT4">
                    <p:embed/>
                    <p:pic>
                      <p:nvPicPr>
                        <p:cNvPr id="0" name="Object 1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36" y="2880"/>
                          <a:ext cx="201"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2" name="Object 18"/>
            <p:cNvGraphicFramePr>
              <a:graphicFrameLocks noChangeAspect="1"/>
            </p:cNvGraphicFramePr>
            <p:nvPr/>
          </p:nvGraphicFramePr>
          <p:xfrm>
            <a:off x="3970" y="1973"/>
            <a:ext cx="514" cy="252"/>
          </p:xfrm>
          <a:graphic>
            <a:graphicData uri="http://schemas.openxmlformats.org/presentationml/2006/ole">
              <mc:AlternateContent xmlns:mc="http://schemas.openxmlformats.org/markup-compatibility/2006">
                <mc:Choice xmlns:v="urn:schemas-microsoft-com:vml" Requires="v">
                  <p:oleObj spid="_x0000_s59526" name="Equation" r:id="rId30" imgW="457200" imgH="203200" progId="Equation.DSMT4">
                    <p:embed/>
                  </p:oleObj>
                </mc:Choice>
                <mc:Fallback>
                  <p:oleObj name="Equation" r:id="rId30" imgW="457200" imgH="203200" progId="Equation.DSMT4">
                    <p:embed/>
                    <p:pic>
                      <p:nvPicPr>
                        <p:cNvPr id="0" name="Object 1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970" y="1973"/>
                          <a:ext cx="51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67" name="Line 41"/>
            <p:cNvSpPr>
              <a:spLocks noChangeShapeType="1"/>
            </p:cNvSpPr>
            <p:nvPr/>
          </p:nvSpPr>
          <p:spPr bwMode="auto">
            <a:xfrm flipV="1">
              <a:off x="4062" y="2850"/>
              <a:ext cx="122" cy="202"/>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4343" name="Object 19"/>
            <p:cNvGraphicFramePr>
              <a:graphicFrameLocks noChangeAspect="1"/>
            </p:cNvGraphicFramePr>
            <p:nvPr/>
          </p:nvGraphicFramePr>
          <p:xfrm>
            <a:off x="3600" y="2208"/>
            <a:ext cx="262" cy="247"/>
          </p:xfrm>
          <a:graphic>
            <a:graphicData uri="http://schemas.openxmlformats.org/presentationml/2006/ole">
              <mc:AlternateContent xmlns:mc="http://schemas.openxmlformats.org/markup-compatibility/2006">
                <mc:Choice xmlns:v="urn:schemas-microsoft-com:vml" Requires="v">
                  <p:oleObj spid="_x0000_s59527" name="Equation" r:id="rId32" imgW="228600" imgH="215900" progId="Equation.DSMT4">
                    <p:embed/>
                  </p:oleObj>
                </mc:Choice>
                <mc:Fallback>
                  <p:oleObj name="Equation" r:id="rId32" imgW="228600" imgH="215900" progId="Equation.DSMT4">
                    <p:embed/>
                    <p:pic>
                      <p:nvPicPr>
                        <p:cNvPr id="0" name="Object 1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600" y="2208"/>
                          <a:ext cx="262"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68" name="Line 43"/>
            <p:cNvSpPr>
              <a:spLocks noChangeShapeType="1"/>
            </p:cNvSpPr>
            <p:nvPr/>
          </p:nvSpPr>
          <p:spPr bwMode="auto">
            <a:xfrm flipH="1" flipV="1">
              <a:off x="2643" y="3054"/>
              <a:ext cx="2784" cy="0"/>
            </a:xfrm>
            <a:prstGeom prst="line">
              <a:avLst/>
            </a:prstGeom>
            <a:noFill/>
            <a:ln w="19050">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en-US"/>
            </a:p>
          </p:txBody>
        </p:sp>
        <p:sp>
          <p:nvSpPr>
            <p:cNvPr id="14369" name="Line 44"/>
            <p:cNvSpPr>
              <a:spLocks noChangeShapeType="1"/>
            </p:cNvSpPr>
            <p:nvPr/>
          </p:nvSpPr>
          <p:spPr bwMode="auto">
            <a:xfrm flipV="1">
              <a:off x="3927" y="2016"/>
              <a:ext cx="9" cy="103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70" name="Text Box 45"/>
            <p:cNvSpPr txBox="1">
              <a:spLocks noChangeArrowheads="1"/>
            </p:cNvSpPr>
            <p:nvPr/>
          </p:nvSpPr>
          <p:spPr bwMode="auto">
            <a:xfrm>
              <a:off x="3838" y="3009"/>
              <a:ext cx="21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grpSp>
      <p:sp>
        <p:nvSpPr>
          <p:cNvPr id="14363" name="Text Box 46"/>
          <p:cNvSpPr txBox="1">
            <a:spLocks noChangeArrowheads="1"/>
          </p:cNvSpPr>
          <p:nvPr/>
        </p:nvSpPr>
        <p:spPr bwMode="auto">
          <a:xfrm>
            <a:off x="2551113" y="1228725"/>
            <a:ext cx="3878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rgbClr val="000099"/>
                </a:solidFill>
                <a:latin typeface="Times New Roman" panose="02020603050405020304" pitchFamily="18" charset="0"/>
                <a:ea typeface="华文楷体" pitchFamily="2" charset="-122"/>
                <a:cs typeface="楷体_GB2312" panose="02010609030101010101" pitchFamily="49" charset="-122"/>
              </a:rPr>
              <a:t>不同脉冲宽度对频谱的影响</a:t>
            </a:r>
            <a:endParaRPr lang="zh-CN" altLang="en-US" sz="2400">
              <a:solidFill>
                <a:srgbClr val="000099"/>
              </a:solidFill>
              <a:latin typeface="Times New Roman" panose="02020603050405020304" pitchFamily="18" charset="0"/>
              <a:ea typeface="华文楷体" pitchFamily="2" charset="-122"/>
              <a:cs typeface="楷体_GB2312" panose="02010609030101010101" pitchFamily="49" charset="-122"/>
            </a:endParaRPr>
          </a:p>
        </p:txBody>
      </p:sp>
      <p:sp>
        <p:nvSpPr>
          <p:cNvPr id="14364" name="Line 47"/>
          <p:cNvSpPr>
            <a:spLocks noChangeShapeType="1"/>
          </p:cNvSpPr>
          <p:nvPr/>
        </p:nvSpPr>
        <p:spPr bwMode="auto">
          <a:xfrm>
            <a:off x="3359150" y="2525713"/>
            <a:ext cx="1223963"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65" name="Line 48"/>
          <p:cNvSpPr>
            <a:spLocks noChangeShapeType="1"/>
          </p:cNvSpPr>
          <p:nvPr/>
        </p:nvSpPr>
        <p:spPr bwMode="auto">
          <a:xfrm>
            <a:off x="3359150" y="4973638"/>
            <a:ext cx="1223963"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 name="Text Box 49"/>
          <p:cNvSpPr txBox="1">
            <a:spLocks noChangeArrowheads="1"/>
          </p:cNvSpPr>
          <p:nvPr/>
        </p:nvSpPr>
        <p:spPr bwMode="auto">
          <a:xfrm>
            <a:off x="939800" y="6072188"/>
            <a:ext cx="7570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itchFamily="2" charset="-122"/>
                <a:cs typeface="楷体_GB2312" panose="02010609030101010101" pitchFamily="49" charset="-122"/>
              </a:rPr>
              <a:t>可见，</a:t>
            </a:r>
            <a:r>
              <a:rPr lang="zh-CN" altLang="en-US" sz="2400" dirty="0">
                <a:solidFill>
                  <a:srgbClr val="FF0000"/>
                </a:solidFill>
                <a:latin typeface="Times New Roman" panose="02020603050405020304" pitchFamily="18" charset="0"/>
                <a:ea typeface="华文楷体" pitchFamily="2" charset="-122"/>
                <a:cs typeface="楷体_GB2312" panose="02010609030101010101" pitchFamily="49" charset="-122"/>
              </a:rPr>
              <a:t>信号宽度在时域和频域之间有一种相反的关系</a:t>
            </a:r>
            <a:r>
              <a:rPr lang="zh-CN" altLang="en-US" sz="2400" dirty="0">
                <a:latin typeface="Times New Roman" panose="02020603050405020304" pitchFamily="18" charset="0"/>
                <a:ea typeface="华文楷体" pitchFamily="2" charset="-122"/>
                <a:cs typeface="楷体_GB2312" panose="02010609030101010101" pitchFamily="49" charset="-122"/>
              </a:rPr>
              <a:t>。</a:t>
            </a:r>
            <a:endParaRPr lang="zh-CN" altLang="en-US" sz="2400" dirty="0">
              <a:latin typeface="Times New Roman" panose="02020603050405020304" pitchFamily="18" charset="0"/>
              <a:ea typeface="华文楷体" pitchFamily="2" charset="-122"/>
              <a:cs typeface="楷体_GB2312" panose="02010609030101010101" pitchFamily="49" charset="-122"/>
            </a:endParaRPr>
          </a:p>
        </p:txBody>
      </p:sp>
      <p:graphicFrame>
        <p:nvGraphicFramePr>
          <p:cNvPr id="14338" name="Object 20"/>
          <p:cNvGraphicFramePr>
            <a:graphicFrameLocks noChangeAspect="1"/>
          </p:cNvGraphicFramePr>
          <p:nvPr/>
        </p:nvGraphicFramePr>
        <p:xfrm>
          <a:off x="273050" y="1189038"/>
          <a:ext cx="2227263" cy="366712"/>
        </p:xfrm>
        <a:graphic>
          <a:graphicData uri="http://schemas.openxmlformats.org/presentationml/2006/ole">
            <mc:AlternateContent xmlns:mc="http://schemas.openxmlformats.org/markup-compatibility/2006">
              <mc:Choice xmlns:v="urn:schemas-microsoft-com:vml" Requires="v">
                <p:oleObj spid="_x0000_s59528" name="Equation" r:id="rId34" imgW="1282700" imgH="228600" progId="Equation.DSMT4">
                  <p:embed/>
                </p:oleObj>
              </mc:Choice>
              <mc:Fallback>
                <p:oleObj name="Equation" r:id="rId34" imgW="1282700" imgH="228600" progId="Equation.DSMT4">
                  <p:embed/>
                  <p:pic>
                    <p:nvPicPr>
                      <p:cNvPr id="0" name="Object 2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73050" y="1189038"/>
                        <a:ext cx="22272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14364"/>
                                        </p:tgtEl>
                                        <p:attrNameLst>
                                          <p:attrName>style.visibility</p:attrName>
                                        </p:attrNameLst>
                                      </p:cBhvr>
                                      <p:to>
                                        <p:strVal val="visible"/>
                                      </p:to>
                                    </p:set>
                                    <p:anim calcmode="lin" valueType="num">
                                      <p:cBhvr>
                                        <p:cTn id="7" dur="500" fill="hold"/>
                                        <p:tgtEl>
                                          <p:spTgt spid="14364"/>
                                        </p:tgtEl>
                                        <p:attrNameLst>
                                          <p:attrName>ppt_x</p:attrName>
                                        </p:attrNameLst>
                                      </p:cBhvr>
                                      <p:tavLst>
                                        <p:tav tm="0">
                                          <p:val>
                                            <p:strVal val="#ppt_x-#ppt_w/2"/>
                                          </p:val>
                                        </p:tav>
                                        <p:tav tm="100000">
                                          <p:val>
                                            <p:strVal val="#ppt_x"/>
                                          </p:val>
                                        </p:tav>
                                      </p:tavLst>
                                    </p:anim>
                                    <p:anim calcmode="lin" valueType="num">
                                      <p:cBhvr>
                                        <p:cTn id="8" dur="500" fill="hold"/>
                                        <p:tgtEl>
                                          <p:spTgt spid="14364"/>
                                        </p:tgtEl>
                                        <p:attrNameLst>
                                          <p:attrName>ppt_y</p:attrName>
                                        </p:attrNameLst>
                                      </p:cBhvr>
                                      <p:tavLst>
                                        <p:tav tm="0">
                                          <p:val>
                                            <p:strVal val="#ppt_y"/>
                                          </p:val>
                                        </p:tav>
                                        <p:tav tm="100000">
                                          <p:val>
                                            <p:strVal val="#ppt_y"/>
                                          </p:val>
                                        </p:tav>
                                      </p:tavLst>
                                    </p:anim>
                                    <p:anim calcmode="lin" valueType="num">
                                      <p:cBhvr>
                                        <p:cTn id="9" dur="500" fill="hold"/>
                                        <p:tgtEl>
                                          <p:spTgt spid="14364"/>
                                        </p:tgtEl>
                                        <p:attrNameLst>
                                          <p:attrName>ppt_w</p:attrName>
                                        </p:attrNameLst>
                                      </p:cBhvr>
                                      <p:tavLst>
                                        <p:tav tm="0">
                                          <p:val>
                                            <p:fltVal val="0"/>
                                          </p:val>
                                        </p:tav>
                                        <p:tav tm="100000">
                                          <p:val>
                                            <p:strVal val="#ppt_w"/>
                                          </p:val>
                                        </p:tav>
                                      </p:tavLst>
                                    </p:anim>
                                    <p:anim calcmode="lin" valueType="num">
                                      <p:cBhvr>
                                        <p:cTn id="10" dur="500" fill="hold"/>
                                        <p:tgtEl>
                                          <p:spTgt spid="14364"/>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nodeType="clickEffect">
                                  <p:stCondLst>
                                    <p:cond delay="0"/>
                                  </p:stCondLst>
                                  <p:childTnLst>
                                    <p:set>
                                      <p:cBhvr>
                                        <p:cTn id="19" dur="1" fill="hold">
                                          <p:stCondLst>
                                            <p:cond delay="0"/>
                                          </p:stCondLst>
                                        </p:cTn>
                                        <p:tgtEl>
                                          <p:spTgt spid="14365"/>
                                        </p:tgtEl>
                                        <p:attrNameLst>
                                          <p:attrName>style.visibility</p:attrName>
                                        </p:attrNameLst>
                                      </p:cBhvr>
                                      <p:to>
                                        <p:strVal val="visible"/>
                                      </p:to>
                                    </p:set>
                                    <p:anim calcmode="lin" valueType="num">
                                      <p:cBhvr>
                                        <p:cTn id="20" dur="500" fill="hold"/>
                                        <p:tgtEl>
                                          <p:spTgt spid="14365"/>
                                        </p:tgtEl>
                                        <p:attrNameLst>
                                          <p:attrName>ppt_x</p:attrName>
                                        </p:attrNameLst>
                                      </p:cBhvr>
                                      <p:tavLst>
                                        <p:tav tm="0">
                                          <p:val>
                                            <p:strVal val="#ppt_x-#ppt_w/2"/>
                                          </p:val>
                                        </p:tav>
                                        <p:tav tm="100000">
                                          <p:val>
                                            <p:strVal val="#ppt_x"/>
                                          </p:val>
                                        </p:tav>
                                      </p:tavLst>
                                    </p:anim>
                                    <p:anim calcmode="lin" valueType="num">
                                      <p:cBhvr>
                                        <p:cTn id="21" dur="500" fill="hold"/>
                                        <p:tgtEl>
                                          <p:spTgt spid="14365"/>
                                        </p:tgtEl>
                                        <p:attrNameLst>
                                          <p:attrName>ppt_y</p:attrName>
                                        </p:attrNameLst>
                                      </p:cBhvr>
                                      <p:tavLst>
                                        <p:tav tm="0">
                                          <p:val>
                                            <p:strVal val="#ppt_y"/>
                                          </p:val>
                                        </p:tav>
                                        <p:tav tm="100000">
                                          <p:val>
                                            <p:strVal val="#ppt_y"/>
                                          </p:val>
                                        </p:tav>
                                      </p:tavLst>
                                    </p:anim>
                                    <p:anim calcmode="lin" valueType="num">
                                      <p:cBhvr>
                                        <p:cTn id="22" dur="500" fill="hold"/>
                                        <p:tgtEl>
                                          <p:spTgt spid="14365"/>
                                        </p:tgtEl>
                                        <p:attrNameLst>
                                          <p:attrName>ppt_w</p:attrName>
                                        </p:attrNameLst>
                                      </p:cBhvr>
                                      <p:tavLst>
                                        <p:tav tm="0">
                                          <p:val>
                                            <p:fltVal val="0"/>
                                          </p:val>
                                        </p:tav>
                                        <p:tav tm="100000">
                                          <p:val>
                                            <p:strVal val="#ppt_w"/>
                                          </p:val>
                                        </p:tav>
                                      </p:tavLst>
                                    </p:anim>
                                    <p:anim calcmode="lin" valueType="num">
                                      <p:cBhvr>
                                        <p:cTn id="23" dur="500" fill="hold"/>
                                        <p:tgtEl>
                                          <p:spTgt spid="1436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linds(horizontal)">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blinds(horizontal)">
                                      <p:cBhvr>
                                        <p:cTn id="3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72774" y="2357438"/>
            <a:ext cx="1308646" cy="866774"/>
          </a:xfrm>
          <a:prstGeom prst="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5"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69F3F5E-C411-4EAB-8A96-82D63B01A6E0}"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sp>
        <p:nvSpPr>
          <p:cNvPr id="5" name="Text Box 2"/>
          <p:cNvSpPr txBox="1">
            <a:spLocks noChangeArrowheads="1"/>
          </p:cNvSpPr>
          <p:nvPr/>
        </p:nvSpPr>
        <p:spPr bwMode="auto">
          <a:xfrm>
            <a:off x="3880421" y="1498600"/>
            <a:ext cx="50405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latin typeface="Times New Roman" panose="02020603050405020304" pitchFamily="18" charset="0"/>
                <a:ea typeface="华文楷体" pitchFamily="2" charset="-122"/>
                <a:cs typeface="楷体_GB2312" panose="02010609030101010101" pitchFamily="49" charset="-122"/>
              </a:rPr>
              <a:t>(</a:t>
            </a:r>
            <a:r>
              <a:rPr lang="zh-CN" altLang="en-US" sz="2400" dirty="0">
                <a:latin typeface="Times New Roman" panose="02020603050405020304" pitchFamily="18" charset="0"/>
                <a:ea typeface="华文楷体" pitchFamily="2" charset="-122"/>
                <a:cs typeface="楷体_GB2312" panose="02010609030101010101" pitchFamily="49" charset="-122"/>
              </a:rPr>
              <a:t>也是</a:t>
            </a:r>
            <a:r>
              <a:rPr lang="zh-CN" altLang="en-US" sz="2400" dirty="0">
                <a:solidFill>
                  <a:srgbClr val="FF0000"/>
                </a:solidFill>
                <a:latin typeface="Times New Roman" panose="02020603050405020304" pitchFamily="18" charset="0"/>
                <a:ea typeface="华文楷体" pitchFamily="2" charset="-122"/>
                <a:cs typeface="楷体_GB2312" panose="02010609030101010101" pitchFamily="49" charset="-122"/>
              </a:rPr>
              <a:t>理想低通滤波器频率响应形式</a:t>
            </a:r>
            <a:r>
              <a:rPr lang="en-US" altLang="zh-CN" sz="2400" dirty="0">
                <a:latin typeface="Times New Roman" panose="02020603050405020304" pitchFamily="18" charset="0"/>
                <a:ea typeface="华文楷体" pitchFamily="2" charset="-122"/>
                <a:cs typeface="楷体_GB2312" panose="02010609030101010101" pitchFamily="49" charset="-122"/>
              </a:rPr>
              <a:t>)</a:t>
            </a:r>
            <a:endParaRPr lang="en-US" altLang="zh-CN" sz="2400" dirty="0">
              <a:latin typeface="Times New Roman" panose="02020603050405020304" pitchFamily="18" charset="0"/>
              <a:ea typeface="华文楷体" pitchFamily="2" charset="-122"/>
              <a:cs typeface="楷体_GB2312" panose="02010609030101010101" pitchFamily="49" charset="-122"/>
            </a:endParaRPr>
          </a:p>
        </p:txBody>
      </p:sp>
      <p:sp>
        <p:nvSpPr>
          <p:cNvPr id="15378" name="Text Box 3"/>
          <p:cNvSpPr txBox="1">
            <a:spLocks noChangeArrowheads="1"/>
          </p:cNvSpPr>
          <p:nvPr/>
        </p:nvSpPr>
        <p:spPr bwMode="auto">
          <a:xfrm>
            <a:off x="755650" y="585470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2400">
              <a:latin typeface="Times New Roman" panose="02020603050405020304" pitchFamily="18" charset="0"/>
              <a:ea typeface="华文楷体" pitchFamily="2" charset="-122"/>
              <a:cs typeface="楷体_GB2312" panose="02010609030101010101" pitchFamily="49" charset="-122"/>
            </a:endParaRPr>
          </a:p>
        </p:txBody>
      </p:sp>
      <p:sp>
        <p:nvSpPr>
          <p:cNvPr id="7" name="Text Box 4"/>
          <p:cNvSpPr txBox="1">
            <a:spLocks noChangeArrowheads="1"/>
          </p:cNvSpPr>
          <p:nvPr/>
        </p:nvSpPr>
        <p:spPr bwMode="auto">
          <a:xfrm>
            <a:off x="685800" y="5570538"/>
            <a:ext cx="8229600" cy="114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dirty="0">
                <a:latin typeface="Times New Roman" panose="02020603050405020304" pitchFamily="18" charset="0"/>
                <a:ea typeface="华文楷体" pitchFamily="2" charset="-122"/>
                <a:cs typeface="楷体_GB2312" panose="02010609030101010101" pitchFamily="49" charset="-122"/>
              </a:rPr>
              <a:t>与矩形脉冲情况对比，可以发现</a:t>
            </a:r>
            <a:r>
              <a:rPr lang="zh-CN" altLang="en-US" sz="2400" dirty="0">
                <a:solidFill>
                  <a:srgbClr val="FF0000"/>
                </a:solidFill>
                <a:latin typeface="Times New Roman" panose="02020603050405020304" pitchFamily="18" charset="0"/>
                <a:ea typeface="华文楷体" pitchFamily="2" charset="-122"/>
                <a:cs typeface="楷体_GB2312" panose="02010609030101010101" pitchFamily="49" charset="-122"/>
              </a:rPr>
              <a:t>信号在时域和频域之间存在一种对偶关系</a:t>
            </a:r>
            <a:r>
              <a:rPr lang="zh-CN" altLang="en-US" sz="2400" dirty="0">
                <a:latin typeface="Times New Roman" panose="02020603050405020304" pitchFamily="18" charset="0"/>
                <a:ea typeface="华文楷体" pitchFamily="2" charset="-122"/>
                <a:cs typeface="楷体_GB2312" panose="02010609030101010101" pitchFamily="49" charset="-122"/>
              </a:rPr>
              <a:t>。</a:t>
            </a:r>
            <a:endParaRPr lang="zh-CN" altLang="en-US" sz="2400" dirty="0">
              <a:latin typeface="Times New Roman" panose="02020603050405020304" pitchFamily="18" charset="0"/>
              <a:ea typeface="华文楷体" pitchFamily="2" charset="-122"/>
              <a:cs typeface="楷体_GB2312" panose="02010609030101010101" pitchFamily="49" charset="-122"/>
            </a:endParaRPr>
          </a:p>
        </p:txBody>
      </p:sp>
      <p:grpSp>
        <p:nvGrpSpPr>
          <p:cNvPr id="15380" name="Group 5"/>
          <p:cNvGrpSpPr/>
          <p:nvPr/>
        </p:nvGrpSpPr>
        <p:grpSpPr bwMode="auto">
          <a:xfrm>
            <a:off x="539552" y="1243013"/>
            <a:ext cx="3275013" cy="1087437"/>
            <a:chOff x="458" y="463"/>
            <a:chExt cx="2063" cy="685"/>
          </a:xfrm>
        </p:grpSpPr>
        <p:sp>
          <p:nvSpPr>
            <p:cNvPr id="15395" name="Text Box 6"/>
            <p:cNvSpPr txBox="1">
              <a:spLocks noChangeArrowheads="1"/>
            </p:cNvSpPr>
            <p:nvPr/>
          </p:nvSpPr>
          <p:spPr bwMode="auto">
            <a:xfrm>
              <a:off x="458" y="625"/>
              <a:ext cx="2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000099"/>
                  </a:solidFill>
                  <a:latin typeface="Times New Roman" panose="02020603050405020304" pitchFamily="18" charset="0"/>
                  <a:ea typeface="华文楷体" pitchFamily="2" charset="-122"/>
                  <a:cs typeface="楷体_GB2312" panose="02010609030101010101" pitchFamily="49" charset="-122"/>
                </a:rPr>
                <a:t>5.</a:t>
              </a:r>
              <a:endParaRPr lang="en-US" altLang="zh-CN" sz="2400">
                <a:solidFill>
                  <a:srgbClr val="000099"/>
                </a:solidFill>
                <a:latin typeface="Times New Roman" panose="02020603050405020304" pitchFamily="18" charset="0"/>
                <a:ea typeface="华文楷体" pitchFamily="2" charset="-122"/>
                <a:cs typeface="楷体_GB2312" panose="02010609030101010101" pitchFamily="49" charset="-122"/>
              </a:endParaRPr>
            </a:p>
          </p:txBody>
        </p:sp>
        <p:sp>
          <p:nvSpPr>
            <p:cNvPr id="15396" name="Text Box 7"/>
            <p:cNvSpPr txBox="1">
              <a:spLocks noChangeArrowheads="1"/>
            </p:cNvSpPr>
            <p:nvPr/>
          </p:nvSpPr>
          <p:spPr bwMode="auto">
            <a:xfrm>
              <a:off x="1567" y="463"/>
              <a:ext cx="616"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a:solidFill>
                    <a:srgbClr val="000000"/>
                  </a:solidFill>
                  <a:latin typeface="Times New Roman" panose="02020603050405020304" pitchFamily="18" charset="0"/>
                  <a:ea typeface="华文楷体" pitchFamily="2" charset="-122"/>
                  <a:cs typeface="楷体_GB2312" panose="02010609030101010101" pitchFamily="49" charset="-122"/>
                </a:rPr>
                <a:t>1</a:t>
              </a:r>
              <a:r>
                <a:rPr lang="zh-CN" altLang="en-US" sz="2400">
                  <a:solidFill>
                    <a:srgbClr val="000000"/>
                  </a:solidFill>
                  <a:latin typeface="Times New Roman" panose="02020603050405020304" pitchFamily="18" charset="0"/>
                  <a:ea typeface="华文楷体" pitchFamily="2" charset="-122"/>
                  <a:cs typeface="楷体_GB2312" panose="02010609030101010101" pitchFamily="49" charset="-122"/>
                </a:rPr>
                <a:t>，</a:t>
              </a:r>
              <a:endParaRPr lang="zh-CN" altLang="en-US" sz="2400">
                <a:solidFill>
                  <a:srgbClr val="000000"/>
                </a:solidFill>
                <a:latin typeface="Times New Roman" panose="02020603050405020304" pitchFamily="18" charset="0"/>
                <a:ea typeface="华文楷体" pitchFamily="2" charset="-122"/>
                <a:cs typeface="楷体_GB2312" panose="02010609030101010101" pitchFamily="49" charset="-122"/>
              </a:endParaRPr>
            </a:p>
            <a:p>
              <a:pPr eaLnBrk="1" hangingPunct="1">
                <a:lnSpc>
                  <a:spcPct val="130000"/>
                </a:lnSpc>
              </a:pPr>
              <a:r>
                <a:rPr lang="en-US" altLang="zh-CN" sz="2400">
                  <a:solidFill>
                    <a:srgbClr val="000000"/>
                  </a:solidFill>
                  <a:latin typeface="Times New Roman" panose="02020603050405020304" pitchFamily="18" charset="0"/>
                  <a:ea typeface="华文楷体" pitchFamily="2" charset="-122"/>
                  <a:cs typeface="楷体_GB2312" panose="02010609030101010101" pitchFamily="49" charset="-122"/>
                </a:rPr>
                <a:t>0</a:t>
              </a:r>
              <a:r>
                <a:rPr lang="zh-CN" altLang="en-US" sz="2400">
                  <a:solidFill>
                    <a:srgbClr val="000000"/>
                  </a:solidFill>
                  <a:latin typeface="Times New Roman" panose="02020603050405020304" pitchFamily="18" charset="0"/>
                  <a:ea typeface="华文楷体" pitchFamily="2" charset="-122"/>
                  <a:cs typeface="楷体_GB2312" panose="02010609030101010101" pitchFamily="49" charset="-122"/>
                </a:rPr>
                <a:t>，</a:t>
              </a:r>
              <a:endParaRPr lang="zh-CN" altLang="en-US" sz="24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grpSp>
          <p:nvGrpSpPr>
            <p:cNvPr id="15397" name="Group 8"/>
            <p:cNvGrpSpPr/>
            <p:nvPr/>
          </p:nvGrpSpPr>
          <p:grpSpPr bwMode="auto">
            <a:xfrm>
              <a:off x="793" y="480"/>
              <a:ext cx="1728" cy="668"/>
              <a:chOff x="793" y="480"/>
              <a:chExt cx="1782" cy="668"/>
            </a:xfrm>
          </p:grpSpPr>
          <p:graphicFrame>
            <p:nvGraphicFramePr>
              <p:cNvPr id="15371" name="Object 2"/>
              <p:cNvGraphicFramePr>
                <a:graphicFrameLocks noChangeAspect="1"/>
              </p:cNvGraphicFramePr>
              <p:nvPr/>
            </p:nvGraphicFramePr>
            <p:xfrm>
              <a:off x="793" y="654"/>
              <a:ext cx="674" cy="281"/>
            </p:xfrm>
            <a:graphic>
              <a:graphicData uri="http://schemas.openxmlformats.org/presentationml/2006/ole">
                <mc:AlternateContent xmlns:mc="http://schemas.openxmlformats.org/markup-compatibility/2006">
                  <mc:Choice xmlns:v="urn:schemas-microsoft-com:vml" Requires="v">
                    <p:oleObj spid="_x0000_s16142" name="Equation" r:id="rId1" imgW="571500" imgH="203200" progId="Equation.DSMT4">
                      <p:embed/>
                    </p:oleObj>
                  </mc:Choice>
                  <mc:Fallback>
                    <p:oleObj name="Equation" r:id="rId1" imgW="5715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654"/>
                            <a:ext cx="67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72" name="Object 3"/>
              <p:cNvGraphicFramePr>
                <a:graphicFrameLocks noChangeAspect="1"/>
              </p:cNvGraphicFramePr>
              <p:nvPr/>
            </p:nvGraphicFramePr>
            <p:xfrm>
              <a:off x="1889" y="797"/>
              <a:ext cx="685" cy="351"/>
            </p:xfrm>
            <a:graphic>
              <a:graphicData uri="http://schemas.openxmlformats.org/presentationml/2006/ole">
                <mc:AlternateContent xmlns:mc="http://schemas.openxmlformats.org/markup-compatibility/2006">
                  <mc:Choice xmlns:v="urn:schemas-microsoft-com:vml" Requires="v">
                    <p:oleObj spid="_x0000_s16143" name="Equation" r:id="rId3" imgW="494665" imgH="254000" progId="Equation.DSMT4">
                      <p:embed/>
                    </p:oleObj>
                  </mc:Choice>
                  <mc:Fallback>
                    <p:oleObj name="Equation" r:id="rId3" imgW="494665" imgH="2540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9" y="797"/>
                            <a:ext cx="685"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73" name="Object 4"/>
              <p:cNvGraphicFramePr>
                <a:graphicFrameLocks noChangeAspect="1"/>
              </p:cNvGraphicFramePr>
              <p:nvPr/>
            </p:nvGraphicFramePr>
            <p:xfrm>
              <a:off x="1890" y="480"/>
              <a:ext cx="685" cy="351"/>
            </p:xfrm>
            <a:graphic>
              <a:graphicData uri="http://schemas.openxmlformats.org/presentationml/2006/ole">
                <mc:AlternateContent xmlns:mc="http://schemas.openxmlformats.org/markup-compatibility/2006">
                  <mc:Choice xmlns:v="urn:schemas-microsoft-com:vml" Requires="v">
                    <p:oleObj spid="_x0000_s16144" name="Equation" r:id="rId5" imgW="494665" imgH="254000" progId="Equation.DSMT4">
                      <p:embed/>
                    </p:oleObj>
                  </mc:Choice>
                  <mc:Fallback>
                    <p:oleObj name="Equation" r:id="rId5" imgW="494665" imgH="2540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0" y="480"/>
                            <a:ext cx="685"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74" name="Object 5"/>
              <p:cNvGraphicFramePr>
                <a:graphicFrameLocks noChangeAspect="1"/>
              </p:cNvGraphicFramePr>
              <p:nvPr/>
            </p:nvGraphicFramePr>
            <p:xfrm>
              <a:off x="1488" y="480"/>
              <a:ext cx="226" cy="641"/>
            </p:xfrm>
            <a:graphic>
              <a:graphicData uri="http://schemas.openxmlformats.org/presentationml/2006/ole">
                <mc:AlternateContent xmlns:mc="http://schemas.openxmlformats.org/markup-compatibility/2006">
                  <mc:Choice xmlns:v="urn:schemas-microsoft-com:vml" Requires="v">
                    <p:oleObj spid="_x0000_s16145" name="Equation" r:id="rId7" imgW="182880" imgH="260985" progId="Equation.DSMT4">
                      <p:embed/>
                    </p:oleObj>
                  </mc:Choice>
                  <mc:Fallback>
                    <p:oleObj name="Equation" r:id="rId7" imgW="182880" imgH="260985"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8" y="480"/>
                            <a:ext cx="226" cy="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aphicFrame>
        <p:nvGraphicFramePr>
          <p:cNvPr id="16" name="Object 6"/>
          <p:cNvGraphicFramePr>
            <a:graphicFrameLocks noChangeAspect="1"/>
          </p:cNvGraphicFramePr>
          <p:nvPr/>
        </p:nvGraphicFramePr>
        <p:xfrm>
          <a:off x="941388" y="2357438"/>
          <a:ext cx="7213600" cy="866775"/>
        </p:xfrm>
        <a:graphic>
          <a:graphicData uri="http://schemas.openxmlformats.org/presentationml/2006/ole">
            <mc:AlternateContent xmlns:mc="http://schemas.openxmlformats.org/markup-compatibility/2006">
              <mc:Choice xmlns:v="urn:schemas-microsoft-com:vml" Requires="v">
                <p:oleObj spid="_x0000_s16146" name="Equation" r:id="rId9" imgW="81991200" imgH="9448800" progId="Equation.DSMT4">
                  <p:embed/>
                </p:oleObj>
              </mc:Choice>
              <mc:Fallback>
                <p:oleObj name="Equation" r:id="rId9" imgW="81991200" imgH="9448800" progId="Equation.DSMT4">
                  <p:embed/>
                  <p:pic>
                    <p:nvPicPr>
                      <p:cNvPr id="0" name="Object 6"/>
                      <p:cNvPicPr>
                        <a:picLocks noChangeAspect="1" noChangeArrowheads="1"/>
                      </p:cNvPicPr>
                      <p:nvPr/>
                    </p:nvPicPr>
                    <p:blipFill>
                      <a:blip r:embed="rId10"/>
                      <a:srcRect/>
                      <a:stretch>
                        <a:fillRect/>
                      </a:stretch>
                    </p:blipFill>
                    <p:spPr bwMode="auto">
                      <a:xfrm>
                        <a:off x="941388" y="2357438"/>
                        <a:ext cx="7213600"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5381" name="Group 14"/>
          <p:cNvGrpSpPr/>
          <p:nvPr/>
        </p:nvGrpSpPr>
        <p:grpSpPr bwMode="auto">
          <a:xfrm>
            <a:off x="990600" y="3870325"/>
            <a:ext cx="2484438" cy="1570038"/>
            <a:chOff x="144" y="1776"/>
            <a:chExt cx="1565" cy="989"/>
          </a:xfrm>
        </p:grpSpPr>
        <p:graphicFrame>
          <p:nvGraphicFramePr>
            <p:cNvPr id="15367" name="Object 7"/>
            <p:cNvGraphicFramePr>
              <a:graphicFrameLocks noChangeAspect="1"/>
            </p:cNvGraphicFramePr>
            <p:nvPr/>
          </p:nvGraphicFramePr>
          <p:xfrm>
            <a:off x="920" y="1776"/>
            <a:ext cx="574" cy="255"/>
          </p:xfrm>
          <a:graphic>
            <a:graphicData uri="http://schemas.openxmlformats.org/presentationml/2006/ole">
              <mc:AlternateContent xmlns:mc="http://schemas.openxmlformats.org/markup-compatibility/2006">
                <mc:Choice xmlns:v="urn:schemas-microsoft-com:vml" Requires="v">
                  <p:oleObj spid="_x0000_s16147" name="Equation" r:id="rId11" imgW="457200" imgH="203200" progId="Equation.DSMT4">
                    <p:embed/>
                  </p:oleObj>
                </mc:Choice>
                <mc:Fallback>
                  <p:oleObj name="Equation" r:id="rId11" imgW="457200" imgH="203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20" y="1776"/>
                          <a:ext cx="574"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8" name="Object 8"/>
            <p:cNvGraphicFramePr>
              <a:graphicFrameLocks noChangeAspect="1"/>
            </p:cNvGraphicFramePr>
            <p:nvPr/>
          </p:nvGraphicFramePr>
          <p:xfrm>
            <a:off x="1437" y="2352"/>
            <a:ext cx="272" cy="192"/>
          </p:xfrm>
          <a:graphic>
            <a:graphicData uri="http://schemas.openxmlformats.org/presentationml/2006/ole">
              <mc:AlternateContent xmlns:mc="http://schemas.openxmlformats.org/markup-compatibility/2006">
                <mc:Choice xmlns:v="urn:schemas-microsoft-com:vml" Requires="v">
                  <p:oleObj spid="_x0000_s16148" name="Equation" r:id="rId13" imgW="152400" imgH="139700" progId="Equation.DSMT4">
                    <p:embed/>
                  </p:oleObj>
                </mc:Choice>
                <mc:Fallback>
                  <p:oleObj name="Equation" r:id="rId13" imgW="152400" imgH="1397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37" y="2352"/>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9" name="Object 9"/>
            <p:cNvGraphicFramePr>
              <a:graphicFrameLocks noChangeAspect="1"/>
            </p:cNvGraphicFramePr>
            <p:nvPr/>
          </p:nvGraphicFramePr>
          <p:xfrm>
            <a:off x="462" y="2535"/>
            <a:ext cx="273" cy="230"/>
          </p:xfrm>
          <a:graphic>
            <a:graphicData uri="http://schemas.openxmlformats.org/presentationml/2006/ole">
              <mc:AlternateContent xmlns:mc="http://schemas.openxmlformats.org/markup-compatibility/2006">
                <mc:Choice xmlns:v="urn:schemas-microsoft-com:vml" Requires="v">
                  <p:oleObj spid="_x0000_s16149" name="Equation" r:id="rId15" imgW="190500" imgH="127000" progId="Equation.DSMT4">
                    <p:embed/>
                  </p:oleObj>
                </mc:Choice>
                <mc:Fallback>
                  <p:oleObj name="Equation" r:id="rId15" imgW="190500" imgH="1270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2" y="2535"/>
                          <a:ext cx="273"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70" name="Object 10"/>
            <p:cNvGraphicFramePr>
              <a:graphicFrameLocks noChangeAspect="1"/>
            </p:cNvGraphicFramePr>
            <p:nvPr/>
          </p:nvGraphicFramePr>
          <p:xfrm>
            <a:off x="1008" y="2526"/>
            <a:ext cx="240" cy="230"/>
          </p:xfrm>
          <a:graphic>
            <a:graphicData uri="http://schemas.openxmlformats.org/presentationml/2006/ole">
              <mc:AlternateContent xmlns:mc="http://schemas.openxmlformats.org/markup-compatibility/2006">
                <mc:Choice xmlns:v="urn:schemas-microsoft-com:vml" Requires="v">
                  <p:oleObj spid="_x0000_s16150" name="Equation" r:id="rId17" imgW="127000" imgH="127000" progId="Equation.DSMT4">
                    <p:embed/>
                  </p:oleObj>
                </mc:Choice>
                <mc:Fallback>
                  <p:oleObj name="Equation" r:id="rId17" imgW="127000" imgH="1270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8" y="2526"/>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8" name="Text Box 19"/>
            <p:cNvSpPr txBox="1">
              <a:spLocks noChangeArrowheads="1"/>
            </p:cNvSpPr>
            <p:nvPr/>
          </p:nvSpPr>
          <p:spPr bwMode="auto">
            <a:xfrm>
              <a:off x="672" y="2013"/>
              <a:ext cx="1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1</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5389" name="Rectangle 20"/>
            <p:cNvSpPr>
              <a:spLocks noChangeArrowheads="1"/>
            </p:cNvSpPr>
            <p:nvPr/>
          </p:nvSpPr>
          <p:spPr bwMode="auto">
            <a:xfrm>
              <a:off x="767" y="2505"/>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5390" name="Line 21"/>
            <p:cNvSpPr>
              <a:spLocks noChangeShapeType="1"/>
            </p:cNvSpPr>
            <p:nvPr/>
          </p:nvSpPr>
          <p:spPr bwMode="auto">
            <a:xfrm>
              <a:off x="144" y="2523"/>
              <a:ext cx="1536"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91" name="Line 22"/>
            <p:cNvSpPr>
              <a:spLocks noChangeShapeType="1"/>
            </p:cNvSpPr>
            <p:nvPr/>
          </p:nvSpPr>
          <p:spPr bwMode="auto">
            <a:xfrm flipV="1">
              <a:off x="864" y="1845"/>
              <a:ext cx="0" cy="72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92" name="Line 23"/>
            <p:cNvSpPr>
              <a:spLocks noChangeShapeType="1"/>
            </p:cNvSpPr>
            <p:nvPr/>
          </p:nvSpPr>
          <p:spPr bwMode="auto">
            <a:xfrm flipV="1">
              <a:off x="624" y="2235"/>
              <a:ext cx="0" cy="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15393" name="Line 24"/>
            <p:cNvSpPr>
              <a:spLocks noChangeShapeType="1"/>
            </p:cNvSpPr>
            <p:nvPr/>
          </p:nvSpPr>
          <p:spPr bwMode="auto">
            <a:xfrm>
              <a:off x="624" y="2238"/>
              <a:ext cx="48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15394" name="Line 25"/>
            <p:cNvSpPr>
              <a:spLocks noChangeShapeType="1"/>
            </p:cNvSpPr>
            <p:nvPr/>
          </p:nvSpPr>
          <p:spPr bwMode="auto">
            <a:xfrm>
              <a:off x="1104" y="2235"/>
              <a:ext cx="0" cy="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grpSp>
      <p:grpSp>
        <p:nvGrpSpPr>
          <p:cNvPr id="8" name="Group 26"/>
          <p:cNvGrpSpPr/>
          <p:nvPr/>
        </p:nvGrpSpPr>
        <p:grpSpPr bwMode="auto">
          <a:xfrm>
            <a:off x="4343400" y="3327400"/>
            <a:ext cx="4419600" cy="2124075"/>
            <a:chOff x="2736" y="1776"/>
            <a:chExt cx="2784" cy="1338"/>
          </a:xfrm>
        </p:grpSpPr>
        <p:pic>
          <p:nvPicPr>
            <p:cNvPr id="15383" name="Picture 27" descr="片段"/>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93" y="2064"/>
              <a:ext cx="2699" cy="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363" name="Object 11"/>
            <p:cNvGraphicFramePr>
              <a:graphicFrameLocks noChangeAspect="1"/>
            </p:cNvGraphicFramePr>
            <p:nvPr/>
          </p:nvGraphicFramePr>
          <p:xfrm>
            <a:off x="4080" y="1776"/>
            <a:ext cx="388" cy="282"/>
          </p:xfrm>
          <a:graphic>
            <a:graphicData uri="http://schemas.openxmlformats.org/presentationml/2006/ole">
              <mc:AlternateContent xmlns:mc="http://schemas.openxmlformats.org/markup-compatibility/2006">
                <mc:Choice xmlns:v="urn:schemas-microsoft-com:vml" Requires="v">
                  <p:oleObj spid="_x0000_s16151" name="Equation" r:id="rId20" imgW="279400" imgH="203200" progId="Equation.DSMT4">
                    <p:embed/>
                  </p:oleObj>
                </mc:Choice>
                <mc:Fallback>
                  <p:oleObj name="Equation" r:id="rId20" imgW="279400" imgH="203200" progId="Equation.DSMT4">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080" y="1776"/>
                          <a:ext cx="388"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4" name="Object 12"/>
            <p:cNvGraphicFramePr>
              <a:graphicFrameLocks noChangeAspect="1"/>
            </p:cNvGraphicFramePr>
            <p:nvPr/>
          </p:nvGraphicFramePr>
          <p:xfrm>
            <a:off x="5353" y="2696"/>
            <a:ext cx="150" cy="211"/>
          </p:xfrm>
          <a:graphic>
            <a:graphicData uri="http://schemas.openxmlformats.org/presentationml/2006/ole">
              <mc:AlternateContent xmlns:mc="http://schemas.openxmlformats.org/markup-compatibility/2006">
                <mc:Choice xmlns:v="urn:schemas-microsoft-com:vml" Requires="v">
                  <p:oleObj spid="_x0000_s16152" name="Equation" r:id="rId22" imgW="88900" imgH="152400" progId="Equation.DSMT4">
                    <p:embed/>
                  </p:oleObj>
                </mc:Choice>
                <mc:Fallback>
                  <p:oleObj name="Equation" r:id="rId22" imgW="88900" imgH="152400" progId="Equation.DSMT4">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353" y="2696"/>
                          <a:ext cx="150"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5" name="Object 13"/>
            <p:cNvGraphicFramePr>
              <a:graphicFrameLocks noChangeAspect="1"/>
            </p:cNvGraphicFramePr>
            <p:nvPr/>
          </p:nvGraphicFramePr>
          <p:xfrm>
            <a:off x="3600" y="1994"/>
            <a:ext cx="450" cy="196"/>
          </p:xfrm>
          <a:graphic>
            <a:graphicData uri="http://schemas.openxmlformats.org/presentationml/2006/ole">
              <mc:AlternateContent xmlns:mc="http://schemas.openxmlformats.org/markup-compatibility/2006">
                <mc:Choice xmlns:v="urn:schemas-microsoft-com:vml" Requires="v">
                  <p:oleObj spid="_x0000_s16153" name="Equation" r:id="rId24" imgW="380365" imgH="177800" progId="Equation.DSMT4">
                    <p:embed/>
                  </p:oleObj>
                </mc:Choice>
                <mc:Fallback>
                  <p:oleObj name="Equation" r:id="rId24" imgW="380365" imgH="177800" progId="Equation.DSMT4">
                    <p:embed/>
                    <p:pic>
                      <p:nvPicPr>
                        <p:cNvPr id="0" name="Object 1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600" y="1994"/>
                          <a:ext cx="45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4" name="Text Box 31"/>
            <p:cNvSpPr txBox="1">
              <a:spLocks noChangeArrowheads="1"/>
            </p:cNvSpPr>
            <p:nvPr/>
          </p:nvSpPr>
          <p:spPr bwMode="auto">
            <a:xfrm>
              <a:off x="3952" y="2844"/>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graphicFrame>
          <p:nvGraphicFramePr>
            <p:cNvPr id="15366" name="Object 14"/>
            <p:cNvGraphicFramePr>
              <a:graphicFrameLocks noChangeAspect="1"/>
            </p:cNvGraphicFramePr>
            <p:nvPr/>
          </p:nvGraphicFramePr>
          <p:xfrm>
            <a:off x="4320" y="2352"/>
            <a:ext cx="234" cy="454"/>
          </p:xfrm>
          <a:graphic>
            <a:graphicData uri="http://schemas.openxmlformats.org/presentationml/2006/ole">
              <mc:AlternateContent xmlns:mc="http://schemas.openxmlformats.org/markup-compatibility/2006">
                <mc:Choice xmlns:v="urn:schemas-microsoft-com:vml" Requires="v">
                  <p:oleObj spid="_x0000_s16154" name="Equation" r:id="rId26" imgW="203200" imgH="393700" progId="Equation.DSMT4">
                    <p:embed/>
                  </p:oleObj>
                </mc:Choice>
                <mc:Fallback>
                  <p:oleObj name="Equation" r:id="rId26" imgW="203200" imgH="393700" progId="Equation.DSMT4">
                    <p:embed/>
                    <p:pic>
                      <p:nvPicPr>
                        <p:cNvPr id="0" name="Object 1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320" y="2352"/>
                          <a:ext cx="234"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5" name="Line 33"/>
            <p:cNvSpPr>
              <a:spLocks noChangeShapeType="1"/>
            </p:cNvSpPr>
            <p:nvPr/>
          </p:nvSpPr>
          <p:spPr bwMode="auto">
            <a:xfrm flipV="1">
              <a:off x="4176" y="2658"/>
              <a:ext cx="136" cy="227"/>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86" name="Line 34"/>
            <p:cNvSpPr>
              <a:spLocks noChangeShapeType="1"/>
            </p:cNvSpPr>
            <p:nvPr/>
          </p:nvSpPr>
          <p:spPr bwMode="auto">
            <a:xfrm>
              <a:off x="2736" y="2889"/>
              <a:ext cx="2784"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87" name="Line 35"/>
            <p:cNvSpPr>
              <a:spLocks noChangeShapeType="1"/>
            </p:cNvSpPr>
            <p:nvPr/>
          </p:nvSpPr>
          <p:spPr bwMode="auto">
            <a:xfrm flipV="1">
              <a:off x="4050" y="1833"/>
              <a:ext cx="0" cy="1056"/>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3"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732E293-79B9-4A5C-AF6B-965490E917DC}"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sp>
        <p:nvSpPr>
          <p:cNvPr id="16405" name="Text Box 2"/>
          <p:cNvSpPr txBox="1">
            <a:spLocks noChangeArrowheads="1"/>
          </p:cNvSpPr>
          <p:nvPr/>
        </p:nvSpPr>
        <p:spPr bwMode="auto">
          <a:xfrm>
            <a:off x="1143000" y="1376363"/>
            <a:ext cx="3057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ea typeface="华文楷体" pitchFamily="2" charset="-122"/>
                <a:cs typeface="楷体_GB2312" panose="02010609030101010101" pitchFamily="49" charset="-122"/>
              </a:rPr>
              <a:t>对偶关系可表示如下</a:t>
            </a:r>
            <a:r>
              <a:rPr lang="en-US" altLang="zh-CN" sz="2400">
                <a:latin typeface="Times New Roman" panose="02020603050405020304" pitchFamily="18" charset="0"/>
                <a:ea typeface="华文楷体" pitchFamily="2" charset="-122"/>
                <a:cs typeface="楷体_GB2312" panose="02010609030101010101" pitchFamily="49" charset="-122"/>
              </a:rPr>
              <a:t>:</a:t>
            </a:r>
            <a:endParaRPr lang="en-US" altLang="zh-CN" sz="2400">
              <a:latin typeface="Times New Roman" panose="02020603050405020304" pitchFamily="18" charset="0"/>
              <a:ea typeface="华文楷体" pitchFamily="2" charset="-122"/>
              <a:cs typeface="楷体_GB2312" panose="02010609030101010101" pitchFamily="49" charset="-122"/>
            </a:endParaRPr>
          </a:p>
        </p:txBody>
      </p:sp>
      <p:grpSp>
        <p:nvGrpSpPr>
          <p:cNvPr id="16406" name="Group 3"/>
          <p:cNvGrpSpPr/>
          <p:nvPr/>
        </p:nvGrpSpPr>
        <p:grpSpPr bwMode="auto">
          <a:xfrm>
            <a:off x="1143000" y="2278063"/>
            <a:ext cx="2438400" cy="1635125"/>
            <a:chOff x="720" y="837"/>
            <a:chExt cx="1536" cy="1030"/>
          </a:xfrm>
        </p:grpSpPr>
        <p:graphicFrame>
          <p:nvGraphicFramePr>
            <p:cNvPr id="16399" name="Object 2"/>
            <p:cNvGraphicFramePr>
              <a:graphicFrameLocks noChangeAspect="1"/>
            </p:cNvGraphicFramePr>
            <p:nvPr/>
          </p:nvGraphicFramePr>
          <p:xfrm>
            <a:off x="1509" y="837"/>
            <a:ext cx="372" cy="271"/>
          </p:xfrm>
          <a:graphic>
            <a:graphicData uri="http://schemas.openxmlformats.org/presentationml/2006/ole">
              <mc:AlternateContent xmlns:mc="http://schemas.openxmlformats.org/markup-compatibility/2006">
                <mc:Choice xmlns:v="urn:schemas-microsoft-com:vml" Requires="v">
                  <p:oleObj spid="_x0000_s62479" name="Equation" r:id="rId1" imgW="279400" imgH="203200" progId="Equation.DSMT4">
                    <p:embed/>
                  </p:oleObj>
                </mc:Choice>
                <mc:Fallback>
                  <p:oleObj name="Equation" r:id="rId1" imgW="279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 y="837"/>
                          <a:ext cx="372"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400" name="Object 3"/>
            <p:cNvGraphicFramePr>
              <a:graphicFrameLocks noChangeAspect="1"/>
            </p:cNvGraphicFramePr>
            <p:nvPr/>
          </p:nvGraphicFramePr>
          <p:xfrm>
            <a:off x="2064" y="1344"/>
            <a:ext cx="142" cy="243"/>
          </p:xfrm>
          <a:graphic>
            <a:graphicData uri="http://schemas.openxmlformats.org/presentationml/2006/ole">
              <mc:AlternateContent xmlns:mc="http://schemas.openxmlformats.org/markup-compatibility/2006">
                <mc:Choice xmlns:v="urn:schemas-microsoft-com:vml" Requires="v">
                  <p:oleObj spid="_x0000_s62480" name="Equation" r:id="rId3" imgW="88900" imgH="152400" progId="Equation.DSMT4">
                    <p:embed/>
                  </p:oleObj>
                </mc:Choice>
                <mc:Fallback>
                  <p:oleObj name="Equation" r:id="rId3" imgW="88900" imgH="1524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4" y="1344"/>
                          <a:ext cx="142"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401" name="Object 4"/>
            <p:cNvGraphicFramePr>
              <a:graphicFrameLocks noChangeAspect="1"/>
            </p:cNvGraphicFramePr>
            <p:nvPr/>
          </p:nvGraphicFramePr>
          <p:xfrm>
            <a:off x="1584" y="1584"/>
            <a:ext cx="212" cy="283"/>
          </p:xfrm>
          <a:graphic>
            <a:graphicData uri="http://schemas.openxmlformats.org/presentationml/2006/ole">
              <mc:AlternateContent xmlns:mc="http://schemas.openxmlformats.org/markup-compatibility/2006">
                <mc:Choice xmlns:v="urn:schemas-microsoft-com:vml" Requires="v">
                  <p:oleObj spid="_x0000_s62481" name="Equation" r:id="rId5" imgW="114300" imgH="152400" progId="Equation.DSMT4">
                    <p:embed/>
                  </p:oleObj>
                </mc:Choice>
                <mc:Fallback>
                  <p:oleObj name="Equation" r:id="rId5" imgW="114300" imgH="1524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4" y="1584"/>
                          <a:ext cx="212"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402" name="Object 5"/>
            <p:cNvGraphicFramePr>
              <a:graphicFrameLocks noChangeAspect="1"/>
            </p:cNvGraphicFramePr>
            <p:nvPr/>
          </p:nvGraphicFramePr>
          <p:xfrm>
            <a:off x="1056" y="1584"/>
            <a:ext cx="283" cy="260"/>
          </p:xfrm>
          <a:graphic>
            <a:graphicData uri="http://schemas.openxmlformats.org/presentationml/2006/ole">
              <mc:AlternateContent xmlns:mc="http://schemas.openxmlformats.org/markup-compatibility/2006">
                <mc:Choice xmlns:v="urn:schemas-microsoft-com:vml" Requires="v">
                  <p:oleObj spid="_x0000_s62482" name="Equation" r:id="rId7" imgW="165100" imgH="152400" progId="Equation.DSMT4">
                    <p:embed/>
                  </p:oleObj>
                </mc:Choice>
                <mc:Fallback>
                  <p:oleObj name="Equation" r:id="rId7" imgW="165100" imgH="1524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6" y="1584"/>
                          <a:ext cx="283"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30" name="Text Box 8"/>
            <p:cNvSpPr txBox="1">
              <a:spLocks noChangeArrowheads="1"/>
            </p:cNvSpPr>
            <p:nvPr/>
          </p:nvSpPr>
          <p:spPr bwMode="auto">
            <a:xfrm>
              <a:off x="1248" y="1074"/>
              <a:ext cx="1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1</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6431" name="Rectangle 9"/>
            <p:cNvSpPr>
              <a:spLocks noChangeArrowheads="1"/>
            </p:cNvSpPr>
            <p:nvPr/>
          </p:nvSpPr>
          <p:spPr bwMode="auto">
            <a:xfrm>
              <a:off x="1351" y="1566"/>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6432" name="Line 10"/>
            <p:cNvSpPr>
              <a:spLocks noChangeShapeType="1"/>
            </p:cNvSpPr>
            <p:nvPr/>
          </p:nvSpPr>
          <p:spPr bwMode="auto">
            <a:xfrm>
              <a:off x="720" y="1584"/>
              <a:ext cx="1536"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33" name="Line 11"/>
            <p:cNvSpPr>
              <a:spLocks noChangeShapeType="1"/>
            </p:cNvSpPr>
            <p:nvPr/>
          </p:nvSpPr>
          <p:spPr bwMode="auto">
            <a:xfrm flipV="1">
              <a:off x="1440" y="906"/>
              <a:ext cx="0" cy="72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34" name="Line 12"/>
            <p:cNvSpPr>
              <a:spLocks noChangeShapeType="1"/>
            </p:cNvSpPr>
            <p:nvPr/>
          </p:nvSpPr>
          <p:spPr bwMode="auto">
            <a:xfrm flipV="1">
              <a:off x="1200" y="1296"/>
              <a:ext cx="0" cy="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16435" name="Line 13"/>
            <p:cNvSpPr>
              <a:spLocks noChangeShapeType="1"/>
            </p:cNvSpPr>
            <p:nvPr/>
          </p:nvSpPr>
          <p:spPr bwMode="auto">
            <a:xfrm>
              <a:off x="1200" y="1299"/>
              <a:ext cx="48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16436" name="Line 14"/>
            <p:cNvSpPr>
              <a:spLocks noChangeShapeType="1"/>
            </p:cNvSpPr>
            <p:nvPr/>
          </p:nvSpPr>
          <p:spPr bwMode="auto">
            <a:xfrm>
              <a:off x="1680" y="1296"/>
              <a:ext cx="0" cy="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grpSp>
      <p:grpSp>
        <p:nvGrpSpPr>
          <p:cNvPr id="3" name="Group 15"/>
          <p:cNvGrpSpPr/>
          <p:nvPr/>
        </p:nvGrpSpPr>
        <p:grpSpPr bwMode="auto">
          <a:xfrm>
            <a:off x="5562600" y="4930775"/>
            <a:ext cx="2484438" cy="1570038"/>
            <a:chOff x="144" y="1776"/>
            <a:chExt cx="1565" cy="989"/>
          </a:xfrm>
        </p:grpSpPr>
        <p:graphicFrame>
          <p:nvGraphicFramePr>
            <p:cNvPr id="16395" name="Object 6"/>
            <p:cNvGraphicFramePr>
              <a:graphicFrameLocks noChangeAspect="1"/>
            </p:cNvGraphicFramePr>
            <p:nvPr/>
          </p:nvGraphicFramePr>
          <p:xfrm>
            <a:off x="912" y="1776"/>
            <a:ext cx="590" cy="255"/>
          </p:xfrm>
          <a:graphic>
            <a:graphicData uri="http://schemas.openxmlformats.org/presentationml/2006/ole">
              <mc:AlternateContent xmlns:mc="http://schemas.openxmlformats.org/markup-compatibility/2006">
                <mc:Choice xmlns:v="urn:schemas-microsoft-com:vml" Requires="v">
                  <p:oleObj spid="_x0000_s62483" name="Equation" r:id="rId9" imgW="469900" imgH="203200" progId="Equation.DSMT4">
                    <p:embed/>
                  </p:oleObj>
                </mc:Choice>
                <mc:Fallback>
                  <p:oleObj name="Equation" r:id="rId9" imgW="469900" imgH="203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2" y="1776"/>
                          <a:ext cx="590"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6" name="Object 7"/>
            <p:cNvGraphicFramePr>
              <a:graphicFrameLocks noChangeAspect="1"/>
            </p:cNvGraphicFramePr>
            <p:nvPr/>
          </p:nvGraphicFramePr>
          <p:xfrm>
            <a:off x="1437" y="2352"/>
            <a:ext cx="272" cy="192"/>
          </p:xfrm>
          <a:graphic>
            <a:graphicData uri="http://schemas.openxmlformats.org/presentationml/2006/ole">
              <mc:AlternateContent xmlns:mc="http://schemas.openxmlformats.org/markup-compatibility/2006">
                <mc:Choice xmlns:v="urn:schemas-microsoft-com:vml" Requires="v">
                  <p:oleObj spid="_x0000_s62484" name="Equation" r:id="rId11" imgW="152400" imgH="139700" progId="Equation.DSMT4">
                    <p:embed/>
                  </p:oleObj>
                </mc:Choice>
                <mc:Fallback>
                  <p:oleObj name="Equation" r:id="rId11" imgW="152400" imgH="1397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37" y="2352"/>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7" name="Object 8"/>
            <p:cNvGraphicFramePr>
              <a:graphicFrameLocks noChangeAspect="1"/>
            </p:cNvGraphicFramePr>
            <p:nvPr/>
          </p:nvGraphicFramePr>
          <p:xfrm>
            <a:off x="462" y="2535"/>
            <a:ext cx="273" cy="230"/>
          </p:xfrm>
          <a:graphic>
            <a:graphicData uri="http://schemas.openxmlformats.org/presentationml/2006/ole">
              <mc:AlternateContent xmlns:mc="http://schemas.openxmlformats.org/markup-compatibility/2006">
                <mc:Choice xmlns:v="urn:schemas-microsoft-com:vml" Requires="v">
                  <p:oleObj spid="_x0000_s62485" name="Equation" r:id="rId13" imgW="190500" imgH="127000" progId="Equation.DSMT4">
                    <p:embed/>
                  </p:oleObj>
                </mc:Choice>
                <mc:Fallback>
                  <p:oleObj name="Equation" r:id="rId13" imgW="190500" imgH="1270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2" y="2535"/>
                          <a:ext cx="273"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8" name="Object 9"/>
            <p:cNvGraphicFramePr>
              <a:graphicFrameLocks noChangeAspect="1"/>
            </p:cNvGraphicFramePr>
            <p:nvPr/>
          </p:nvGraphicFramePr>
          <p:xfrm>
            <a:off x="1008" y="2526"/>
            <a:ext cx="240" cy="230"/>
          </p:xfrm>
          <a:graphic>
            <a:graphicData uri="http://schemas.openxmlformats.org/presentationml/2006/ole">
              <mc:AlternateContent xmlns:mc="http://schemas.openxmlformats.org/markup-compatibility/2006">
                <mc:Choice xmlns:v="urn:schemas-microsoft-com:vml" Requires="v">
                  <p:oleObj spid="_x0000_s62486" name="Equation" r:id="rId15" imgW="127000" imgH="127000" progId="Equation.DSMT4">
                    <p:embed/>
                  </p:oleObj>
                </mc:Choice>
                <mc:Fallback>
                  <p:oleObj name="Equation" r:id="rId15" imgW="127000" imgH="1270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08" y="2526"/>
                          <a:ext cx="24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23" name="Text Box 20"/>
            <p:cNvSpPr txBox="1">
              <a:spLocks noChangeArrowheads="1"/>
            </p:cNvSpPr>
            <p:nvPr/>
          </p:nvSpPr>
          <p:spPr bwMode="auto">
            <a:xfrm>
              <a:off x="672" y="2013"/>
              <a:ext cx="1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1</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6424" name="Rectangle 21"/>
            <p:cNvSpPr>
              <a:spLocks noChangeArrowheads="1"/>
            </p:cNvSpPr>
            <p:nvPr/>
          </p:nvSpPr>
          <p:spPr bwMode="auto">
            <a:xfrm>
              <a:off x="767" y="2505"/>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sp>
          <p:nvSpPr>
            <p:cNvPr id="16425" name="Line 22"/>
            <p:cNvSpPr>
              <a:spLocks noChangeShapeType="1"/>
            </p:cNvSpPr>
            <p:nvPr/>
          </p:nvSpPr>
          <p:spPr bwMode="auto">
            <a:xfrm>
              <a:off x="144" y="2523"/>
              <a:ext cx="1536"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26" name="Line 23"/>
            <p:cNvSpPr>
              <a:spLocks noChangeShapeType="1"/>
            </p:cNvSpPr>
            <p:nvPr/>
          </p:nvSpPr>
          <p:spPr bwMode="auto">
            <a:xfrm flipV="1">
              <a:off x="864" y="1845"/>
              <a:ext cx="0" cy="72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27" name="Line 24"/>
            <p:cNvSpPr>
              <a:spLocks noChangeShapeType="1"/>
            </p:cNvSpPr>
            <p:nvPr/>
          </p:nvSpPr>
          <p:spPr bwMode="auto">
            <a:xfrm flipV="1">
              <a:off x="624" y="2235"/>
              <a:ext cx="0" cy="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16428" name="Line 25"/>
            <p:cNvSpPr>
              <a:spLocks noChangeShapeType="1"/>
            </p:cNvSpPr>
            <p:nvPr/>
          </p:nvSpPr>
          <p:spPr bwMode="auto">
            <a:xfrm>
              <a:off x="624" y="2238"/>
              <a:ext cx="48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16429" name="Line 26"/>
            <p:cNvSpPr>
              <a:spLocks noChangeShapeType="1"/>
            </p:cNvSpPr>
            <p:nvPr/>
          </p:nvSpPr>
          <p:spPr bwMode="auto">
            <a:xfrm>
              <a:off x="1104" y="2235"/>
              <a:ext cx="0" cy="288"/>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grpSp>
      <p:grpSp>
        <p:nvGrpSpPr>
          <p:cNvPr id="5" name="Group 27"/>
          <p:cNvGrpSpPr/>
          <p:nvPr/>
        </p:nvGrpSpPr>
        <p:grpSpPr bwMode="auto">
          <a:xfrm>
            <a:off x="4143375" y="1985963"/>
            <a:ext cx="4419600" cy="1804987"/>
            <a:chOff x="2610" y="912"/>
            <a:chExt cx="2784" cy="1137"/>
          </a:xfrm>
        </p:grpSpPr>
        <p:graphicFrame>
          <p:nvGraphicFramePr>
            <p:cNvPr id="16390" name="Object 10"/>
            <p:cNvGraphicFramePr>
              <a:graphicFrameLocks noChangeAspect="1"/>
            </p:cNvGraphicFramePr>
            <p:nvPr/>
          </p:nvGraphicFramePr>
          <p:xfrm>
            <a:off x="2637" y="1128"/>
            <a:ext cx="2688" cy="913"/>
          </p:xfrm>
          <a:graphic>
            <a:graphicData uri="http://schemas.openxmlformats.org/presentationml/2006/ole">
              <mc:AlternateContent xmlns:mc="http://schemas.openxmlformats.org/markup-compatibility/2006">
                <mc:Choice xmlns:v="urn:schemas-microsoft-com:vml" Requires="v">
                  <p:oleObj spid="_x0000_s62487" name="位图图像" r:id="rId17" imgW="2809875" imgH="2057400" progId="Paint.Picture">
                    <p:embed/>
                  </p:oleObj>
                </mc:Choice>
                <mc:Fallback>
                  <p:oleObj name="位图图像" r:id="rId17" imgW="2809875" imgH="2057400" progId="Paint.Picture">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37" y="1128"/>
                          <a:ext cx="2688" cy="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11"/>
            <p:cNvGraphicFramePr>
              <a:graphicFrameLocks noChangeAspect="1"/>
            </p:cNvGraphicFramePr>
            <p:nvPr/>
          </p:nvGraphicFramePr>
          <p:xfrm>
            <a:off x="3941" y="912"/>
            <a:ext cx="560" cy="249"/>
          </p:xfrm>
          <a:graphic>
            <a:graphicData uri="http://schemas.openxmlformats.org/presentationml/2006/ole">
              <mc:AlternateContent xmlns:mc="http://schemas.openxmlformats.org/markup-compatibility/2006">
                <mc:Choice xmlns:v="urn:schemas-microsoft-com:vml" Requires="v">
                  <p:oleObj spid="_x0000_s62488" name="Equation" r:id="rId19" imgW="457200" imgH="203200" progId="Equation.DSMT4">
                    <p:embed/>
                  </p:oleObj>
                </mc:Choice>
                <mc:Fallback>
                  <p:oleObj name="Equation" r:id="rId19" imgW="457200" imgH="203200"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41" y="912"/>
                          <a:ext cx="560"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19" name="Text Box 30"/>
            <p:cNvSpPr txBox="1">
              <a:spLocks noChangeArrowheads="1"/>
            </p:cNvSpPr>
            <p:nvPr/>
          </p:nvSpPr>
          <p:spPr bwMode="auto">
            <a:xfrm>
              <a:off x="3775" y="1797"/>
              <a:ext cx="21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graphicFrame>
          <p:nvGraphicFramePr>
            <p:cNvPr id="16392" name="Object 12"/>
            <p:cNvGraphicFramePr>
              <a:graphicFrameLocks noChangeAspect="1"/>
            </p:cNvGraphicFramePr>
            <p:nvPr/>
          </p:nvGraphicFramePr>
          <p:xfrm>
            <a:off x="5133" y="1632"/>
            <a:ext cx="202" cy="185"/>
          </p:xfrm>
          <a:graphic>
            <a:graphicData uri="http://schemas.openxmlformats.org/presentationml/2006/ole">
              <mc:AlternateContent xmlns:mc="http://schemas.openxmlformats.org/markup-compatibility/2006">
                <mc:Choice xmlns:v="urn:schemas-microsoft-com:vml" Requires="v">
                  <p:oleObj spid="_x0000_s62489" name="Equation" r:id="rId21" imgW="152400" imgH="139700" progId="Equation.DSMT4">
                    <p:embed/>
                  </p:oleObj>
                </mc:Choice>
                <mc:Fallback>
                  <p:oleObj name="Equation" r:id="rId21" imgW="152400" imgH="139700" progId="Equation.DSMT4">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33" y="1632"/>
                          <a:ext cx="202"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3" name="Object 13"/>
            <p:cNvGraphicFramePr>
              <a:graphicFrameLocks noChangeAspect="1"/>
            </p:cNvGraphicFramePr>
            <p:nvPr/>
          </p:nvGraphicFramePr>
          <p:xfrm>
            <a:off x="4173" y="1386"/>
            <a:ext cx="233" cy="428"/>
          </p:xfrm>
          <a:graphic>
            <a:graphicData uri="http://schemas.openxmlformats.org/presentationml/2006/ole">
              <mc:AlternateContent xmlns:mc="http://schemas.openxmlformats.org/markup-compatibility/2006">
                <mc:Choice xmlns:v="urn:schemas-microsoft-com:vml" Requires="v">
                  <p:oleObj spid="_x0000_s62490" name="Equation" r:id="rId23" imgW="190500" imgH="431800" progId="Equation.DSMT4">
                    <p:embed/>
                  </p:oleObj>
                </mc:Choice>
                <mc:Fallback>
                  <p:oleObj name="Equation" r:id="rId23" imgW="190500" imgH="431800" progId="Equation.DSMT4">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73" y="1386"/>
                          <a:ext cx="233" cy="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20" name="Line 33"/>
            <p:cNvSpPr>
              <a:spLocks noChangeShapeType="1"/>
            </p:cNvSpPr>
            <p:nvPr/>
          </p:nvSpPr>
          <p:spPr bwMode="auto">
            <a:xfrm flipV="1">
              <a:off x="4029" y="1632"/>
              <a:ext cx="122" cy="202"/>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6394" name="Object 14"/>
            <p:cNvGraphicFramePr>
              <a:graphicFrameLocks noChangeAspect="1"/>
            </p:cNvGraphicFramePr>
            <p:nvPr/>
          </p:nvGraphicFramePr>
          <p:xfrm>
            <a:off x="3549" y="1056"/>
            <a:ext cx="256" cy="204"/>
          </p:xfrm>
          <a:graphic>
            <a:graphicData uri="http://schemas.openxmlformats.org/presentationml/2006/ole">
              <mc:AlternateContent xmlns:mc="http://schemas.openxmlformats.org/markup-compatibility/2006">
                <mc:Choice xmlns:v="urn:schemas-microsoft-com:vml" Requires="v">
                  <p:oleObj spid="_x0000_s62491" name="Equation" r:id="rId25" imgW="228600" imgH="215900" progId="Equation.DSMT4">
                    <p:embed/>
                  </p:oleObj>
                </mc:Choice>
                <mc:Fallback>
                  <p:oleObj name="Equation" r:id="rId25" imgW="228600" imgH="215900" progId="Equation.DSMT4">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49" y="1056"/>
                          <a:ext cx="256"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1" name="Line 35"/>
            <p:cNvSpPr>
              <a:spLocks noChangeShapeType="1"/>
            </p:cNvSpPr>
            <p:nvPr/>
          </p:nvSpPr>
          <p:spPr bwMode="auto">
            <a:xfrm flipH="1" flipV="1">
              <a:off x="2610" y="1849"/>
              <a:ext cx="2784" cy="0"/>
            </a:xfrm>
            <a:prstGeom prst="line">
              <a:avLst/>
            </a:prstGeom>
            <a:noFill/>
            <a:ln w="19050">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en-US"/>
            </a:p>
          </p:txBody>
        </p:sp>
        <p:sp>
          <p:nvSpPr>
            <p:cNvPr id="16422" name="Line 36"/>
            <p:cNvSpPr>
              <a:spLocks noChangeShapeType="1"/>
            </p:cNvSpPr>
            <p:nvPr/>
          </p:nvSpPr>
          <p:spPr bwMode="auto">
            <a:xfrm flipV="1">
              <a:off x="3877" y="978"/>
              <a:ext cx="0" cy="864"/>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6" name="Group 37"/>
          <p:cNvGrpSpPr/>
          <p:nvPr/>
        </p:nvGrpSpPr>
        <p:grpSpPr bwMode="auto">
          <a:xfrm>
            <a:off x="609600" y="4348163"/>
            <a:ext cx="4419600" cy="2124075"/>
            <a:chOff x="2736" y="1776"/>
            <a:chExt cx="2784" cy="1338"/>
          </a:xfrm>
        </p:grpSpPr>
        <p:pic>
          <p:nvPicPr>
            <p:cNvPr id="16414" name="Picture 38" descr="片段"/>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793" y="2064"/>
              <a:ext cx="2699" cy="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386" name="Object 15"/>
            <p:cNvGraphicFramePr>
              <a:graphicFrameLocks noChangeAspect="1"/>
            </p:cNvGraphicFramePr>
            <p:nvPr/>
          </p:nvGraphicFramePr>
          <p:xfrm>
            <a:off x="4080" y="1776"/>
            <a:ext cx="363" cy="264"/>
          </p:xfrm>
          <a:graphic>
            <a:graphicData uri="http://schemas.openxmlformats.org/presentationml/2006/ole">
              <mc:AlternateContent xmlns:mc="http://schemas.openxmlformats.org/markup-compatibility/2006">
                <mc:Choice xmlns:v="urn:schemas-microsoft-com:vml" Requires="v">
                  <p:oleObj spid="_x0000_s62492" name="Equation" r:id="rId28" imgW="279400" imgH="203200" progId="Equation.DSMT4">
                    <p:embed/>
                  </p:oleObj>
                </mc:Choice>
                <mc:Fallback>
                  <p:oleObj name="Equation" r:id="rId28" imgW="279400" imgH="203200" progId="Equation.DSMT4">
                    <p:embed/>
                    <p:pic>
                      <p:nvPicPr>
                        <p:cNvPr id="0" name="Object 1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080" y="1776"/>
                          <a:ext cx="36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7" name="Object 16"/>
            <p:cNvGraphicFramePr>
              <a:graphicFrameLocks noChangeAspect="1"/>
            </p:cNvGraphicFramePr>
            <p:nvPr/>
          </p:nvGraphicFramePr>
          <p:xfrm>
            <a:off x="5328" y="2688"/>
            <a:ext cx="159" cy="224"/>
          </p:xfrm>
          <a:graphic>
            <a:graphicData uri="http://schemas.openxmlformats.org/presentationml/2006/ole">
              <mc:AlternateContent xmlns:mc="http://schemas.openxmlformats.org/markup-compatibility/2006">
                <mc:Choice xmlns:v="urn:schemas-microsoft-com:vml" Requires="v">
                  <p:oleObj spid="_x0000_s62493" name="Equation" r:id="rId30" imgW="88900" imgH="152400" progId="Equation.DSMT4">
                    <p:embed/>
                  </p:oleObj>
                </mc:Choice>
                <mc:Fallback>
                  <p:oleObj name="Equation" r:id="rId30" imgW="88900" imgH="152400" progId="Equation.DSMT4">
                    <p:embed/>
                    <p:pic>
                      <p:nvPicPr>
                        <p:cNvPr id="0" name="Object 1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328" y="2688"/>
                          <a:ext cx="159"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8" name="Object 17"/>
            <p:cNvGraphicFramePr>
              <a:graphicFrameLocks noChangeAspect="1"/>
            </p:cNvGraphicFramePr>
            <p:nvPr/>
          </p:nvGraphicFramePr>
          <p:xfrm>
            <a:off x="3526" y="1995"/>
            <a:ext cx="450" cy="195"/>
          </p:xfrm>
          <a:graphic>
            <a:graphicData uri="http://schemas.openxmlformats.org/presentationml/2006/ole">
              <mc:AlternateContent xmlns:mc="http://schemas.openxmlformats.org/markup-compatibility/2006">
                <mc:Choice xmlns:v="urn:schemas-microsoft-com:vml" Requires="v">
                  <p:oleObj spid="_x0000_s62494" name="Equation" r:id="rId32" imgW="380365" imgH="177800" progId="Equation.DSMT4">
                    <p:embed/>
                  </p:oleObj>
                </mc:Choice>
                <mc:Fallback>
                  <p:oleObj name="Equation" r:id="rId32" imgW="380365" imgH="177800" progId="Equation.DSMT4">
                    <p:embed/>
                    <p:pic>
                      <p:nvPicPr>
                        <p:cNvPr id="0" name="Object 17"/>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526" y="1995"/>
                          <a:ext cx="450" cy="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15" name="Text Box 42"/>
            <p:cNvSpPr txBox="1">
              <a:spLocks noChangeArrowheads="1"/>
            </p:cNvSpPr>
            <p:nvPr/>
          </p:nvSpPr>
          <p:spPr bwMode="auto">
            <a:xfrm>
              <a:off x="3952" y="2844"/>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rPr>
                <a:t>0</a:t>
              </a:r>
              <a:endParaRPr lang="en-US" altLang="zh-CN" sz="2000">
                <a:solidFill>
                  <a:srgbClr val="000000"/>
                </a:solidFill>
                <a:latin typeface="Times New Roman" panose="02020603050405020304" pitchFamily="18" charset="0"/>
                <a:ea typeface="华文楷体" pitchFamily="2" charset="-122"/>
                <a:cs typeface="楷体_GB2312" panose="02010609030101010101" pitchFamily="49" charset="-122"/>
              </a:endParaRPr>
            </a:p>
          </p:txBody>
        </p:sp>
        <p:graphicFrame>
          <p:nvGraphicFramePr>
            <p:cNvPr id="16389" name="Object 18"/>
            <p:cNvGraphicFramePr>
              <a:graphicFrameLocks noChangeAspect="1"/>
            </p:cNvGraphicFramePr>
            <p:nvPr/>
          </p:nvGraphicFramePr>
          <p:xfrm>
            <a:off x="4320" y="2352"/>
            <a:ext cx="234" cy="454"/>
          </p:xfrm>
          <a:graphic>
            <a:graphicData uri="http://schemas.openxmlformats.org/presentationml/2006/ole">
              <mc:AlternateContent xmlns:mc="http://schemas.openxmlformats.org/markup-compatibility/2006">
                <mc:Choice xmlns:v="urn:schemas-microsoft-com:vml" Requires="v">
                  <p:oleObj spid="_x0000_s62495" name="Equation" r:id="rId34" imgW="203200" imgH="393700" progId="Equation.DSMT4">
                    <p:embed/>
                  </p:oleObj>
                </mc:Choice>
                <mc:Fallback>
                  <p:oleObj name="Equation" r:id="rId34" imgW="203200" imgH="393700" progId="Equation.DSMT4">
                    <p:embed/>
                    <p:pic>
                      <p:nvPicPr>
                        <p:cNvPr id="0" name="Object 18"/>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320" y="2352"/>
                          <a:ext cx="234"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16" name="Line 44"/>
            <p:cNvSpPr>
              <a:spLocks noChangeShapeType="1"/>
            </p:cNvSpPr>
            <p:nvPr/>
          </p:nvSpPr>
          <p:spPr bwMode="auto">
            <a:xfrm flipV="1">
              <a:off x="4176" y="2658"/>
              <a:ext cx="136" cy="227"/>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17" name="Line 45"/>
            <p:cNvSpPr>
              <a:spLocks noChangeShapeType="1"/>
            </p:cNvSpPr>
            <p:nvPr/>
          </p:nvSpPr>
          <p:spPr bwMode="auto">
            <a:xfrm>
              <a:off x="2736" y="2889"/>
              <a:ext cx="2784"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18" name="Line 46"/>
            <p:cNvSpPr>
              <a:spLocks noChangeShapeType="1"/>
            </p:cNvSpPr>
            <p:nvPr/>
          </p:nvSpPr>
          <p:spPr bwMode="auto">
            <a:xfrm flipV="1">
              <a:off x="4050" y="1833"/>
              <a:ext cx="0" cy="1056"/>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50" name="Line 47"/>
          <p:cNvSpPr>
            <a:spLocks noChangeShapeType="1"/>
          </p:cNvSpPr>
          <p:nvPr/>
        </p:nvSpPr>
        <p:spPr bwMode="auto">
          <a:xfrm>
            <a:off x="3779838" y="2743200"/>
            <a:ext cx="1152525"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 name="AutoShape 48"/>
          <p:cNvSpPr>
            <a:spLocks noChangeArrowheads="1"/>
          </p:cNvSpPr>
          <p:nvPr/>
        </p:nvSpPr>
        <p:spPr bwMode="auto">
          <a:xfrm rot="3001758">
            <a:off x="4279900" y="3432176"/>
            <a:ext cx="384175" cy="2305050"/>
          </a:xfrm>
          <a:prstGeom prst="upDownArrow">
            <a:avLst>
              <a:gd name="adj1" fmla="val 50000"/>
              <a:gd name="adj2" fmla="val 120000"/>
            </a:avLst>
          </a:prstGeom>
          <a:solidFill>
            <a:srgbClr val="3366CC"/>
          </a:solidFill>
          <a:ln w="12700">
            <a:solidFill>
              <a:schemeClr val="tx1"/>
            </a:solidFill>
            <a:miter lim="800000"/>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楷体" pitchFamily="2" charset="-122"/>
            </a:endParaRPr>
          </a:p>
        </p:txBody>
      </p:sp>
      <p:sp>
        <p:nvSpPr>
          <p:cNvPr id="52" name="Line 49"/>
          <p:cNvSpPr>
            <a:spLocks noChangeShapeType="1"/>
          </p:cNvSpPr>
          <p:nvPr/>
        </p:nvSpPr>
        <p:spPr bwMode="auto">
          <a:xfrm>
            <a:off x="4500563" y="5407025"/>
            <a:ext cx="1366837"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 name="AutoShape 50"/>
          <p:cNvSpPr>
            <a:spLocks noChangeArrowheads="1"/>
          </p:cNvSpPr>
          <p:nvPr/>
        </p:nvSpPr>
        <p:spPr bwMode="auto">
          <a:xfrm rot="-3457369">
            <a:off x="4348957" y="3228181"/>
            <a:ext cx="412750" cy="2598737"/>
          </a:xfrm>
          <a:prstGeom prst="upDownArrow">
            <a:avLst>
              <a:gd name="adj1" fmla="val 50000"/>
              <a:gd name="adj2" fmla="val 125923"/>
            </a:avLst>
          </a:prstGeom>
          <a:solidFill>
            <a:srgbClr val="FF0000"/>
          </a:solidFill>
          <a:ln w="12700">
            <a:solidFill>
              <a:srgbClr val="FF0000"/>
            </a:solidFill>
            <a:miter lim="800000"/>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楷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ppt_x</p:attrName>
                                        </p:attrNameLst>
                                      </p:cBhvr>
                                      <p:tavLst>
                                        <p:tav tm="0">
                                          <p:val>
                                            <p:strVal val="#ppt_x-#ppt_w/2"/>
                                          </p:val>
                                        </p:tav>
                                        <p:tav tm="100000">
                                          <p:val>
                                            <p:strVal val="#ppt_x"/>
                                          </p:val>
                                        </p:tav>
                                      </p:tavLst>
                                    </p:anim>
                                    <p:anim calcmode="lin" valueType="num">
                                      <p:cBhvr>
                                        <p:cTn id="8" dur="500" fill="hold"/>
                                        <p:tgtEl>
                                          <p:spTgt spid="50"/>
                                        </p:tgtEl>
                                        <p:attrNameLst>
                                          <p:attrName>ppt_y</p:attrName>
                                        </p:attrNameLst>
                                      </p:cBhvr>
                                      <p:tavLst>
                                        <p:tav tm="0">
                                          <p:val>
                                            <p:strVal val="#ppt_y"/>
                                          </p:val>
                                        </p:tav>
                                        <p:tav tm="100000">
                                          <p:val>
                                            <p:strVal val="#ppt_y"/>
                                          </p:val>
                                        </p:tav>
                                      </p:tavLst>
                                    </p:anim>
                                    <p:anim calcmode="lin" valueType="num">
                                      <p:cBhvr>
                                        <p:cTn id="9" dur="500" fill="hold"/>
                                        <p:tgtEl>
                                          <p:spTgt spid="50"/>
                                        </p:tgtEl>
                                        <p:attrNameLst>
                                          <p:attrName>ppt_w</p:attrName>
                                        </p:attrNameLst>
                                      </p:cBhvr>
                                      <p:tavLst>
                                        <p:tav tm="0">
                                          <p:val>
                                            <p:fltVal val="0"/>
                                          </p:val>
                                        </p:tav>
                                        <p:tav tm="100000">
                                          <p:val>
                                            <p:strVal val="#ppt_w"/>
                                          </p:val>
                                        </p:tav>
                                      </p:tavLst>
                                    </p:anim>
                                    <p:anim calcmode="lin" valueType="num">
                                      <p:cBhvr>
                                        <p:cTn id="10" dur="500" fill="hold"/>
                                        <p:tgtEl>
                                          <p:spTgt spid="50"/>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2" fill="hold" grpId="0" nodeType="clickEffect">
                                  <p:stCondLst>
                                    <p:cond delay="0"/>
                                  </p:stCondLst>
                                  <p:childTnLst>
                                    <p:set>
                                      <p:cBhvr>
                                        <p:cTn id="19" dur="1" fill="hold">
                                          <p:stCondLst>
                                            <p:cond delay="0"/>
                                          </p:stCondLst>
                                        </p:cTn>
                                        <p:tgtEl>
                                          <p:spTgt spid="51"/>
                                        </p:tgtEl>
                                        <p:attrNameLst>
                                          <p:attrName>style.visibility</p:attrName>
                                        </p:attrNameLst>
                                      </p:cBhvr>
                                      <p:to>
                                        <p:strVal val="visible"/>
                                      </p:to>
                                    </p:set>
                                    <p:anim calcmode="lin" valueType="num">
                                      <p:cBhvr>
                                        <p:cTn id="20" dur="500" fill="hold"/>
                                        <p:tgtEl>
                                          <p:spTgt spid="51"/>
                                        </p:tgtEl>
                                        <p:attrNameLst>
                                          <p:attrName>ppt_x</p:attrName>
                                        </p:attrNameLst>
                                      </p:cBhvr>
                                      <p:tavLst>
                                        <p:tav tm="0">
                                          <p:val>
                                            <p:strVal val="#ppt_x+#ppt_w/2"/>
                                          </p:val>
                                        </p:tav>
                                        <p:tav tm="100000">
                                          <p:val>
                                            <p:strVal val="#ppt_x"/>
                                          </p:val>
                                        </p:tav>
                                      </p:tavLst>
                                    </p:anim>
                                    <p:anim calcmode="lin" valueType="num">
                                      <p:cBhvr>
                                        <p:cTn id="21" dur="500" fill="hold"/>
                                        <p:tgtEl>
                                          <p:spTgt spid="51"/>
                                        </p:tgtEl>
                                        <p:attrNameLst>
                                          <p:attrName>ppt_y</p:attrName>
                                        </p:attrNameLst>
                                      </p:cBhvr>
                                      <p:tavLst>
                                        <p:tav tm="0">
                                          <p:val>
                                            <p:strVal val="#ppt_y"/>
                                          </p:val>
                                        </p:tav>
                                        <p:tav tm="100000">
                                          <p:val>
                                            <p:strVal val="#ppt_y"/>
                                          </p:val>
                                        </p:tav>
                                      </p:tavLst>
                                    </p:anim>
                                    <p:anim calcmode="lin" valueType="num">
                                      <p:cBhvr>
                                        <p:cTn id="22" dur="500" fill="hold"/>
                                        <p:tgtEl>
                                          <p:spTgt spid="51"/>
                                        </p:tgtEl>
                                        <p:attrNameLst>
                                          <p:attrName>ppt_w</p:attrName>
                                        </p:attrNameLst>
                                      </p:cBhvr>
                                      <p:tavLst>
                                        <p:tav tm="0">
                                          <p:val>
                                            <p:fltVal val="0"/>
                                          </p:val>
                                        </p:tav>
                                        <p:tav tm="100000">
                                          <p:val>
                                            <p:strVal val="#ppt_w"/>
                                          </p:val>
                                        </p:tav>
                                      </p:tavLst>
                                    </p:anim>
                                    <p:anim calcmode="lin" valueType="num">
                                      <p:cBhvr>
                                        <p:cTn id="23" dur="500" fill="hold"/>
                                        <p:tgtEl>
                                          <p:spTgt spid="51"/>
                                        </p:tgtEl>
                                        <p:attrNameLst>
                                          <p:attrName>ppt_h</p:attrName>
                                        </p:attrNameLst>
                                      </p:cBhvr>
                                      <p:tavLst>
                                        <p:tav tm="0">
                                          <p:val>
                                            <p:strVal val="#ppt_h"/>
                                          </p:val>
                                        </p:tav>
                                        <p:tav tm="100000">
                                          <p:val>
                                            <p:strVal val="#ppt_h"/>
                                          </p:val>
                                        </p:tav>
                                      </p:tavLst>
                                    </p:anim>
                                  </p:childTnLst>
                                </p:cTn>
                              </p:par>
                            </p:childTnLst>
                          </p:cTn>
                        </p:par>
                        <p:par>
                          <p:cTn id="24" fill="hold">
                            <p:stCondLst>
                              <p:cond delay="500"/>
                            </p:stCondLst>
                            <p:childTnLst>
                              <p:par>
                                <p:cTn id="25" presetID="17" presetClass="entr" presetSubtype="10"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7" presetClass="entr" presetSubtype="8" fill="hold" nodeType="clickEffect">
                                  <p:stCondLst>
                                    <p:cond delay="0"/>
                                  </p:stCondLst>
                                  <p:childTnLst>
                                    <p:set>
                                      <p:cBhvr>
                                        <p:cTn id="32" dur="1" fill="hold">
                                          <p:stCondLst>
                                            <p:cond delay="0"/>
                                          </p:stCondLst>
                                        </p:cTn>
                                        <p:tgtEl>
                                          <p:spTgt spid="52"/>
                                        </p:tgtEl>
                                        <p:attrNameLst>
                                          <p:attrName>style.visibility</p:attrName>
                                        </p:attrNameLst>
                                      </p:cBhvr>
                                      <p:to>
                                        <p:strVal val="visible"/>
                                      </p:to>
                                    </p:set>
                                    <p:anim calcmode="lin" valueType="num">
                                      <p:cBhvr>
                                        <p:cTn id="33" dur="500" fill="hold"/>
                                        <p:tgtEl>
                                          <p:spTgt spid="52"/>
                                        </p:tgtEl>
                                        <p:attrNameLst>
                                          <p:attrName>ppt_x</p:attrName>
                                        </p:attrNameLst>
                                      </p:cBhvr>
                                      <p:tavLst>
                                        <p:tav tm="0">
                                          <p:val>
                                            <p:strVal val="#ppt_x-#ppt_w/2"/>
                                          </p:val>
                                        </p:tav>
                                        <p:tav tm="100000">
                                          <p:val>
                                            <p:strVal val="#ppt_x"/>
                                          </p:val>
                                        </p:tav>
                                      </p:tavLst>
                                    </p:anim>
                                    <p:anim calcmode="lin" valueType="num">
                                      <p:cBhvr>
                                        <p:cTn id="34" dur="500" fill="hold"/>
                                        <p:tgtEl>
                                          <p:spTgt spid="52"/>
                                        </p:tgtEl>
                                        <p:attrNameLst>
                                          <p:attrName>ppt_y</p:attrName>
                                        </p:attrNameLst>
                                      </p:cBhvr>
                                      <p:tavLst>
                                        <p:tav tm="0">
                                          <p:val>
                                            <p:strVal val="#ppt_y"/>
                                          </p:val>
                                        </p:tav>
                                        <p:tav tm="100000">
                                          <p:val>
                                            <p:strVal val="#ppt_y"/>
                                          </p:val>
                                        </p:tav>
                                      </p:tavLst>
                                    </p:anim>
                                    <p:anim calcmode="lin" valueType="num">
                                      <p:cBhvr>
                                        <p:cTn id="35" dur="500" fill="hold"/>
                                        <p:tgtEl>
                                          <p:spTgt spid="52"/>
                                        </p:tgtEl>
                                        <p:attrNameLst>
                                          <p:attrName>ppt_w</p:attrName>
                                        </p:attrNameLst>
                                      </p:cBhvr>
                                      <p:tavLst>
                                        <p:tav tm="0">
                                          <p:val>
                                            <p:fltVal val="0"/>
                                          </p:val>
                                        </p:tav>
                                        <p:tav tm="100000">
                                          <p:val>
                                            <p:strVal val="#ppt_w"/>
                                          </p:val>
                                        </p:tav>
                                      </p:tavLst>
                                    </p:anim>
                                    <p:anim calcmode="lin" valueType="num">
                                      <p:cBhvr>
                                        <p:cTn id="36" dur="500" fill="hold"/>
                                        <p:tgtEl>
                                          <p:spTgt spid="52"/>
                                        </p:tgtEl>
                                        <p:attrNameLst>
                                          <p:attrName>ppt_h</p:attrName>
                                        </p:attrNameLst>
                                      </p:cBhvr>
                                      <p:tavLst>
                                        <p:tav tm="0">
                                          <p:val>
                                            <p:strVal val="#ppt_h"/>
                                          </p:val>
                                        </p:tav>
                                        <p:tav tm="100000">
                                          <p:val>
                                            <p:strVal val="#ppt_h"/>
                                          </p:val>
                                        </p:tav>
                                      </p:tavLst>
                                    </p:anim>
                                  </p:childTnLst>
                                </p:cTn>
                              </p:par>
                            </p:childTnLst>
                          </p:cTn>
                        </p:par>
                        <p:par>
                          <p:cTn id="37" fill="hold">
                            <p:stCondLst>
                              <p:cond delay="500"/>
                            </p:stCondLst>
                            <p:childTnLst>
                              <p:par>
                                <p:cTn id="38" presetID="17" presetClass="entr" presetSubtype="10" fill="hold" nodeType="afterEffect">
                                  <p:stCondLst>
                                    <p:cond delay="0"/>
                                  </p:stCondLst>
                                  <p:childTnLst>
                                    <p:set>
                                      <p:cBhvr>
                                        <p:cTn id="39" dur="1" fill="hold">
                                          <p:stCondLst>
                                            <p:cond delay="0"/>
                                          </p:stCondLst>
                                        </p:cTn>
                                        <p:tgtEl>
                                          <p:spTgt spid="3"/>
                                        </p:tgtEl>
                                        <p:attrNameLst>
                                          <p:attrName>style.visibility</p:attrName>
                                        </p:attrNameLst>
                                      </p:cBhvr>
                                      <p:to>
                                        <p:strVal val="visible"/>
                                      </p:to>
                                    </p:set>
                                    <p:anim calcmode="lin" valueType="num">
                                      <p:cBhvr>
                                        <p:cTn id="40" dur="500" fill="hold"/>
                                        <p:tgtEl>
                                          <p:spTgt spid="3"/>
                                        </p:tgtEl>
                                        <p:attrNameLst>
                                          <p:attrName>ppt_w</p:attrName>
                                        </p:attrNameLst>
                                      </p:cBhvr>
                                      <p:tavLst>
                                        <p:tav tm="0">
                                          <p:val>
                                            <p:fltVal val="0"/>
                                          </p:val>
                                        </p:tav>
                                        <p:tav tm="100000">
                                          <p:val>
                                            <p:strVal val="#ppt_w"/>
                                          </p:val>
                                        </p:tav>
                                      </p:tavLst>
                                    </p:anim>
                                    <p:anim calcmode="lin" valueType="num">
                                      <p:cBhvr>
                                        <p:cTn id="41"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7" presetClass="entr" presetSubtype="2" fill="hold" grpId="0" nodeType="clickEffect">
                                  <p:stCondLst>
                                    <p:cond delay="0"/>
                                  </p:stCondLst>
                                  <p:childTnLst>
                                    <p:set>
                                      <p:cBhvr>
                                        <p:cTn id="45" dur="1" fill="hold">
                                          <p:stCondLst>
                                            <p:cond delay="0"/>
                                          </p:stCondLst>
                                        </p:cTn>
                                        <p:tgtEl>
                                          <p:spTgt spid="53"/>
                                        </p:tgtEl>
                                        <p:attrNameLst>
                                          <p:attrName>style.visibility</p:attrName>
                                        </p:attrNameLst>
                                      </p:cBhvr>
                                      <p:to>
                                        <p:strVal val="visible"/>
                                      </p:to>
                                    </p:set>
                                    <p:anim calcmode="lin" valueType="num">
                                      <p:cBhvr>
                                        <p:cTn id="46" dur="500" fill="hold"/>
                                        <p:tgtEl>
                                          <p:spTgt spid="53"/>
                                        </p:tgtEl>
                                        <p:attrNameLst>
                                          <p:attrName>ppt_x</p:attrName>
                                        </p:attrNameLst>
                                      </p:cBhvr>
                                      <p:tavLst>
                                        <p:tav tm="0">
                                          <p:val>
                                            <p:strVal val="#ppt_x+#ppt_w/2"/>
                                          </p:val>
                                        </p:tav>
                                        <p:tav tm="100000">
                                          <p:val>
                                            <p:strVal val="#ppt_x"/>
                                          </p:val>
                                        </p:tav>
                                      </p:tavLst>
                                    </p:anim>
                                    <p:anim calcmode="lin" valueType="num">
                                      <p:cBhvr>
                                        <p:cTn id="47" dur="500" fill="hold"/>
                                        <p:tgtEl>
                                          <p:spTgt spid="53"/>
                                        </p:tgtEl>
                                        <p:attrNameLst>
                                          <p:attrName>ppt_y</p:attrName>
                                        </p:attrNameLst>
                                      </p:cBhvr>
                                      <p:tavLst>
                                        <p:tav tm="0">
                                          <p:val>
                                            <p:strVal val="#ppt_y"/>
                                          </p:val>
                                        </p:tav>
                                        <p:tav tm="100000">
                                          <p:val>
                                            <p:strVal val="#ppt_y"/>
                                          </p:val>
                                        </p:tav>
                                      </p:tavLst>
                                    </p:anim>
                                    <p:anim calcmode="lin" valueType="num">
                                      <p:cBhvr>
                                        <p:cTn id="48" dur="500" fill="hold"/>
                                        <p:tgtEl>
                                          <p:spTgt spid="53"/>
                                        </p:tgtEl>
                                        <p:attrNameLst>
                                          <p:attrName>ppt_w</p:attrName>
                                        </p:attrNameLst>
                                      </p:cBhvr>
                                      <p:tavLst>
                                        <p:tav tm="0">
                                          <p:val>
                                            <p:fltVal val="0"/>
                                          </p:val>
                                        </p:tav>
                                        <p:tav tm="100000">
                                          <p:val>
                                            <p:strVal val="#ppt_w"/>
                                          </p:val>
                                        </p:tav>
                                      </p:tavLst>
                                    </p:anim>
                                    <p:anim calcmode="lin" valueType="num">
                                      <p:cBhvr>
                                        <p:cTn id="49" dur="500" fill="hold"/>
                                        <p:tgtEl>
                                          <p:spTgt spid="5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9" name="标题 1"/>
          <p:cNvSpPr>
            <a:spLocks noGrp="1"/>
          </p:cNvSpPr>
          <p:nvPr>
            <p:ph type="title"/>
          </p:nvPr>
        </p:nvSpPr>
        <p:spPr/>
        <p:txBody>
          <a:bodyPr/>
          <a:lstStyle/>
          <a:p>
            <a:r>
              <a:rPr lang="en-US" altLang="zh-CN" sz="3200" dirty="0"/>
              <a:t>4.1 </a:t>
            </a:r>
            <a:r>
              <a:rPr lang="zh-CN" altLang="en-US" sz="3200" dirty="0"/>
              <a:t>非周期信号的表示：连续时间傅里叶变换</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6114609-EAE4-44DA-889C-721801F0DC3D}"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2" name="Group 6"/>
          <p:cNvGrpSpPr/>
          <p:nvPr/>
        </p:nvGrpSpPr>
        <p:grpSpPr bwMode="auto">
          <a:xfrm>
            <a:off x="685800" y="2928938"/>
            <a:ext cx="5540375" cy="552450"/>
            <a:chOff x="432" y="2592"/>
            <a:chExt cx="3490" cy="348"/>
          </a:xfrm>
        </p:grpSpPr>
        <p:sp>
          <p:nvSpPr>
            <p:cNvPr id="17427" name="Rectangle 7"/>
            <p:cNvSpPr>
              <a:spLocks noChangeArrowheads="1"/>
            </p:cNvSpPr>
            <p:nvPr/>
          </p:nvSpPr>
          <p:spPr bwMode="auto">
            <a:xfrm>
              <a:off x="432" y="2592"/>
              <a:ext cx="198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solidFill>
                    <a:srgbClr val="000099"/>
                  </a:solidFill>
                  <a:latin typeface="Times New Roman" panose="02020603050405020304" pitchFamily="18" charset="0"/>
                  <a:ea typeface="华文楷体" pitchFamily="2" charset="-122"/>
                  <a:cs typeface="楷体_GB2312" panose="02010609030101010101" pitchFamily="49" charset="-122"/>
                </a:rPr>
                <a:t>6.  </a:t>
              </a:r>
              <a:r>
                <a:rPr lang="zh-CN" altLang="en-US" sz="2800">
                  <a:solidFill>
                    <a:srgbClr val="000099"/>
                  </a:solidFill>
                  <a:latin typeface="Times New Roman" panose="02020603050405020304" pitchFamily="18" charset="0"/>
                  <a:ea typeface="华文楷体" pitchFamily="2" charset="-122"/>
                  <a:cs typeface="楷体_GB2312" panose="02010609030101010101" pitchFamily="49" charset="-122"/>
                </a:rPr>
                <a:t>若                则有</a:t>
              </a:r>
              <a:endParaRPr lang="zh-CN" altLang="en-US" sz="2800">
                <a:solidFill>
                  <a:srgbClr val="000099"/>
                </a:solidFill>
                <a:latin typeface="Times New Roman" panose="02020603050405020304" pitchFamily="18" charset="0"/>
                <a:ea typeface="华文楷体" pitchFamily="2" charset="-122"/>
                <a:cs typeface="楷体_GB2312" panose="02010609030101010101" pitchFamily="49" charset="-122"/>
              </a:endParaRPr>
            </a:p>
          </p:txBody>
        </p:sp>
        <p:graphicFrame>
          <p:nvGraphicFramePr>
            <p:cNvPr id="17417" name="Object 4"/>
            <p:cNvGraphicFramePr>
              <a:graphicFrameLocks noChangeAspect="1"/>
            </p:cNvGraphicFramePr>
            <p:nvPr/>
          </p:nvGraphicFramePr>
          <p:xfrm>
            <a:off x="1056" y="2617"/>
            <a:ext cx="768" cy="323"/>
          </p:xfrm>
          <a:graphic>
            <a:graphicData uri="http://schemas.openxmlformats.org/presentationml/2006/ole">
              <mc:AlternateContent xmlns:mc="http://schemas.openxmlformats.org/markup-compatibility/2006">
                <mc:Choice xmlns:v="urn:schemas-microsoft-com:vml" Requires="v">
                  <p:oleObj spid="_x0000_s17959" name="Equation" r:id="rId1" imgW="482600" imgH="203200" progId="Equation.DSMT4">
                    <p:embed/>
                  </p:oleObj>
                </mc:Choice>
                <mc:Fallback>
                  <p:oleObj name="Equation" r:id="rId1" imgW="482600" imgH="2032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 y="2617"/>
                          <a:ext cx="76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8" name="Object 5"/>
            <p:cNvGraphicFramePr>
              <a:graphicFrameLocks noChangeAspect="1"/>
            </p:cNvGraphicFramePr>
            <p:nvPr/>
          </p:nvGraphicFramePr>
          <p:xfrm>
            <a:off x="2364" y="2640"/>
            <a:ext cx="1558" cy="297"/>
          </p:xfrm>
          <a:graphic>
            <a:graphicData uri="http://schemas.openxmlformats.org/presentationml/2006/ole">
              <mc:AlternateContent xmlns:mc="http://schemas.openxmlformats.org/markup-compatibility/2006">
                <mc:Choice xmlns:v="urn:schemas-microsoft-com:vml" Requires="v">
                  <p:oleObj spid="_x0000_s17960" name="Equation" r:id="rId3" imgW="1066165" imgH="203200" progId="Equation.DSMT4">
                    <p:embed/>
                  </p:oleObj>
                </mc:Choice>
                <mc:Fallback>
                  <p:oleObj name="Equation" r:id="rId3" imgW="1066165" imgH="2032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4" y="2640"/>
                          <a:ext cx="1558" cy="297"/>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10"/>
          <p:cNvGrpSpPr/>
          <p:nvPr/>
        </p:nvGrpSpPr>
        <p:grpSpPr bwMode="auto">
          <a:xfrm>
            <a:off x="1143000" y="3632200"/>
            <a:ext cx="4967288" cy="871538"/>
            <a:chOff x="720" y="3035"/>
            <a:chExt cx="3129" cy="549"/>
          </a:xfrm>
        </p:grpSpPr>
        <p:sp>
          <p:nvSpPr>
            <p:cNvPr id="17426" name="Text Box 11"/>
            <p:cNvSpPr txBox="1">
              <a:spLocks noChangeArrowheads="1"/>
            </p:cNvSpPr>
            <p:nvPr/>
          </p:nvSpPr>
          <p:spPr bwMode="auto">
            <a:xfrm>
              <a:off x="720" y="3141"/>
              <a:ext cx="6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因为</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17416" name="Object 6"/>
            <p:cNvGraphicFramePr>
              <a:graphicFrameLocks noChangeAspect="1"/>
            </p:cNvGraphicFramePr>
            <p:nvPr/>
          </p:nvGraphicFramePr>
          <p:xfrm>
            <a:off x="1574" y="3035"/>
            <a:ext cx="2275" cy="549"/>
          </p:xfrm>
          <a:graphic>
            <a:graphicData uri="http://schemas.openxmlformats.org/presentationml/2006/ole">
              <mc:AlternateContent xmlns:mc="http://schemas.openxmlformats.org/markup-compatibility/2006">
                <mc:Choice xmlns:v="urn:schemas-microsoft-com:vml" Requires="v">
                  <p:oleObj spid="_x0000_s17961" name="Equation" r:id="rId5" imgW="36271200" imgH="9448800" progId="Equation.DSMT4">
                    <p:embed/>
                  </p:oleObj>
                </mc:Choice>
                <mc:Fallback>
                  <p:oleObj name="Equation" r:id="rId5" imgW="36271200" imgH="9448800" progId="Equation.DSMT4">
                    <p:embed/>
                    <p:pic>
                      <p:nvPicPr>
                        <p:cNvPr id="0" name="Object 6"/>
                        <p:cNvPicPr>
                          <a:picLocks noChangeAspect="1" noChangeArrowheads="1"/>
                        </p:cNvPicPr>
                        <p:nvPr/>
                      </p:nvPicPr>
                      <p:blipFill>
                        <a:blip r:embed="rId6"/>
                        <a:srcRect/>
                        <a:stretch>
                          <a:fillRect/>
                        </a:stretch>
                      </p:blipFill>
                      <p:spPr bwMode="auto">
                        <a:xfrm>
                          <a:off x="1574" y="3035"/>
                          <a:ext cx="2275" cy="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7" name="Text Box 14"/>
          <p:cNvSpPr txBox="1">
            <a:spLocks noChangeArrowheads="1"/>
          </p:cNvSpPr>
          <p:nvPr/>
        </p:nvSpPr>
        <p:spPr bwMode="auto">
          <a:xfrm>
            <a:off x="1143000" y="4643438"/>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所以</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pSp>
        <p:nvGrpSpPr>
          <p:cNvPr id="17424" name="组合 20"/>
          <p:cNvGrpSpPr/>
          <p:nvPr/>
        </p:nvGrpSpPr>
        <p:grpSpPr bwMode="auto">
          <a:xfrm>
            <a:off x="642938" y="1323975"/>
            <a:ext cx="7715250" cy="1387475"/>
            <a:chOff x="642964" y="1323966"/>
            <a:chExt cx="7715250" cy="1387702"/>
          </a:xfrm>
        </p:grpSpPr>
        <p:sp>
          <p:nvSpPr>
            <p:cNvPr id="17425" name="Text Box 3"/>
            <p:cNvSpPr txBox="1">
              <a:spLocks noChangeArrowheads="1"/>
            </p:cNvSpPr>
            <p:nvPr/>
          </p:nvSpPr>
          <p:spPr bwMode="auto">
            <a:xfrm>
              <a:off x="642964" y="1323966"/>
              <a:ext cx="7715250" cy="1320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dirty="0">
                  <a:latin typeface="Times New Roman" panose="02020603050405020304" pitchFamily="18" charset="0"/>
                  <a:ea typeface="华文楷体" pitchFamily="2" charset="-122"/>
                  <a:cs typeface="楷体_GB2312" panose="02010609030101010101" pitchFamily="49" charset="-122"/>
                </a:rPr>
                <a:t>如果              ，则        将趋于一个冲激，反之，如果              ，则            将趋于一个冲激。</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aphicFrame>
          <p:nvGraphicFramePr>
            <p:cNvPr id="17412" name="Object 2"/>
            <p:cNvGraphicFramePr>
              <a:graphicFrameLocks noChangeAspect="1"/>
            </p:cNvGraphicFramePr>
            <p:nvPr/>
          </p:nvGraphicFramePr>
          <p:xfrm>
            <a:off x="1566849" y="1526300"/>
            <a:ext cx="1147763" cy="446087"/>
          </p:xfrm>
          <a:graphic>
            <a:graphicData uri="http://schemas.openxmlformats.org/presentationml/2006/ole">
              <mc:AlternateContent xmlns:mc="http://schemas.openxmlformats.org/markup-compatibility/2006">
                <mc:Choice xmlns:v="urn:schemas-microsoft-com:vml" Requires="v">
                  <p:oleObj spid="_x0000_s17962" name="Equation" r:id="rId7" imgW="508000" imgH="177800" progId="Equation.DSMT4">
                    <p:embed/>
                  </p:oleObj>
                </mc:Choice>
                <mc:Fallback>
                  <p:oleObj name="Equation" r:id="rId7" imgW="508000" imgH="177800"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6849" y="1526300"/>
                          <a:ext cx="1147763" cy="44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3" name="Object 3"/>
            <p:cNvGraphicFramePr>
              <a:graphicFrameLocks noChangeAspect="1"/>
            </p:cNvGraphicFramePr>
            <p:nvPr/>
          </p:nvGraphicFramePr>
          <p:xfrm>
            <a:off x="3487367" y="1500174"/>
            <a:ext cx="579438" cy="508000"/>
          </p:xfrm>
          <a:graphic>
            <a:graphicData uri="http://schemas.openxmlformats.org/presentationml/2006/ole">
              <mc:AlternateContent xmlns:mc="http://schemas.openxmlformats.org/markup-compatibility/2006">
                <mc:Choice xmlns:v="urn:schemas-microsoft-com:vml" Requires="v">
                  <p:oleObj spid="_x0000_s17963" name="Equation" r:id="rId9" imgW="279400" imgH="203200" progId="Equation.DSMT4">
                    <p:embed/>
                  </p:oleObj>
                </mc:Choice>
                <mc:Fallback>
                  <p:oleObj name="Equation" r:id="rId9" imgW="279400" imgH="203200"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87367" y="1500174"/>
                          <a:ext cx="579438"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4" name="Object 8"/>
            <p:cNvGraphicFramePr>
              <a:graphicFrameLocks noChangeAspect="1"/>
            </p:cNvGraphicFramePr>
            <p:nvPr/>
          </p:nvGraphicFramePr>
          <p:xfrm>
            <a:off x="1577727" y="2136993"/>
            <a:ext cx="1090612" cy="574675"/>
          </p:xfrm>
          <a:graphic>
            <a:graphicData uri="http://schemas.openxmlformats.org/presentationml/2006/ole">
              <mc:AlternateContent xmlns:mc="http://schemas.openxmlformats.org/markup-compatibility/2006">
                <mc:Choice xmlns:v="urn:schemas-microsoft-com:vml" Requires="v">
                  <p:oleObj spid="_x0000_s17964" name="Equation" r:id="rId11" imgW="482600" imgH="228600" progId="Equation.DSMT4">
                    <p:embed/>
                  </p:oleObj>
                </mc:Choice>
                <mc:Fallback>
                  <p:oleObj name="Equation" r:id="rId11" imgW="482600" imgH="2286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77727" y="2136993"/>
                          <a:ext cx="1090612"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5" name="Object 9"/>
            <p:cNvGraphicFramePr>
              <a:graphicFrameLocks noChangeAspect="1"/>
            </p:cNvGraphicFramePr>
            <p:nvPr/>
          </p:nvGraphicFramePr>
          <p:xfrm>
            <a:off x="3448178" y="2149239"/>
            <a:ext cx="949325" cy="508000"/>
          </p:xfrm>
          <a:graphic>
            <a:graphicData uri="http://schemas.openxmlformats.org/presentationml/2006/ole">
              <mc:AlternateContent xmlns:mc="http://schemas.openxmlformats.org/markup-compatibility/2006">
                <mc:Choice xmlns:v="urn:schemas-microsoft-com:vml" Requires="v">
                  <p:oleObj spid="_x0000_s17965" name="Equation" r:id="rId13" imgW="457200" imgH="203200" progId="Equation.DSMT4">
                    <p:embed/>
                  </p:oleObj>
                </mc:Choice>
                <mc:Fallback>
                  <p:oleObj name="Equation" r:id="rId13" imgW="457200" imgH="203200"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48178" y="2149239"/>
                          <a:ext cx="94932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2" name="Object 10"/>
          <p:cNvGraphicFramePr>
            <a:graphicFrameLocks noChangeAspect="1"/>
          </p:cNvGraphicFramePr>
          <p:nvPr/>
        </p:nvGraphicFramePr>
        <p:xfrm>
          <a:off x="3143250" y="4857750"/>
          <a:ext cx="1890713" cy="615950"/>
        </p:xfrm>
        <a:graphic>
          <a:graphicData uri="http://schemas.openxmlformats.org/presentationml/2006/ole">
            <mc:AlternateContent xmlns:mc="http://schemas.openxmlformats.org/markup-compatibility/2006">
              <mc:Choice xmlns:v="urn:schemas-microsoft-com:vml" Requires="v">
                <p:oleObj spid="_x0000_s17966" name="Equation" r:id="rId15" imgW="749300" imgH="228600" progId="Equation.DSMT4">
                  <p:embed/>
                </p:oleObj>
              </mc:Choice>
              <mc:Fallback>
                <p:oleObj name="Equation" r:id="rId15" imgW="749300" imgH="2286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43250" y="4857750"/>
                        <a:ext cx="1890713"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6027" name="Object 11"/>
          <p:cNvGraphicFramePr>
            <a:graphicFrameLocks noChangeAspect="1"/>
          </p:cNvGraphicFramePr>
          <p:nvPr/>
        </p:nvGraphicFramePr>
        <p:xfrm>
          <a:off x="3654425" y="5572125"/>
          <a:ext cx="2435225" cy="615950"/>
        </p:xfrm>
        <a:graphic>
          <a:graphicData uri="http://schemas.openxmlformats.org/presentationml/2006/ole">
            <mc:AlternateContent xmlns:mc="http://schemas.openxmlformats.org/markup-compatibility/2006">
              <mc:Choice xmlns:v="urn:schemas-microsoft-com:vml" Requires="v">
                <p:oleObj spid="_x0000_s17967" name="Equation" r:id="rId17" imgW="965200" imgH="228600" progId="Equation.DSMT4">
                  <p:embed/>
                </p:oleObj>
              </mc:Choice>
              <mc:Fallback>
                <p:oleObj name="Equation" r:id="rId17" imgW="965200" imgH="228600" progId="Equation.DSMT4">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54425" y="5572125"/>
                        <a:ext cx="2435225"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par>
                                <p:cTn id="18" presetID="3" presetClass="entr" presetSubtype="1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blinds(horizontal)">
                                      <p:cBhvr>
                                        <p:cTn id="20" dur="500"/>
                                        <p:tgtEl>
                                          <p:spTgt spid="22"/>
                                        </p:tgtEl>
                                      </p:cBhvr>
                                    </p:animEffect>
                                  </p:childTnLst>
                                </p:cTn>
                              </p:par>
                              <p:par>
                                <p:cTn id="21" presetID="3" presetClass="entr" presetSubtype="10" fill="hold" nodeType="withEffect">
                                  <p:stCondLst>
                                    <p:cond delay="0"/>
                                  </p:stCondLst>
                                  <p:childTnLst>
                                    <p:set>
                                      <p:cBhvr>
                                        <p:cTn id="22" dur="1" fill="hold">
                                          <p:stCondLst>
                                            <p:cond delay="0"/>
                                          </p:stCondLst>
                                        </p:cTn>
                                        <p:tgtEl>
                                          <p:spTgt spid="86027"/>
                                        </p:tgtEl>
                                        <p:attrNameLst>
                                          <p:attrName>style.visibility</p:attrName>
                                        </p:attrNameLst>
                                      </p:cBhvr>
                                      <p:to>
                                        <p:strVal val="visible"/>
                                      </p:to>
                                    </p:set>
                                    <p:animEffect transition="in" filter="blinds(horizontal)">
                                      <p:cBhvr>
                                        <p:cTn id="23" dur="500"/>
                                        <p:tgtEl>
                                          <p:spTgt spid="86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101" name="Object 5"/>
              <p:cNvSpPr txBox="1"/>
              <p:nvPr/>
            </p:nvSpPr>
            <p:spPr bwMode="auto">
              <a:xfrm>
                <a:off x="432172" y="4045208"/>
                <a:ext cx="8443964" cy="2590196"/>
              </a:xfrm>
              <a:prstGeom prst="rect">
                <a:avLst/>
              </a:prstGeom>
              <a:noFill/>
              <a:ln>
                <a:noFill/>
              </a:ln>
              <a:effectLst/>
            </p:spPr>
            <p:txBody>
              <a:bodyPr wrap="square">
                <a:spAutoFit/>
              </a:bodyPr>
              <a:lstStyle/>
              <a:p>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d>
                        <m:dPr>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𝑡</m:t>
                          </m:r>
                        </m:e>
                      </m:d>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𝑋</m:t>
                          </m:r>
                          <m:d>
                            <m:dPr>
                              <m:ctrlPr>
                                <a:rPr lang="en-US" sz="2400" i="1">
                                  <a:solidFill>
                                    <a:srgbClr val="000000"/>
                                  </a:solidFill>
                                  <a:latin typeface="Cambria Math" panose="02040503050406030204" pitchFamily="18" charset="0"/>
                                </a:rPr>
                              </m:ctrlPr>
                            </m:dPr>
                            <m:e>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e>
                          </m:d>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𝑡</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en>
                      </m:f>
                      <m:nary>
                        <m:naryPr>
                          <m:ctrlPr>
                            <a:rPr lang="en-US" sz="2400" i="1">
                              <a:solidFill>
                                <a:srgbClr val="000000"/>
                              </a:solidFill>
                              <a:latin typeface="Cambria Math" panose="02040503050406030204" pitchFamily="18" charset="0"/>
                            </a:rPr>
                          </m:ctrlPr>
                        </m:naryPr>
                        <m:sub>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1</m:t>
                          </m:r>
                        </m:sup>
                        <m:e>
                          <m:r>
                            <a:rPr lang="en-US" sz="2400" i="1">
                              <a:solidFill>
                                <a:srgbClr val="000000"/>
                              </a:solidFill>
                              <a:latin typeface="Cambria Math" panose="02040503050406030204" pitchFamily="18" charset="0"/>
                            </a:rPr>
                            <m:t>𝜔</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𝑡</m:t>
                              </m:r>
                            </m:sup>
                          </m:sSup>
                          <m:r>
                            <m:rPr>
                              <m:sty m:val="p"/>
                            </m:rPr>
                            <a:rPr lang="en-US" sz="240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e>
                      </m:nary>
                      <m:r>
                        <a:rPr lang="en-US" sz="2400" b="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𝑡</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1</m:t>
                          </m:r>
                        </m:sup>
                        <m:e>
                          <m:r>
                            <a:rPr lang="en-US" sz="2400" i="1">
                              <a:solidFill>
                                <a:srgbClr val="000000"/>
                              </a:solidFill>
                              <a:latin typeface="Cambria Math" panose="02040503050406030204" pitchFamily="18" charset="0"/>
                            </a:rPr>
                            <m:t>𝜔</m:t>
                          </m:r>
                          <m:r>
                            <m:rPr>
                              <m:sty m:val="p"/>
                            </m:rPr>
                            <a:rPr lang="en-US" sz="2400">
                              <a:solidFill>
                                <a:srgbClr val="000000"/>
                              </a:solidFill>
                              <a:latin typeface="Cambria Math" panose="02040503050406030204" pitchFamily="18" charset="0"/>
                            </a:rPr>
                            <m:t>d</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𝑡</m:t>
                              </m:r>
                            </m:sup>
                          </m:sSup>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𝑡</m:t>
                          </m:r>
                        </m:den>
                      </m:f>
                      <m:d>
                        <m:dPr>
                          <m:ctrlPr>
                            <a:rPr lang="en-US" sz="2400" i="1" smtClean="0">
                              <a:solidFill>
                                <a:srgbClr val="000000"/>
                              </a:solidFill>
                              <a:latin typeface="Cambria Math" panose="02040503050406030204" pitchFamily="18" charset="0"/>
                            </a:rPr>
                          </m:ctrlPr>
                        </m:dPr>
                        <m:e>
                          <m:sSubSup>
                            <m:sSubSupPr>
                              <m:ctrlPr>
                                <a:rPr lang="en-US" sz="2400" i="1" smtClean="0">
                                  <a:solidFill>
                                    <a:srgbClr val="000000"/>
                                  </a:solidFill>
                                  <a:latin typeface="Cambria Math" panose="02040503050406030204" pitchFamily="18" charset="0"/>
                                </a:rPr>
                              </m:ctrlPr>
                            </m:sSubSupPr>
                            <m:e>
                              <m:d>
                                <m:dPr>
                                  <m:begChr m:val=""/>
                                  <m:endChr m:val="|"/>
                                  <m:ctrlPr>
                                    <a:rPr lang="en-US" sz="2400"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𝜔</m:t>
                                  </m:r>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𝑡</m:t>
                                      </m:r>
                                    </m:sup>
                                  </m:sSup>
                                </m:e>
                              </m:d>
                            </m:e>
                            <m:sub>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1</m:t>
                              </m:r>
                            </m:sub>
                            <m:sup>
                              <m:r>
                                <a:rPr lang="en-US" sz="2400" b="0" i="1" smtClean="0">
                                  <a:solidFill>
                                    <a:srgbClr val="000000"/>
                                  </a:solidFill>
                                  <a:latin typeface="Cambria Math" panose="02040503050406030204" pitchFamily="18" charset="0"/>
                                </a:rPr>
                                <m:t>1</m:t>
                              </m:r>
                            </m:sup>
                          </m:sSubSup>
                          <m:r>
                            <a:rPr lang="en-US" sz="2400" b="0" i="1" smtClean="0">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1</m:t>
                              </m:r>
                            </m:sup>
                            <m:e>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𝑡</m:t>
                                  </m:r>
                                </m:sup>
                              </m:sSup>
                              <m:r>
                                <m:rPr>
                                  <m:sty m:val="p"/>
                                </m:rPr>
                                <a:rPr lang="en-US" sz="240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e>
                          </m:nary>
                        </m:e>
                      </m:d>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𝑡</m:t>
                          </m:r>
                        </m:den>
                      </m:f>
                      <m:d>
                        <m:dPr>
                          <m:ctrlPr>
                            <a:rPr lang="en-US" sz="2400" i="1">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2</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𝑡</m:t>
                              </m:r>
                            </m:e>
                          </m:func>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𝑡</m:t>
                              </m:r>
                            </m:den>
                          </m:f>
                          <m:sSubSup>
                            <m:sSubSupPr>
                              <m:ctrlPr>
                                <a:rPr lang="en-US" sz="2400" i="1">
                                  <a:solidFill>
                                    <a:srgbClr val="000000"/>
                                  </a:solidFill>
                                  <a:latin typeface="Cambria Math" panose="02040503050406030204" pitchFamily="18" charset="0"/>
                                </a:rPr>
                              </m:ctrlPr>
                            </m:sSubSupPr>
                            <m:e>
                              <m:d>
                                <m:dPr>
                                  <m:begChr m:val=""/>
                                  <m:endChr m:val="|"/>
                                  <m:ctrlPr>
                                    <a:rPr lang="en-US" sz="2400" i="1">
                                      <a:solidFill>
                                        <a:srgbClr val="000000"/>
                                      </a:solidFill>
                                      <a:latin typeface="Cambria Math" panose="02040503050406030204" pitchFamily="18" charset="0"/>
                                    </a:rPr>
                                  </m:ctrlPr>
                                </m:dPr>
                                <m:e>
                                  <m:sSup>
                                    <m:sSupPr>
                                      <m:ctrlPr>
                                        <a:rPr lang="en-US" sz="2400" i="1">
                                          <a:solidFill>
                                            <a:srgbClr val="000000"/>
                                          </a:solidFill>
                                          <a:latin typeface="Cambria Math" panose="02040503050406030204" pitchFamily="18" charset="0"/>
                                        </a:rPr>
                                      </m:ctrlPr>
                                    </m:sSupPr>
                                    <m:e>
                                      <m:r>
                                        <m:rPr>
                                          <m:sty m:val="p"/>
                                        </m:rPr>
                                        <a:rPr lang="en-US" sz="2400">
                                          <a:solidFill>
                                            <a:srgbClr val="000000"/>
                                          </a:solidFill>
                                          <a:latin typeface="Cambria Math" panose="02040503050406030204" pitchFamily="18" charset="0"/>
                                        </a:rPr>
                                        <m:t>e</m:t>
                                      </m:r>
                                    </m:e>
                                    <m:sup>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𝑡</m:t>
                                      </m:r>
                                    </m:sup>
                                  </m:sSup>
                                </m:e>
                              </m:d>
                            </m:e>
                            <m: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1</m:t>
                              </m:r>
                            </m:sup>
                          </m:sSubSup>
                        </m:e>
                      </m:d>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𝑡</m:t>
                          </m:r>
                        </m:den>
                      </m:f>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2</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𝑡</m:t>
                              </m:r>
                            </m:e>
                          </m:func>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sin</m:t>
                                  </m:r>
                                </m:fName>
                                <m:e>
                                  <m:r>
                                    <a:rPr lang="en-US" sz="2400" i="1">
                                      <a:solidFill>
                                        <a:srgbClr val="000000"/>
                                      </a:solidFill>
                                      <a:latin typeface="Cambria Math" panose="02040503050406030204" pitchFamily="18" charset="0"/>
                                    </a:rPr>
                                    <m:t>𝑡</m:t>
                                  </m:r>
                                </m:e>
                              </m:func>
                            </m:num>
                            <m:den>
                              <m:r>
                                <a:rPr lang="en-US" sz="2400" i="1">
                                  <a:solidFill>
                                    <a:srgbClr val="000000"/>
                                  </a:solidFill>
                                  <a:latin typeface="Cambria Math" panose="02040503050406030204" pitchFamily="18" charset="0"/>
                                </a:rPr>
                                <m:t>𝑡</m:t>
                              </m:r>
                            </m:den>
                          </m:f>
                        </m:e>
                      </m:d>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𝜋</m:t>
                          </m:r>
                          <m:r>
                            <m:rPr>
                              <m:sty m:val="p"/>
                            </m:rPr>
                            <a:rPr lang="en-US" sz="240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𝑡</m:t>
                          </m:r>
                        </m:den>
                      </m:f>
                      <m:d>
                        <m:dPr>
                          <m:ctrlPr>
                            <a:rPr lang="en-US" sz="2400" i="1">
                              <a:solidFill>
                                <a:srgbClr val="000000"/>
                              </a:solidFill>
                              <a:latin typeface="Cambria Math" panose="02040503050406030204" pitchFamily="18" charset="0"/>
                            </a:rPr>
                          </m:ctrlPr>
                        </m:dPr>
                        <m:e>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𝑡</m:t>
                              </m:r>
                            </m:e>
                          </m:func>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sin</m:t>
                                  </m:r>
                                </m:fName>
                                <m:e>
                                  <m:r>
                                    <a:rPr lang="en-US" sz="2400" i="1">
                                      <a:solidFill>
                                        <a:srgbClr val="000000"/>
                                      </a:solidFill>
                                      <a:latin typeface="Cambria Math" panose="02040503050406030204" pitchFamily="18" charset="0"/>
                                    </a:rPr>
                                    <m:t>𝑡</m:t>
                                  </m:r>
                                </m:e>
                              </m:func>
                            </m:num>
                            <m:den>
                              <m:r>
                                <a:rPr lang="en-US" sz="2400" i="1">
                                  <a:solidFill>
                                    <a:srgbClr val="000000"/>
                                  </a:solidFill>
                                  <a:latin typeface="Cambria Math" panose="02040503050406030204" pitchFamily="18" charset="0"/>
                                </a:rPr>
                                <m:t>𝑡</m:t>
                              </m:r>
                            </m:den>
                          </m:f>
                        </m:e>
                      </m:d>
                    </m:oMath>
                  </m:oMathPara>
                </a14:m>
                <a:endParaRPr lang="en-US" sz="2400" dirty="0"/>
              </a:p>
            </p:txBody>
          </p:sp>
        </mc:Choice>
        <mc:Fallback>
          <p:sp>
            <p:nvSpPr>
              <p:cNvPr id="4101" name="Object 5"/>
              <p:cNvSpPr txBox="1">
                <a:spLocks noRot="1" noChangeAspect="1" noMove="1" noResize="1" noEditPoints="1" noAdjustHandles="1" noChangeArrowheads="1" noChangeShapeType="1" noTextEdit="1"/>
              </p:cNvSpPr>
              <p:nvPr/>
            </p:nvSpPr>
            <p:spPr bwMode="auto">
              <a:xfrm>
                <a:off x="432172" y="4045208"/>
                <a:ext cx="8443964" cy="2590196"/>
              </a:xfrm>
              <a:prstGeom prst="rect">
                <a:avLst/>
              </a:prstGeom>
              <a:blipFill rotWithShape="1">
                <a:blip r:embed="rId1"/>
                <a:stretch>
                  <a:fillRect l="-4" t="-10" r="1" b="-2327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432172" y="1264335"/>
                <a:ext cx="7920880" cy="461665"/>
              </a:xfrm>
              <a:prstGeom prst="rect">
                <a:avLst/>
              </a:prstGeom>
              <a:noFill/>
            </p:spPr>
            <p:txBody>
              <a:bodyPr wrap="square">
                <a:spAutoFit/>
              </a:bodyPr>
              <a:lstStyle/>
              <a:p>
                <a:r>
                  <a:rPr lang="en-US" sz="2400" dirty="0">
                    <a:solidFill>
                      <a:srgbClr val="0000FF"/>
                    </a:solidFill>
                    <a:latin typeface="Cambria Math" panose="02040503050406030204" pitchFamily="18" charset="0"/>
                    <a:ea typeface="楷体" panose="02010609060101010101" pitchFamily="49" charset="-122"/>
                  </a:rPr>
                  <a:t>例</a:t>
                </a:r>
                <a:r>
                  <a:rPr lang="en-US" sz="2400" dirty="0">
                    <a:latin typeface="Cambria Math" panose="02040503050406030204" pitchFamily="18" charset="0"/>
                    <a:ea typeface="楷体" panose="02010609060101010101" pitchFamily="49" charset="-122"/>
                  </a:rPr>
                  <a:t>：连续时间信号</a:t>
                </a:r>
                <a14:m>
                  <m:oMath xmlns:m="http://schemas.openxmlformats.org/officeDocument/2006/math">
                    <m:r>
                      <a:rPr lang="en-US" sz="2400" i="1" dirty="0" smtClean="0">
                        <a:latin typeface="Cambria Math" panose="02040503050406030204" pitchFamily="18" charset="0"/>
                        <a:ea typeface="楷体" panose="02010609060101010101" pitchFamily="49" charset="-122"/>
                      </a:rPr>
                      <m:t>𝑥</m:t>
                    </m:r>
                    <m:r>
                      <a:rPr lang="en-US" sz="2400" i="1" dirty="0" smtClean="0">
                        <a:latin typeface="Cambria Math" panose="02040503050406030204" pitchFamily="18" charset="0"/>
                        <a:ea typeface="楷体" panose="02010609060101010101" pitchFamily="49" charset="-122"/>
                      </a:rPr>
                      <m:t>(</m:t>
                    </m:r>
                    <m:r>
                      <a:rPr lang="en-US" sz="2400" i="1" dirty="0" smtClean="0">
                        <a:latin typeface="Cambria Math" panose="02040503050406030204" pitchFamily="18" charset="0"/>
                        <a:ea typeface="楷体" panose="02010609060101010101" pitchFamily="49" charset="-122"/>
                      </a:rPr>
                      <m:t>𝑡</m:t>
                    </m:r>
                    <m:r>
                      <a:rPr lang="en-US" sz="2400" i="1" dirty="0" smtClean="0">
                        <a:latin typeface="Cambria Math" panose="02040503050406030204" pitchFamily="18" charset="0"/>
                        <a:ea typeface="楷体" panose="02010609060101010101" pitchFamily="49" charset="-122"/>
                      </a:rPr>
                      <m:t>)</m:t>
                    </m:r>
                  </m:oMath>
                </a14:m>
                <a:r>
                  <a:rPr lang="en-US" sz="2400" dirty="0">
                    <a:latin typeface="Cambria Math" panose="02040503050406030204" pitchFamily="18" charset="0"/>
                    <a:ea typeface="楷体" panose="02010609060101010101" pitchFamily="49" charset="-122"/>
                  </a:rPr>
                  <a:t>的频谱</a:t>
                </a:r>
                <a14:m>
                  <m:oMath xmlns:m="http://schemas.openxmlformats.org/officeDocument/2006/math">
                    <m:r>
                      <a:rPr lang="en-US" sz="2400" i="1" dirty="0" smtClean="0">
                        <a:latin typeface="Cambria Math" panose="02040503050406030204" pitchFamily="18" charset="0"/>
                        <a:ea typeface="楷体" panose="02010609060101010101" pitchFamily="49" charset="-122"/>
                      </a:rPr>
                      <m:t>𝑋</m:t>
                    </m:r>
                    <m:r>
                      <a:rPr lang="en-US" sz="2400" i="1" dirty="0" smtClean="0">
                        <a:latin typeface="Cambria Math" panose="02040503050406030204" pitchFamily="18" charset="0"/>
                        <a:ea typeface="楷体" panose="02010609060101010101" pitchFamily="49" charset="-122"/>
                      </a:rPr>
                      <m:t>(</m:t>
                    </m:r>
                    <m:r>
                      <m:rPr>
                        <m:sty m:val="p"/>
                      </m:rPr>
                      <a:rPr lang="en-US" sz="2400" i="0" dirty="0" smtClean="0">
                        <a:latin typeface="Cambria Math" panose="02040503050406030204" pitchFamily="18" charset="0"/>
                        <a:ea typeface="楷体" panose="02010609060101010101" pitchFamily="49" charset="-122"/>
                      </a:rPr>
                      <m:t>j</m:t>
                    </m:r>
                    <m:r>
                      <a:rPr lang="en-US" sz="2400" i="1">
                        <a:solidFill>
                          <a:srgbClr val="000000"/>
                        </a:solidFill>
                        <a:latin typeface="Cambria Math" panose="02040503050406030204" pitchFamily="18" charset="0"/>
                      </a:rPr>
                      <m:t>𝜔</m:t>
                    </m:r>
                    <m:r>
                      <a:rPr lang="en-US" sz="2400" i="1" dirty="0" smtClean="0">
                        <a:latin typeface="Cambria Math" panose="02040503050406030204" pitchFamily="18" charset="0"/>
                        <a:ea typeface="楷体" panose="02010609060101010101" pitchFamily="49" charset="-122"/>
                      </a:rPr>
                      <m:t>)</m:t>
                    </m:r>
                  </m:oMath>
                </a14:m>
                <a:r>
                  <a:rPr lang="en-US" sz="2400" dirty="0">
                    <a:latin typeface="Cambria Math" panose="02040503050406030204" pitchFamily="18" charset="0"/>
                    <a:ea typeface="楷体" panose="02010609060101010101" pitchFamily="49" charset="-122"/>
                  </a:rPr>
                  <a:t>如下图，试确定</a:t>
                </a:r>
                <a14:m>
                  <m:oMath xmlns:m="http://schemas.openxmlformats.org/officeDocument/2006/math">
                    <m:r>
                      <a:rPr lang="en-US" sz="2400" i="1" dirty="0" smtClean="0">
                        <a:latin typeface="Cambria Math" panose="02040503050406030204" pitchFamily="18" charset="0"/>
                        <a:ea typeface="楷体" panose="02010609060101010101" pitchFamily="49" charset="-122"/>
                      </a:rPr>
                      <m:t>𝑥</m:t>
                    </m:r>
                    <m:r>
                      <a:rPr lang="en-US" sz="2400" i="1" dirty="0" smtClean="0">
                        <a:latin typeface="Cambria Math" panose="02040503050406030204" pitchFamily="18" charset="0"/>
                        <a:ea typeface="楷体" panose="02010609060101010101" pitchFamily="49" charset="-122"/>
                      </a:rPr>
                      <m:t>(</m:t>
                    </m:r>
                    <m:r>
                      <a:rPr lang="en-US" sz="2400" i="1" dirty="0" smtClean="0">
                        <a:latin typeface="Cambria Math" panose="02040503050406030204" pitchFamily="18" charset="0"/>
                        <a:ea typeface="楷体" panose="02010609060101010101" pitchFamily="49" charset="-122"/>
                      </a:rPr>
                      <m:t>𝑡</m:t>
                    </m:r>
                    <m:r>
                      <a:rPr lang="en-US" sz="2400" i="1" dirty="0" smtClean="0">
                        <a:latin typeface="Cambria Math" panose="02040503050406030204" pitchFamily="18" charset="0"/>
                        <a:ea typeface="楷体" panose="02010609060101010101" pitchFamily="49" charset="-122"/>
                      </a:rPr>
                      <m:t>)</m:t>
                    </m:r>
                  </m:oMath>
                </a14:m>
                <a:r>
                  <a:rPr lang="en-US" sz="2400" dirty="0">
                    <a:latin typeface="Cambria Math" panose="02040503050406030204" pitchFamily="18" charset="0"/>
                    <a:ea typeface="楷体" panose="02010609060101010101" pitchFamily="49" charset="-122"/>
                  </a:rPr>
                  <a:t>。</a:t>
                </a:r>
                <a:endParaRPr lang="en-US" sz="2400" dirty="0">
                  <a:latin typeface="Cambria Math" panose="02040503050406030204" pitchFamily="18" charset="0"/>
                  <a:ea typeface="楷体" panose="02010609060101010101" pitchFamily="49"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432172" y="1264335"/>
                <a:ext cx="7920880" cy="461665"/>
              </a:xfrm>
              <a:prstGeom prst="rect">
                <a:avLst/>
              </a:prstGeom>
              <a:blipFill rotWithShape="1">
                <a:blip r:embed="rId2"/>
                <a:stretch>
                  <a:fillRect l="-5" t="-11" r="3" b="15"/>
                </a:stretch>
              </a:blipFill>
            </p:spPr>
            <p:txBody>
              <a:bodyPr/>
              <a:lstStyle/>
              <a:p>
                <a:r>
                  <a:rPr lang="zh-CN" altLang="en-US">
                    <a:noFill/>
                  </a:rPr>
                  <a:t> </a:t>
                </a:r>
              </a:p>
            </p:txBody>
          </p:sp>
        </mc:Fallback>
      </mc:AlternateContent>
      <p:sp>
        <p:nvSpPr>
          <p:cNvPr id="22" name="标题 1"/>
          <p:cNvSpPr>
            <a:spLocks noGrp="1"/>
          </p:cNvSpPr>
          <p:nvPr>
            <p:ph type="title"/>
          </p:nvPr>
        </p:nvSpPr>
        <p:spPr>
          <a:xfrm>
            <a:off x="457200" y="274638"/>
            <a:ext cx="8229600" cy="725487"/>
          </a:xfrm>
        </p:spPr>
        <p:txBody>
          <a:bodyPr/>
          <a:lstStyle/>
          <a:p>
            <a:r>
              <a:rPr lang="en-US" altLang="zh-CN" sz="3200" dirty="0"/>
              <a:t>4.1 </a:t>
            </a:r>
            <a:r>
              <a:rPr lang="zh-CN" altLang="en-US" sz="3200" dirty="0"/>
              <a:t>非周期信号的表示：连续时间傅里叶变换</a:t>
            </a:r>
            <a:endParaRPr lang="zh-CN" altLang="en-US" dirty="0"/>
          </a:p>
        </p:txBody>
      </p:sp>
      <p:grpSp>
        <p:nvGrpSpPr>
          <p:cNvPr id="2049" name="组合 2048"/>
          <p:cNvGrpSpPr/>
          <p:nvPr/>
        </p:nvGrpSpPr>
        <p:grpSpPr>
          <a:xfrm>
            <a:off x="3264037" y="1807290"/>
            <a:ext cx="2615926" cy="1909742"/>
            <a:chOff x="3080012" y="2362209"/>
            <a:chExt cx="2615926" cy="1909742"/>
          </a:xfrm>
        </p:grpSpPr>
        <mc:AlternateContent xmlns:mc="http://schemas.openxmlformats.org/markup-compatibility/2006">
          <mc:Choice xmlns:a14="http://schemas.microsoft.com/office/drawing/2010/main" Requires="a14">
            <p:sp>
              <p:nvSpPr>
                <p:cNvPr id="24" name="Object 2"/>
                <p:cNvSpPr txBox="1"/>
                <p:nvPr/>
              </p:nvSpPr>
              <p:spPr bwMode="auto">
                <a:xfrm>
                  <a:off x="4203962" y="2362209"/>
                  <a:ext cx="815975" cy="43021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en-US" sz="2000" i="1" dirty="0">
                            <a:latin typeface="Cambria Math" panose="02040503050406030204" pitchFamily="18" charset="0"/>
                            <a:ea typeface="楷体" panose="02010609060101010101" pitchFamily="49" charset="-122"/>
                          </a:rPr>
                          <m:t>𝑋</m:t>
                        </m:r>
                        <m:r>
                          <a:rPr lang="en-US" sz="2000" i="1" dirty="0">
                            <a:latin typeface="Cambria Math" panose="02040503050406030204" pitchFamily="18" charset="0"/>
                            <a:ea typeface="楷体" panose="02010609060101010101" pitchFamily="49" charset="-122"/>
                          </a:rPr>
                          <m:t>(</m:t>
                        </m:r>
                        <m:r>
                          <m:rPr>
                            <m:sty m:val="p"/>
                          </m:rPr>
                          <a:rPr lang="en-US" sz="2000" i="0" dirty="0">
                            <a:latin typeface="Cambria Math" panose="02040503050406030204" pitchFamily="18" charset="0"/>
                            <a:ea typeface="楷体" panose="02010609060101010101" pitchFamily="49" charset="-122"/>
                          </a:rPr>
                          <m:t>j</m:t>
                        </m:r>
                        <m:r>
                          <a:rPr lang="en-US" sz="2000" i="1">
                            <a:solidFill>
                              <a:srgbClr val="000000"/>
                            </a:solidFill>
                            <a:latin typeface="Cambria Math" panose="02040503050406030204" pitchFamily="18" charset="0"/>
                          </a:rPr>
                          <m:t>𝜔</m:t>
                        </m:r>
                        <m:r>
                          <a:rPr lang="en-US" sz="2000" i="1" dirty="0">
                            <a:latin typeface="Cambria Math" panose="02040503050406030204" pitchFamily="18" charset="0"/>
                            <a:ea typeface="楷体" panose="02010609060101010101" pitchFamily="49" charset="-122"/>
                          </a:rPr>
                          <m:t>)</m:t>
                        </m:r>
                      </m:oMath>
                    </m:oMathPara>
                  </a14:m>
                  <a:endParaRPr lang="en-US" sz="2000" dirty="0"/>
                </a:p>
              </p:txBody>
            </p:sp>
          </mc:Choice>
          <mc:Fallback>
            <p:sp>
              <p:nvSpPr>
                <p:cNvPr id="24" name="Object 2"/>
                <p:cNvSpPr txBox="1">
                  <a:spLocks noRot="1" noChangeAspect="1" noMove="1" noResize="1" noEditPoints="1" noAdjustHandles="1" noChangeArrowheads="1" noChangeShapeType="1" noTextEdit="1"/>
                </p:cNvSpPr>
                <p:nvPr/>
              </p:nvSpPr>
              <p:spPr bwMode="auto">
                <a:xfrm>
                  <a:off x="4203962" y="2362209"/>
                  <a:ext cx="815975" cy="430213"/>
                </a:xfrm>
                <a:prstGeom prst="rect">
                  <a:avLst/>
                </a:prstGeom>
                <a:blipFill rotWithShape="1">
                  <a:blip r:embed="rId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Object 3"/>
                <p:cNvSpPr txBox="1"/>
                <p:nvPr/>
              </p:nvSpPr>
              <p:spPr bwMode="auto">
                <a:xfrm>
                  <a:off x="5291400" y="3043247"/>
                  <a:ext cx="404538" cy="385763"/>
                </a:xfrm>
                <a:prstGeom prst="rect">
                  <a:avLst/>
                </a:prstGeom>
                <a:noFill/>
                <a:ln>
                  <a:noFill/>
                </a:ln>
                <a:effectLst/>
              </p:spPr>
              <p:txBody>
                <a:bodyPr>
                  <a:noAutofit/>
                </a:bodyPr>
                <a:lstStyle/>
                <a:p>
                  <a14:m>
                    <m:oMathPara xmlns:m="http://schemas.openxmlformats.org/officeDocument/2006/math">
                      <m:oMathParaPr>
                        <m:jc m:val="center"/>
                      </m:oMathParaPr>
                      <m:oMath xmlns:m="http://schemas.openxmlformats.org/officeDocument/2006/math">
                        <m:r>
                          <a:rPr lang="en-US" sz="2000" i="1">
                            <a:solidFill>
                              <a:srgbClr val="000000"/>
                            </a:solidFill>
                            <a:latin typeface="Cambria Math" panose="02040503050406030204" pitchFamily="18" charset="0"/>
                          </a:rPr>
                          <m:t>𝜔</m:t>
                        </m:r>
                      </m:oMath>
                    </m:oMathPara>
                  </a14:m>
                  <a:endParaRPr lang="en-US" sz="2000" dirty="0"/>
                </a:p>
              </p:txBody>
            </p:sp>
          </mc:Choice>
          <mc:Fallback>
            <p:sp>
              <p:nvSpPr>
                <p:cNvPr id="25" name="Object 3"/>
                <p:cNvSpPr txBox="1">
                  <a:spLocks noRot="1" noChangeAspect="1" noMove="1" noResize="1" noEditPoints="1" noAdjustHandles="1" noChangeArrowheads="1" noChangeShapeType="1" noTextEdit="1"/>
                </p:cNvSpPr>
                <p:nvPr/>
              </p:nvSpPr>
              <p:spPr bwMode="auto">
                <a:xfrm>
                  <a:off x="5291400" y="3043247"/>
                  <a:ext cx="404538" cy="385763"/>
                </a:xfrm>
                <a:prstGeom prst="rect">
                  <a:avLst/>
                </a:prstGeom>
                <a:blipFill rotWithShape="1">
                  <a:blip r:embed="rId4"/>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Object 4"/>
                <p:cNvSpPr txBox="1"/>
                <p:nvPr/>
              </p:nvSpPr>
              <p:spPr bwMode="auto">
                <a:xfrm>
                  <a:off x="4689737" y="3406785"/>
                  <a:ext cx="288925" cy="41275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en-US" sz="2000" b="0" i="1" smtClean="0">
                            <a:solidFill>
                              <a:srgbClr val="000000"/>
                            </a:solidFill>
                            <a:latin typeface="Cambria Math" panose="02040503050406030204" pitchFamily="18" charset="0"/>
                          </a:rPr>
                          <m:t>1</m:t>
                        </m:r>
                      </m:oMath>
                    </m:oMathPara>
                  </a14:m>
                  <a:endParaRPr lang="en-US" sz="2000" dirty="0"/>
                </a:p>
              </p:txBody>
            </p:sp>
          </mc:Choice>
          <mc:Fallback>
            <p:sp>
              <p:nvSpPr>
                <p:cNvPr id="26" name="Object 4"/>
                <p:cNvSpPr txBox="1">
                  <a:spLocks noRot="1" noChangeAspect="1" noMove="1" noResize="1" noEditPoints="1" noAdjustHandles="1" noChangeArrowheads="1" noChangeShapeType="1" noTextEdit="1"/>
                </p:cNvSpPr>
                <p:nvPr/>
              </p:nvSpPr>
              <p:spPr bwMode="auto">
                <a:xfrm>
                  <a:off x="4689737" y="3406785"/>
                  <a:ext cx="288925" cy="412750"/>
                </a:xfrm>
                <a:prstGeom prst="rect">
                  <a:avLst/>
                </a:prstGeom>
                <a:blipFill rotWithShape="1">
                  <a:blip r:embed="rId5"/>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Object 5"/>
                <p:cNvSpPr txBox="1"/>
                <p:nvPr/>
              </p:nvSpPr>
              <p:spPr bwMode="auto">
                <a:xfrm>
                  <a:off x="3294641" y="3060602"/>
                  <a:ext cx="538163" cy="41275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en-US" sz="200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1</m:t>
                        </m:r>
                      </m:oMath>
                    </m:oMathPara>
                  </a14:m>
                  <a:endParaRPr lang="en-US" sz="2000" dirty="0"/>
                </a:p>
              </p:txBody>
            </p:sp>
          </mc:Choice>
          <mc:Fallback>
            <p:sp>
              <p:nvSpPr>
                <p:cNvPr id="27" name="Object 5"/>
                <p:cNvSpPr txBox="1">
                  <a:spLocks noRot="1" noChangeAspect="1" noMove="1" noResize="1" noEditPoints="1" noAdjustHandles="1" noChangeArrowheads="1" noChangeShapeType="1" noTextEdit="1"/>
                </p:cNvSpPr>
                <p:nvPr/>
              </p:nvSpPr>
              <p:spPr bwMode="auto">
                <a:xfrm>
                  <a:off x="3294641" y="3060602"/>
                  <a:ext cx="538163" cy="412750"/>
                </a:xfrm>
                <a:prstGeom prst="rect">
                  <a:avLst/>
                </a:prstGeom>
                <a:blipFill rotWithShape="1">
                  <a:blip r:embed="rId6"/>
                </a:blipFill>
                <a:ln>
                  <a:noFill/>
                </a:ln>
                <a:effectLst/>
              </p:spPr>
              <p:txBody>
                <a:bodyPr/>
                <a:lstStyle/>
                <a:p>
                  <a:r>
                    <a:rPr lang="zh-CN" altLang="en-US">
                      <a:noFill/>
                    </a:rPr>
                    <a:t> </a:t>
                  </a:r>
                </a:p>
              </p:txBody>
            </p:sp>
          </mc:Fallback>
        </mc:AlternateContent>
        <p:sp>
          <p:nvSpPr>
            <p:cNvPr id="28" name="Text Box 8"/>
            <p:cNvSpPr txBox="1">
              <a:spLocks noChangeArrowheads="1"/>
            </p:cNvSpPr>
            <p:nvPr/>
          </p:nvSpPr>
          <p:spPr bwMode="auto">
            <a:xfrm>
              <a:off x="3894400" y="2577315"/>
              <a:ext cx="254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solidFill>
                    <a:srgbClr val="000000"/>
                  </a:solidFill>
                  <a:latin typeface="Cambria Math" panose="02040503050406030204" pitchFamily="18" charset="0"/>
                  <a:ea typeface="Cambria Math" panose="02040503050406030204" pitchFamily="18" charset="0"/>
                  <a:cs typeface="楷体_GB2312" panose="02010609030101010101" pitchFamily="49" charset="-122"/>
                </a:rPr>
                <a:t>1</a:t>
              </a:r>
              <a:endParaRPr lang="en-US" altLang="zh-CN" sz="2000" dirty="0">
                <a:solidFill>
                  <a:srgbClr val="000000"/>
                </a:solidFill>
                <a:latin typeface="Cambria Math" panose="02040503050406030204" pitchFamily="18" charset="0"/>
                <a:ea typeface="Cambria Math" panose="02040503050406030204" pitchFamily="18" charset="0"/>
                <a:cs typeface="楷体_GB2312" panose="02010609030101010101" pitchFamily="49" charset="-122"/>
              </a:endParaRPr>
            </a:p>
          </p:txBody>
        </p:sp>
        <p:sp>
          <p:nvSpPr>
            <p:cNvPr id="29" name="Rectangle 9"/>
            <p:cNvSpPr>
              <a:spLocks noChangeArrowheads="1"/>
            </p:cNvSpPr>
            <p:nvPr/>
          </p:nvSpPr>
          <p:spPr bwMode="auto">
            <a:xfrm>
              <a:off x="4203962" y="340361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solidFill>
                    <a:srgbClr val="000000"/>
                  </a:solidFill>
                  <a:latin typeface="Cambria Math" panose="02040503050406030204" pitchFamily="18" charset="0"/>
                  <a:ea typeface="Cambria Math" panose="02040503050406030204" pitchFamily="18" charset="0"/>
                  <a:cs typeface="楷体_GB2312" panose="02010609030101010101" pitchFamily="49" charset="-122"/>
                </a:rPr>
                <a:t>0</a:t>
              </a:r>
              <a:endParaRPr lang="en-US" altLang="zh-CN" sz="2000" dirty="0">
                <a:solidFill>
                  <a:srgbClr val="000000"/>
                </a:solidFill>
                <a:latin typeface="Cambria Math" panose="02040503050406030204" pitchFamily="18" charset="0"/>
                <a:ea typeface="Cambria Math" panose="02040503050406030204" pitchFamily="18" charset="0"/>
                <a:cs typeface="楷体_GB2312" panose="02010609030101010101" pitchFamily="49" charset="-122"/>
              </a:endParaRPr>
            </a:p>
          </p:txBody>
        </p:sp>
        <p:sp>
          <p:nvSpPr>
            <p:cNvPr id="30" name="Line 10"/>
            <p:cNvSpPr>
              <a:spLocks noChangeShapeType="1"/>
            </p:cNvSpPr>
            <p:nvPr/>
          </p:nvSpPr>
          <p:spPr bwMode="auto">
            <a:xfrm>
              <a:off x="3080012" y="3435360"/>
              <a:ext cx="2438400"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 name="Line 11"/>
            <p:cNvSpPr>
              <a:spLocks noChangeShapeType="1"/>
            </p:cNvSpPr>
            <p:nvPr/>
          </p:nvSpPr>
          <p:spPr bwMode="auto">
            <a:xfrm flipH="1" flipV="1">
              <a:off x="4219837" y="2649547"/>
              <a:ext cx="1588" cy="1538288"/>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Line 12"/>
            <p:cNvSpPr>
              <a:spLocks noChangeShapeType="1"/>
            </p:cNvSpPr>
            <p:nvPr/>
          </p:nvSpPr>
          <p:spPr bwMode="auto">
            <a:xfrm flipH="1" flipV="1">
              <a:off x="3556261" y="3418688"/>
              <a:ext cx="7462" cy="669867"/>
            </a:xfrm>
            <a:prstGeom prst="line">
              <a:avLst/>
            </a:prstGeom>
            <a:noFill/>
            <a:ln w="28575">
              <a:solidFill>
                <a:srgbClr val="000000"/>
              </a:solidFill>
              <a:prstDash val="sysDash"/>
              <a:round/>
            </a:ln>
            <a:extLst>
              <a:ext uri="{909E8E84-426E-40DD-AFC4-6F175D3DCCD1}">
                <a14:hiddenFill xmlns:a14="http://schemas.microsoft.com/office/drawing/2010/main">
                  <a:noFill/>
                </a14:hiddenFill>
              </a:ext>
            </a:extLst>
          </p:spPr>
          <p:txBody>
            <a:bodyPr/>
            <a:lstStyle/>
            <a:p>
              <a:endParaRPr lang="en-US"/>
            </a:p>
          </p:txBody>
        </p:sp>
        <p:sp>
          <p:nvSpPr>
            <p:cNvPr id="33" name="Line 13"/>
            <p:cNvSpPr>
              <a:spLocks noChangeShapeType="1"/>
            </p:cNvSpPr>
            <p:nvPr/>
          </p:nvSpPr>
          <p:spPr bwMode="auto">
            <a:xfrm flipV="1">
              <a:off x="3574837" y="2786071"/>
              <a:ext cx="1284763" cy="127950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en-US"/>
            </a:p>
          </p:txBody>
        </p:sp>
        <p:sp>
          <p:nvSpPr>
            <p:cNvPr id="34" name="Line 14"/>
            <p:cNvSpPr>
              <a:spLocks noChangeShapeType="1"/>
            </p:cNvSpPr>
            <p:nvPr/>
          </p:nvSpPr>
          <p:spPr bwMode="auto">
            <a:xfrm>
              <a:off x="4859600" y="2786072"/>
              <a:ext cx="0" cy="649288"/>
            </a:xfrm>
            <a:prstGeom prst="line">
              <a:avLst/>
            </a:prstGeom>
            <a:noFill/>
            <a:ln w="28575">
              <a:solidFill>
                <a:srgbClr val="000000"/>
              </a:solidFill>
              <a:prstDash val="sysDash"/>
              <a:round/>
            </a:ln>
            <a:extLst>
              <a:ext uri="{909E8E84-426E-40DD-AFC4-6F175D3DCCD1}">
                <a14:hiddenFill xmlns:a14="http://schemas.microsoft.com/office/drawing/2010/main">
                  <a:noFill/>
                </a14:hiddenFill>
              </a:ext>
            </a:extLst>
          </p:spPr>
          <p:txBody>
            <a:bodyPr/>
            <a:lstStyle/>
            <a:p>
              <a:endParaRPr lang="en-US"/>
            </a:p>
          </p:txBody>
        </p:sp>
        <p:sp>
          <p:nvSpPr>
            <p:cNvPr id="43" name="Line 14"/>
            <p:cNvSpPr>
              <a:spLocks noChangeShapeType="1"/>
            </p:cNvSpPr>
            <p:nvPr/>
          </p:nvSpPr>
          <p:spPr bwMode="auto">
            <a:xfrm rot="16200000">
              <a:off x="4544481" y="2457603"/>
              <a:ext cx="0" cy="649288"/>
            </a:xfrm>
            <a:prstGeom prst="line">
              <a:avLst/>
            </a:prstGeom>
            <a:noFill/>
            <a:ln w="28575">
              <a:solidFill>
                <a:srgbClr val="000000"/>
              </a:solidFill>
              <a:prstDash val="sysDash"/>
              <a:round/>
            </a:ln>
            <a:extLst>
              <a:ext uri="{909E8E84-426E-40DD-AFC4-6F175D3DCCD1}">
                <a14:hiddenFill xmlns:a14="http://schemas.microsoft.com/office/drawing/2010/main">
                  <a:noFill/>
                </a14:hiddenFill>
              </a:ext>
            </a:extLst>
          </p:spPr>
          <p:txBody>
            <a:bodyPr/>
            <a:lstStyle/>
            <a:p>
              <a:endParaRPr lang="en-US"/>
            </a:p>
          </p:txBody>
        </p:sp>
        <p:sp>
          <p:nvSpPr>
            <p:cNvPr id="44" name="Line 14"/>
            <p:cNvSpPr>
              <a:spLocks noChangeShapeType="1"/>
            </p:cNvSpPr>
            <p:nvPr/>
          </p:nvSpPr>
          <p:spPr bwMode="auto">
            <a:xfrm rot="16200000">
              <a:off x="3899481" y="3752428"/>
              <a:ext cx="0" cy="649288"/>
            </a:xfrm>
            <a:prstGeom prst="line">
              <a:avLst/>
            </a:prstGeom>
            <a:noFill/>
            <a:ln w="28575">
              <a:solidFill>
                <a:srgbClr val="000000"/>
              </a:solidFill>
              <a:prstDash val="sysDash"/>
              <a:roun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mc:Choice xmlns:a14="http://schemas.microsoft.com/office/drawing/2010/main" Requires="a14">
            <p:sp>
              <p:nvSpPr>
                <p:cNvPr id="45" name="Object 5"/>
                <p:cNvSpPr txBox="1"/>
                <p:nvPr/>
              </p:nvSpPr>
              <p:spPr bwMode="auto">
                <a:xfrm>
                  <a:off x="4160837" y="3859201"/>
                  <a:ext cx="538163" cy="41275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en-US" sz="200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1</m:t>
                        </m:r>
                      </m:oMath>
                    </m:oMathPara>
                  </a14:m>
                  <a:endParaRPr lang="en-US" sz="2000" dirty="0"/>
                </a:p>
              </p:txBody>
            </p:sp>
          </mc:Choice>
          <mc:Fallback>
            <p:sp>
              <p:nvSpPr>
                <p:cNvPr id="45" name="Object 5"/>
                <p:cNvSpPr txBox="1">
                  <a:spLocks noRot="1" noChangeAspect="1" noMove="1" noResize="1" noEditPoints="1" noAdjustHandles="1" noChangeArrowheads="1" noChangeShapeType="1" noTextEdit="1"/>
                </p:cNvSpPr>
                <p:nvPr/>
              </p:nvSpPr>
              <p:spPr bwMode="auto">
                <a:xfrm>
                  <a:off x="4160837" y="3859201"/>
                  <a:ext cx="538163" cy="412750"/>
                </a:xfrm>
                <a:prstGeom prst="rect">
                  <a:avLst/>
                </a:prstGeom>
                <a:blipFill rotWithShape="1">
                  <a:blip r:embed="rId6"/>
                </a:blipFill>
                <a:ln>
                  <a:noFill/>
                </a:ln>
                <a:effectLst/>
              </p:spPr>
              <p:txBody>
                <a:bodyPr/>
                <a:lstStyle/>
                <a:p>
                  <a:r>
                    <a:rPr lang="zh-CN" altLang="en-US">
                      <a:noFill/>
                    </a:rPr>
                    <a:t> </a:t>
                  </a:r>
                </a:p>
              </p:txBody>
            </p:sp>
          </mc:Fallback>
        </mc:AlternateContent>
      </p:grpSp>
      <p:sp>
        <p:nvSpPr>
          <p:cNvPr id="49" name="文本框 48"/>
          <p:cNvSpPr txBox="1"/>
          <p:nvPr/>
        </p:nvSpPr>
        <p:spPr>
          <a:xfrm>
            <a:off x="432172" y="3600942"/>
            <a:ext cx="936104" cy="461665"/>
          </a:xfrm>
          <a:prstGeom prst="rect">
            <a:avLst/>
          </a:prstGeom>
          <a:noFill/>
        </p:spPr>
        <p:txBody>
          <a:bodyPr wrap="square">
            <a:spAutoFit/>
          </a:bodyPr>
          <a:lstStyle/>
          <a:p>
            <a:r>
              <a:rPr lang="zh-CN" altLang="en-US" sz="2400" dirty="0">
                <a:solidFill>
                  <a:srgbClr val="0000FF"/>
                </a:solidFill>
                <a:latin typeface="Cambria Math" panose="02040503050406030204" pitchFamily="18" charset="0"/>
                <a:ea typeface="楷体" panose="02010609060101010101" pitchFamily="49" charset="-122"/>
              </a:rPr>
              <a:t>解</a:t>
            </a:r>
            <a:r>
              <a:rPr lang="en-US" sz="2400" dirty="0">
                <a:latin typeface="Cambria Math" panose="02040503050406030204" pitchFamily="18" charset="0"/>
                <a:ea typeface="楷体" panose="02010609060101010101" pitchFamily="49" charset="-122"/>
              </a:rPr>
              <a:t>：</a:t>
            </a:r>
            <a:endParaRPr lang="en-US" sz="2400" dirty="0">
              <a:latin typeface="Cambria Math" panose="02040503050406030204" pitchFamily="18" charset="0"/>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101"/>
                                        </p:tgtEl>
                                        <p:attrNameLst>
                                          <p:attrName>style.visibility</p:attrName>
                                        </p:attrNameLst>
                                      </p:cBhvr>
                                      <p:to>
                                        <p:strVal val="visible"/>
                                      </p:to>
                                    </p:set>
                                    <p:animEffect transition="in" filter="wipe(down)">
                                      <p:cBhvr>
                                        <p:cTn id="7" dur="500"/>
                                        <p:tgtEl>
                                          <p:spTgt spid="410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down)">
                                      <p:cBhvr>
                                        <p:cTn id="1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p:bldP spid="4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endParaRPr lang="en-US" dirty="0"/>
          </a:p>
        </p:txBody>
      </p:sp>
      <p:sp>
        <p:nvSpPr>
          <p:cNvPr id="3" name="内容占位符 2"/>
          <p:cNvSpPr>
            <a:spLocks noGrp="1"/>
          </p:cNvSpPr>
          <p:nvPr>
            <p:ph idx="1"/>
          </p:nvPr>
        </p:nvSpPr>
        <p:spPr>
          <a:xfrm>
            <a:off x="457200" y="1285875"/>
            <a:ext cx="8229600" cy="608885"/>
          </a:xfrm>
        </p:spPr>
        <p:txBody>
          <a:bodyPr>
            <a:spAutoFit/>
          </a:bodyPr>
          <a:lstStyle/>
          <a:p>
            <a:pPr algn="just">
              <a:lnSpc>
                <a:spcPct val="130000"/>
              </a:lnSpc>
              <a:spcBef>
                <a:spcPts val="0"/>
              </a:spcBef>
              <a:spcAft>
                <a:spcPts val="600"/>
              </a:spcAft>
            </a:pPr>
            <a:r>
              <a:rPr lang="en-US" altLang="zh-CN" sz="2800" b="0" dirty="0"/>
              <a:t>4.21(g)</a:t>
            </a:r>
            <a:r>
              <a:rPr lang="zh-CN" altLang="en-US" sz="2800" b="0" dirty="0"/>
              <a:t>、</a:t>
            </a:r>
            <a:r>
              <a:rPr lang="en-US" altLang="zh-CN" sz="2800" b="0" dirty="0"/>
              <a:t>4.22(d)</a:t>
            </a:r>
            <a:endParaRPr lang="en-US" sz="2800" b="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标题 1"/>
          <p:cNvSpPr>
            <a:spLocks noGrp="1"/>
          </p:cNvSpPr>
          <p:nvPr>
            <p:ph type="title"/>
          </p:nvPr>
        </p:nvSpPr>
        <p:spPr/>
        <p:txBody>
          <a:bodyPr/>
          <a:lstStyle/>
          <a:p>
            <a:r>
              <a:rPr lang="en-US" altLang="zh-CN" dirty="0"/>
              <a:t>4.2  </a:t>
            </a:r>
            <a:r>
              <a:rPr lang="zh-CN" altLang="en-US" dirty="0"/>
              <a:t>周期信号的傅里叶变换</a:t>
            </a:r>
            <a:endParaRPr lang="zh-CN" altLang="en-US" sz="5400" dirty="0"/>
          </a:p>
        </p:txBody>
      </p:sp>
      <p:sp>
        <p:nvSpPr>
          <p:cNvPr id="3" name="内容占位符 2"/>
          <p:cNvSpPr>
            <a:spLocks noGrp="1"/>
          </p:cNvSpPr>
          <p:nvPr>
            <p:ph idx="1"/>
          </p:nvPr>
        </p:nvSpPr>
        <p:spPr/>
        <p:txBody>
          <a:bodyPr/>
          <a:lstStyle/>
          <a:p>
            <a:r>
              <a:rPr lang="zh-CN" altLang="en-US" sz="2800" b="0"/>
              <a:t>通过建立周期信号的傅里叶变换，可以实现非周期信号与周期信号的统一数学描述方法，从而对某些问题的分析带来方便。</a:t>
            </a:r>
            <a:endParaRPr lang="en-US" altLang="zh-CN" sz="2800" b="0"/>
          </a:p>
          <a:p>
            <a:r>
              <a:rPr lang="zh-CN" altLang="en-US" sz="2800" b="0"/>
              <a:t>但由于周期信号不满足傅里叶变换的 </a:t>
            </a:r>
            <a:r>
              <a:rPr lang="en-US" altLang="zh-CN" sz="2800" b="0"/>
              <a:t>Dirichlet  </a:t>
            </a:r>
            <a:r>
              <a:rPr lang="zh-CN" altLang="en-US" sz="2800" b="0"/>
              <a:t>条件，因而不能直接从定义出发，建立其傅里叶变换表示。</a:t>
            </a:r>
            <a:endParaRPr lang="en-US" altLang="zh-CN" sz="2800" b="0"/>
          </a:p>
          <a:p>
            <a:r>
              <a:rPr lang="zh-CN" altLang="en-US" sz="2800" b="0"/>
              <a:t>考查                                   所对应的信号</a:t>
            </a:r>
            <a:endParaRPr lang="zh-CN" altLang="en-US" sz="2800"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0FBCD6-DD58-4065-A22F-877961453C24}"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aphicFrame>
        <p:nvGraphicFramePr>
          <p:cNvPr id="5" name="Object 2"/>
          <p:cNvGraphicFramePr>
            <a:graphicFrameLocks noChangeAspect="1"/>
          </p:cNvGraphicFramePr>
          <p:nvPr/>
        </p:nvGraphicFramePr>
        <p:xfrm>
          <a:off x="1670050" y="4071938"/>
          <a:ext cx="2898775" cy="487362"/>
        </p:xfrm>
        <a:graphic>
          <a:graphicData uri="http://schemas.openxmlformats.org/presentationml/2006/ole">
            <mc:AlternateContent xmlns:mc="http://schemas.openxmlformats.org/markup-compatibility/2006">
              <mc:Choice xmlns:v="urn:schemas-microsoft-com:vml" Requires="v">
                <p:oleObj spid="_x0000_s18674" name="Equation" r:id="rId1" imgW="1358900" imgH="228600" progId="Equation.DSMT4">
                  <p:embed/>
                </p:oleObj>
              </mc:Choice>
              <mc:Fallback>
                <p:oleObj name="Equation" r:id="rId1" imgW="1358900"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50" y="4071938"/>
                        <a:ext cx="2898775" cy="48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35" name="Object 3"/>
          <p:cNvGraphicFramePr>
            <a:graphicFrameLocks noChangeAspect="1"/>
          </p:cNvGraphicFramePr>
          <p:nvPr/>
        </p:nvGraphicFramePr>
        <p:xfrm>
          <a:off x="928688" y="4572000"/>
          <a:ext cx="3830637" cy="892175"/>
        </p:xfrm>
        <a:graphic>
          <a:graphicData uri="http://schemas.openxmlformats.org/presentationml/2006/ole">
            <mc:AlternateContent xmlns:mc="http://schemas.openxmlformats.org/markup-compatibility/2006">
              <mc:Choice xmlns:v="urn:schemas-microsoft-com:vml" Requires="v">
                <p:oleObj spid="_x0000_s18675" name="Equation" r:id="rId3" imgW="1651000" imgH="393700" progId="Equation.DSMT4">
                  <p:embed/>
                </p:oleObj>
              </mc:Choice>
              <mc:Fallback>
                <p:oleObj name="Equation" r:id="rId3" imgW="1651000" imgH="393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688" y="4572000"/>
                        <a:ext cx="3830637"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36" name="Object 4"/>
          <p:cNvGraphicFramePr>
            <a:graphicFrameLocks noChangeAspect="1"/>
          </p:cNvGraphicFramePr>
          <p:nvPr/>
        </p:nvGraphicFramePr>
        <p:xfrm>
          <a:off x="4762500" y="4645025"/>
          <a:ext cx="3092450" cy="747713"/>
        </p:xfrm>
        <a:graphic>
          <a:graphicData uri="http://schemas.openxmlformats.org/presentationml/2006/ole">
            <mc:AlternateContent xmlns:mc="http://schemas.openxmlformats.org/markup-compatibility/2006">
              <mc:Choice xmlns:v="urn:schemas-microsoft-com:vml" Requires="v">
                <p:oleObj spid="_x0000_s18676" name="Equation" r:id="rId5" imgW="1333500" imgH="330200" progId="Equation.DSMT4">
                  <p:embed/>
                </p:oleObj>
              </mc:Choice>
              <mc:Fallback>
                <p:oleObj name="Equation" r:id="rId5" imgW="1333500" imgH="330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2500" y="4645025"/>
                        <a:ext cx="3092450" cy="74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37" name="Object 5"/>
          <p:cNvGraphicFramePr>
            <a:graphicFrameLocks noChangeAspect="1"/>
          </p:cNvGraphicFramePr>
          <p:nvPr/>
        </p:nvGraphicFramePr>
        <p:xfrm>
          <a:off x="7858125" y="4787900"/>
          <a:ext cx="912813" cy="460375"/>
        </p:xfrm>
        <a:graphic>
          <a:graphicData uri="http://schemas.openxmlformats.org/presentationml/2006/ole">
            <mc:AlternateContent xmlns:mc="http://schemas.openxmlformats.org/markup-compatibility/2006">
              <mc:Choice xmlns:v="urn:schemas-microsoft-com:vml" Requires="v">
                <p:oleObj spid="_x0000_s18677" name="Equation" r:id="rId7" imgW="393700" imgH="203200" progId="Equation.DSMT4">
                  <p:embed/>
                </p:oleObj>
              </mc:Choice>
              <mc:Fallback>
                <p:oleObj name="Equation" r:id="rId7" imgW="393700" imgH="203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8125" y="4787900"/>
                        <a:ext cx="91281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2"/>
          <p:cNvSpPr txBox="1">
            <a:spLocks noChangeArrowheads="1"/>
          </p:cNvSpPr>
          <p:nvPr/>
        </p:nvSpPr>
        <p:spPr bwMode="auto">
          <a:xfrm>
            <a:off x="973138" y="5500688"/>
            <a:ext cx="7813675"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800" dirty="0">
                <a:latin typeface="华文楷体" pitchFamily="2" charset="-122"/>
                <a:ea typeface="华文楷体" pitchFamily="2" charset="-122"/>
                <a:cs typeface="楷体_GB2312" panose="02010609030101010101" pitchFamily="49" charset="-122"/>
              </a:rPr>
              <a:t>  </a:t>
            </a:r>
            <a:r>
              <a:rPr lang="zh-CN" altLang="en-US" sz="2800" dirty="0">
                <a:latin typeface="华文楷体" pitchFamily="2" charset="-122"/>
                <a:ea typeface="华文楷体" pitchFamily="2" charset="-122"/>
                <a:cs typeface="楷体_GB2312" panose="02010609030101010101" pitchFamily="49" charset="-122"/>
              </a:rPr>
              <a:t>这表明</a:t>
            </a:r>
            <a:r>
              <a:rPr lang="zh-CN" altLang="en-US" sz="2800" dirty="0">
                <a:solidFill>
                  <a:srgbClr val="FF0000"/>
                </a:solidFill>
                <a:latin typeface="华文楷体" pitchFamily="2" charset="-122"/>
                <a:ea typeface="华文楷体" pitchFamily="2" charset="-122"/>
                <a:cs typeface="楷体_GB2312" panose="02010609030101010101" pitchFamily="49" charset="-122"/>
              </a:rPr>
              <a:t>周期性复指数信号的频谱是一个冲激</a:t>
            </a:r>
            <a:r>
              <a:rPr lang="zh-CN" altLang="en-US" sz="2800" dirty="0">
                <a:latin typeface="华文楷体" pitchFamily="2" charset="-122"/>
                <a:ea typeface="华文楷体" pitchFamily="2" charset="-122"/>
                <a:cs typeface="楷体_GB2312" panose="02010609030101010101" pitchFamily="49" charset="-122"/>
              </a:rPr>
              <a:t>。</a:t>
            </a:r>
            <a:endParaRPr lang="zh-CN" altLang="en-US" sz="2800" dirty="0">
              <a:latin typeface="华文楷体" pitchFamily="2" charset="-122"/>
              <a:ea typeface="华文楷体" pitchFamily="2" charset="-122"/>
              <a:cs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4035"/>
                                        </p:tgtEl>
                                        <p:attrNameLst>
                                          <p:attrName>style.visibility</p:attrName>
                                        </p:attrNameLst>
                                      </p:cBhvr>
                                      <p:to>
                                        <p:strVal val="visible"/>
                                      </p:to>
                                    </p:set>
                                    <p:animEffect transition="in" filter="blinds(horizontal)">
                                      <p:cBhvr>
                                        <p:cTn id="20" dur="500"/>
                                        <p:tgtEl>
                                          <p:spTgt spid="4403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4036"/>
                                        </p:tgtEl>
                                        <p:attrNameLst>
                                          <p:attrName>style.visibility</p:attrName>
                                        </p:attrNameLst>
                                      </p:cBhvr>
                                      <p:to>
                                        <p:strVal val="visible"/>
                                      </p:to>
                                    </p:set>
                                    <p:animEffect transition="in" filter="blinds(horizontal)">
                                      <p:cBhvr>
                                        <p:cTn id="25" dur="500"/>
                                        <p:tgtEl>
                                          <p:spTgt spid="4403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4037"/>
                                        </p:tgtEl>
                                        <p:attrNameLst>
                                          <p:attrName>style.visibility</p:attrName>
                                        </p:attrNameLst>
                                      </p:cBhvr>
                                      <p:to>
                                        <p:strVal val="visible"/>
                                      </p:to>
                                    </p:set>
                                    <p:animEffect transition="in" filter="blinds(horizontal)">
                                      <p:cBhvr>
                                        <p:cTn id="30" dur="500"/>
                                        <p:tgtEl>
                                          <p:spTgt spid="4403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linds(horizontal)">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标题 1"/>
          <p:cNvSpPr>
            <a:spLocks noGrp="1"/>
          </p:cNvSpPr>
          <p:nvPr>
            <p:ph type="title"/>
          </p:nvPr>
        </p:nvSpPr>
        <p:spPr/>
        <p:txBody>
          <a:bodyPr/>
          <a:lstStyle/>
          <a:p>
            <a:r>
              <a:rPr lang="en-US" altLang="zh-CN" dirty="0"/>
              <a:t>4.2  </a:t>
            </a:r>
            <a:r>
              <a:rPr lang="zh-CN" altLang="en-US" dirty="0"/>
              <a:t>周期信号的傅里叶变换</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9BB7BAA-4BC2-4303-916E-8C5A13D31DD6}"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2" name="Group 3"/>
          <p:cNvGrpSpPr/>
          <p:nvPr/>
        </p:nvGrpSpPr>
        <p:grpSpPr bwMode="auto">
          <a:xfrm>
            <a:off x="1066800" y="2071688"/>
            <a:ext cx="6469063" cy="1252537"/>
            <a:chOff x="672" y="1680"/>
            <a:chExt cx="4075" cy="789"/>
          </a:xfrm>
        </p:grpSpPr>
        <p:sp>
          <p:nvSpPr>
            <p:cNvPr id="19475" name="Text Box 4"/>
            <p:cNvSpPr txBox="1">
              <a:spLocks noChangeArrowheads="1"/>
            </p:cNvSpPr>
            <p:nvPr/>
          </p:nvSpPr>
          <p:spPr bwMode="auto">
            <a:xfrm>
              <a:off x="672" y="1680"/>
              <a:ext cx="407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于是对于表示为傅里叶级数的周期信号</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19462" name="Object 2"/>
            <p:cNvGraphicFramePr>
              <a:graphicFrameLocks noChangeAspect="1"/>
            </p:cNvGraphicFramePr>
            <p:nvPr/>
          </p:nvGraphicFramePr>
          <p:xfrm>
            <a:off x="1845" y="2046"/>
            <a:ext cx="1845" cy="423"/>
          </p:xfrm>
          <a:graphic>
            <a:graphicData uri="http://schemas.openxmlformats.org/presentationml/2006/ole">
              <mc:AlternateContent xmlns:mc="http://schemas.openxmlformats.org/markup-compatibility/2006">
                <mc:Choice xmlns:v="urn:schemas-microsoft-com:vml" Requires="v">
                  <p:oleObj spid="_x0000_s19698" name="Equation" r:id="rId1" imgW="1257300" imgH="292100" progId="Equation.DSMT4">
                    <p:embed/>
                  </p:oleObj>
                </mc:Choice>
                <mc:Fallback>
                  <p:oleObj name="Equation" r:id="rId1" imgW="1257300" imgH="2921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5" y="2046"/>
                          <a:ext cx="1845"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6"/>
          <p:cNvGrpSpPr/>
          <p:nvPr/>
        </p:nvGrpSpPr>
        <p:grpSpPr bwMode="auto">
          <a:xfrm>
            <a:off x="1066800" y="3481388"/>
            <a:ext cx="5437188" cy="650875"/>
            <a:chOff x="672" y="2722"/>
            <a:chExt cx="3425" cy="410"/>
          </a:xfrm>
        </p:grpSpPr>
        <p:sp>
          <p:nvSpPr>
            <p:cNvPr id="19474" name="Text Box 7"/>
            <p:cNvSpPr txBox="1">
              <a:spLocks noChangeArrowheads="1"/>
            </p:cNvSpPr>
            <p:nvPr/>
          </p:nvSpPr>
          <p:spPr bwMode="auto">
            <a:xfrm>
              <a:off x="672" y="2745"/>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就有</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19461" name="Object 3"/>
            <p:cNvGraphicFramePr>
              <a:graphicFrameLocks noChangeAspect="1"/>
            </p:cNvGraphicFramePr>
            <p:nvPr/>
          </p:nvGraphicFramePr>
          <p:xfrm>
            <a:off x="1285" y="2722"/>
            <a:ext cx="2812" cy="410"/>
          </p:xfrm>
          <a:graphic>
            <a:graphicData uri="http://schemas.openxmlformats.org/presentationml/2006/ole">
              <mc:AlternateContent xmlns:mc="http://schemas.openxmlformats.org/markup-compatibility/2006">
                <mc:Choice xmlns:v="urn:schemas-microsoft-com:vml" Requires="v">
                  <p:oleObj spid="_x0000_s19699" name="Equation" r:id="rId3" imgW="2006600" imgH="292100" progId="Equation.DSMT4">
                    <p:embed/>
                  </p:oleObj>
                </mc:Choice>
                <mc:Fallback>
                  <p:oleObj name="Equation" r:id="rId3" imgW="2006600" imgH="2921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 y="2722"/>
                          <a:ext cx="2812" cy="410"/>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grpSp>
      <p:grpSp>
        <p:nvGrpSpPr>
          <p:cNvPr id="5" name="Group 9"/>
          <p:cNvGrpSpPr/>
          <p:nvPr/>
        </p:nvGrpSpPr>
        <p:grpSpPr bwMode="auto">
          <a:xfrm>
            <a:off x="2643188" y="4267200"/>
            <a:ext cx="5613400" cy="519113"/>
            <a:chOff x="1584" y="3408"/>
            <a:chExt cx="3536" cy="327"/>
          </a:xfrm>
        </p:grpSpPr>
        <p:sp>
          <p:nvSpPr>
            <p:cNvPr id="19472" name="Text Box 10"/>
            <p:cNvSpPr txBox="1">
              <a:spLocks noChangeArrowheads="1"/>
            </p:cNvSpPr>
            <p:nvPr/>
          </p:nvSpPr>
          <p:spPr bwMode="auto">
            <a:xfrm>
              <a:off x="2304" y="3408"/>
              <a:ext cx="2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周期信号的傅里叶变换表示</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sp>
          <p:nvSpPr>
            <p:cNvPr id="19473" name="Line 11"/>
            <p:cNvSpPr>
              <a:spLocks noChangeShapeType="1"/>
            </p:cNvSpPr>
            <p:nvPr/>
          </p:nvSpPr>
          <p:spPr bwMode="auto">
            <a:xfrm>
              <a:off x="1584" y="3600"/>
              <a:ext cx="76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en-US"/>
            </a:p>
          </p:txBody>
        </p:sp>
      </p:grpSp>
      <p:grpSp>
        <p:nvGrpSpPr>
          <p:cNvPr id="19468" name="组合 17"/>
          <p:cNvGrpSpPr/>
          <p:nvPr/>
        </p:nvGrpSpPr>
        <p:grpSpPr bwMode="auto">
          <a:xfrm>
            <a:off x="1071563" y="1190625"/>
            <a:ext cx="6067425" cy="736988"/>
            <a:chOff x="1295400" y="1428736"/>
            <a:chExt cx="6067425" cy="737463"/>
          </a:xfrm>
        </p:grpSpPr>
        <p:sp>
          <p:nvSpPr>
            <p:cNvPr id="19471" name="Rectangle 15"/>
            <p:cNvSpPr>
              <a:spLocks noChangeArrowheads="1"/>
            </p:cNvSpPr>
            <p:nvPr/>
          </p:nvSpPr>
          <p:spPr bwMode="auto">
            <a:xfrm>
              <a:off x="1295400" y="1428736"/>
              <a:ext cx="3062286" cy="673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a:latin typeface="Times New Roman" panose="02020603050405020304" pitchFamily="18" charset="0"/>
                  <a:ea typeface="华文楷体" pitchFamily="2" charset="-122"/>
                  <a:cs typeface="楷体_GB2312" panose="02010609030101010101" pitchFamily="49" charset="-122"/>
                </a:rPr>
                <a:t>若                       则</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19459" name="Object 4"/>
            <p:cNvGraphicFramePr>
              <a:graphicFrameLocks noChangeAspect="1"/>
            </p:cNvGraphicFramePr>
            <p:nvPr/>
          </p:nvGraphicFramePr>
          <p:xfrm>
            <a:off x="1843081" y="1512888"/>
            <a:ext cx="1871663" cy="630237"/>
          </p:xfrm>
          <a:graphic>
            <a:graphicData uri="http://schemas.openxmlformats.org/presentationml/2006/ole">
              <mc:AlternateContent xmlns:mc="http://schemas.openxmlformats.org/markup-compatibility/2006">
                <mc:Choice xmlns:v="urn:schemas-microsoft-com:vml" Requires="v">
                  <p:oleObj spid="_x0000_s19700" name="Equation" r:id="rId5" imgW="698500" imgH="228600" progId="Equation.DSMT4">
                    <p:embed/>
                  </p:oleObj>
                </mc:Choice>
                <mc:Fallback>
                  <p:oleObj name="Equation" r:id="rId5" imgW="698500" imgH="2286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3081" y="1512888"/>
                          <a:ext cx="1871663" cy="630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0" name="Object 5"/>
            <p:cNvGraphicFramePr>
              <a:graphicFrameLocks noChangeAspect="1"/>
            </p:cNvGraphicFramePr>
            <p:nvPr/>
          </p:nvGraphicFramePr>
          <p:xfrm>
            <a:off x="4217988" y="1616924"/>
            <a:ext cx="3144837" cy="549275"/>
          </p:xfrm>
          <a:graphic>
            <a:graphicData uri="http://schemas.openxmlformats.org/presentationml/2006/ole">
              <mc:AlternateContent xmlns:mc="http://schemas.openxmlformats.org/markup-compatibility/2006">
                <mc:Choice xmlns:v="urn:schemas-microsoft-com:vml" Requires="v">
                  <p:oleObj spid="_x0000_s19701" name="Equation" r:id="rId7" imgW="1435100" imgH="228600" progId="Equation.DSMT4">
                    <p:embed/>
                  </p:oleObj>
                </mc:Choice>
                <mc:Fallback>
                  <p:oleObj name="Equation" r:id="rId7" imgW="14351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7988" y="1616924"/>
                          <a:ext cx="31448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mc:AlternateContent xmlns:mc="http://schemas.openxmlformats.org/markup-compatibility/2006">
        <mc:Choice xmlns:a14="http://schemas.microsoft.com/office/drawing/2010/main" Requires="a14">
          <p:sp>
            <p:nvSpPr>
              <p:cNvPr id="19470" name="Text Box 3"/>
              <p:cNvSpPr txBox="1">
                <a:spLocks noChangeArrowheads="1"/>
              </p:cNvSpPr>
              <p:nvPr/>
            </p:nvSpPr>
            <p:spPr bwMode="auto">
              <a:xfrm>
                <a:off x="642938" y="5000625"/>
                <a:ext cx="807243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华文楷体" pitchFamily="2" charset="-122"/>
                    <a:ea typeface="华文楷体" pitchFamily="2" charset="-122"/>
                    <a:cs typeface="楷体_GB2312" panose="02010609030101010101" pitchFamily="49" charset="-122"/>
                  </a:rPr>
                  <a:t>这表明：周期信号的傅里叶变换由一系列冲激组成，每一个冲激分别位于信号的各次谐波的频率处，其冲激强度为对应的傅里叶级数系数</a:t>
                </a:r>
                <a14:m>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𝑎</m:t>
                        </m:r>
                      </m:e>
                      <m:sub>
                        <m:r>
                          <a:rPr lang="en-US" sz="2800" i="1">
                            <a:solidFill>
                              <a:schemeClr val="tx1"/>
                            </a:solidFill>
                            <a:latin typeface="Cambria Math" panose="02040503050406030204" pitchFamily="18" charset="0"/>
                          </a:rPr>
                          <m:t>𝑘</m:t>
                        </m:r>
                      </m:sub>
                    </m:sSub>
                  </m:oMath>
                </a14:m>
                <a:r>
                  <a:rPr lang="zh-CN" altLang="en-US" sz="2800" dirty="0">
                    <a:latin typeface="华文楷体" pitchFamily="2" charset="-122"/>
                    <a:ea typeface="华文楷体" pitchFamily="2" charset="-122"/>
                    <a:cs typeface="楷体_GB2312" panose="02010609030101010101" pitchFamily="49" charset="-122"/>
                  </a:rPr>
                  <a:t>的</a:t>
                </a:r>
                <a:r>
                  <a:rPr lang="en-US" altLang="zh-CN" sz="2800" dirty="0">
                    <a:latin typeface="华文楷体" pitchFamily="2" charset="-122"/>
                    <a:ea typeface="华文楷体" pitchFamily="2" charset="-122"/>
                    <a:cs typeface="楷体_GB2312" panose="02010609030101010101" pitchFamily="49" charset="-122"/>
                  </a:rPr>
                  <a:t>2</a:t>
                </a:r>
                <a:r>
                  <a:rPr lang="el-GR" altLang="zh-CN" sz="2800" dirty="0">
                    <a:latin typeface="Times New Roman" panose="02020603050405020304" pitchFamily="18" charset="0"/>
                    <a:ea typeface="华文楷体" pitchFamily="2" charset="-122"/>
                    <a:cs typeface="Times New Roman" panose="02020603050405020304" pitchFamily="18" charset="0"/>
                  </a:rPr>
                  <a:t>π</a:t>
                </a:r>
                <a:r>
                  <a:rPr lang="zh-CN" altLang="en-US" sz="2800" dirty="0">
                    <a:latin typeface="Times New Roman" panose="02020603050405020304" pitchFamily="18" charset="0"/>
                    <a:ea typeface="华文楷体" pitchFamily="2" charset="-122"/>
                    <a:cs typeface="Times New Roman" panose="02020603050405020304" pitchFamily="18" charset="0"/>
                  </a:rPr>
                  <a:t>倍</a:t>
                </a:r>
                <a:r>
                  <a:rPr lang="zh-CN" altLang="en-US" sz="2800" dirty="0">
                    <a:latin typeface="华文楷体" pitchFamily="2" charset="-122"/>
                    <a:ea typeface="华文楷体" pitchFamily="2" charset="-122"/>
                    <a:cs typeface="楷体_GB2312" panose="02010609030101010101" pitchFamily="49" charset="-122"/>
                  </a:rPr>
                  <a:t>。</a:t>
                </a:r>
                <a:endParaRPr lang="zh-CN" altLang="en-US" sz="2800" dirty="0">
                  <a:latin typeface="华文楷体" pitchFamily="2" charset="-122"/>
                  <a:ea typeface="华文楷体" pitchFamily="2" charset="-122"/>
                  <a:cs typeface="楷体_GB2312" panose="02010609030101010101" pitchFamily="49" charset="-122"/>
                </a:endParaRPr>
              </a:p>
            </p:txBody>
          </p:sp>
        </mc:Choice>
        <mc:Fallback>
          <p:sp>
            <p:nvSpPr>
              <p:cNvPr id="19470" name="Text Box 3"/>
              <p:cNvSpPr txBox="1">
                <a:spLocks noRot="1" noChangeAspect="1" noMove="1" noResize="1" noEditPoints="1" noAdjustHandles="1" noChangeArrowheads="1" noChangeShapeType="1" noTextEdit="1"/>
              </p:cNvSpPr>
              <p:nvPr/>
            </p:nvSpPr>
            <p:spPr bwMode="auto">
              <a:xfrm>
                <a:off x="642938" y="5000625"/>
                <a:ext cx="8072437" cy="1384300"/>
              </a:xfrm>
              <a:prstGeom prst="rect">
                <a:avLst/>
              </a:prstGeom>
              <a:blipFill rotWithShape="1">
                <a:blip r:embed="rId9"/>
                <a:stretch>
                  <a:fillRect l="-4" r="-24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1" name="标题 1"/>
          <p:cNvSpPr>
            <a:spLocks noGrp="1"/>
          </p:cNvSpPr>
          <p:nvPr>
            <p:ph type="title"/>
          </p:nvPr>
        </p:nvSpPr>
        <p:spPr/>
        <p:txBody>
          <a:bodyPr/>
          <a:lstStyle/>
          <a:p>
            <a:r>
              <a:rPr lang="en-US" altLang="zh-CN"/>
              <a:t>4.2  </a:t>
            </a:r>
            <a:r>
              <a:rPr lang="zh-CN" altLang="en-US"/>
              <a:t>周期信号的傅里叶变换</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2AC56A-FE1F-4CF9-9700-0A6022C6FF39}"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20493" name="Group 5"/>
          <p:cNvGrpSpPr/>
          <p:nvPr/>
        </p:nvGrpSpPr>
        <p:grpSpPr bwMode="auto">
          <a:xfrm>
            <a:off x="857250" y="1285875"/>
            <a:ext cx="5441950" cy="1020763"/>
            <a:chOff x="576" y="1872"/>
            <a:chExt cx="3428" cy="643"/>
          </a:xfrm>
        </p:grpSpPr>
        <p:sp>
          <p:nvSpPr>
            <p:cNvPr id="20499" name="Text Box 6"/>
            <p:cNvSpPr txBox="1">
              <a:spLocks noChangeArrowheads="1"/>
            </p:cNvSpPr>
            <p:nvPr/>
          </p:nvSpPr>
          <p:spPr bwMode="auto">
            <a:xfrm>
              <a:off x="576" y="2016"/>
              <a:ext cx="73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例</a:t>
              </a:r>
              <a:r>
                <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rPr>
                <a:t>1</a:t>
              </a:r>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a:t>
              </a:r>
              <a:r>
                <a:rPr lang="zh-CN" altLang="en-US" sz="2800" dirty="0">
                  <a:latin typeface="Times New Roman" panose="02020603050405020304" pitchFamily="18" charset="0"/>
                  <a:ea typeface="华文楷体" pitchFamily="2" charset="-122"/>
                  <a:cs typeface="楷体_GB2312" panose="02010609030101010101" pitchFamily="49" charset="-122"/>
                </a:rPr>
                <a:t> </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aphicFrame>
          <p:nvGraphicFramePr>
            <p:cNvPr id="20490" name="Object 2"/>
            <p:cNvGraphicFramePr>
              <a:graphicFrameLocks noChangeAspect="1"/>
            </p:cNvGraphicFramePr>
            <p:nvPr/>
          </p:nvGraphicFramePr>
          <p:xfrm>
            <a:off x="1180" y="1872"/>
            <a:ext cx="2824" cy="643"/>
          </p:xfrm>
          <a:graphic>
            <a:graphicData uri="http://schemas.openxmlformats.org/presentationml/2006/ole">
              <mc:AlternateContent xmlns:mc="http://schemas.openxmlformats.org/markup-compatibility/2006">
                <mc:Choice xmlns:v="urn:schemas-microsoft-com:vml" Requires="v">
                  <p:oleObj spid="_x0000_s21022" name="Equation" r:id="rId1" imgW="1917700" imgH="419100" progId="Equation.DSMT4">
                    <p:embed/>
                  </p:oleObj>
                </mc:Choice>
                <mc:Fallback>
                  <p:oleObj name="Equation" r:id="rId1" imgW="1917700" imgH="4191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0" y="1872"/>
                          <a:ext cx="2824" cy="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8" name="Object 3"/>
          <p:cNvGraphicFramePr>
            <a:graphicFrameLocks noChangeAspect="1"/>
          </p:cNvGraphicFramePr>
          <p:nvPr/>
        </p:nvGraphicFramePr>
        <p:xfrm>
          <a:off x="1725613" y="2481263"/>
          <a:ext cx="5094287" cy="989012"/>
        </p:xfrm>
        <a:graphic>
          <a:graphicData uri="http://schemas.openxmlformats.org/presentationml/2006/ole">
            <mc:AlternateContent xmlns:mc="http://schemas.openxmlformats.org/markup-compatibility/2006">
              <mc:Choice xmlns:v="urn:schemas-microsoft-com:vml" Requires="v">
                <p:oleObj spid="_x0000_s21023" name="Equation" r:id="rId3" imgW="2159000" imgH="419100" progId="Equation.DSMT4">
                  <p:embed/>
                </p:oleObj>
              </mc:Choice>
              <mc:Fallback>
                <p:oleObj name="Equation" r:id="rId3" imgW="2159000" imgH="4191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5613" y="2481263"/>
                        <a:ext cx="5094287" cy="989012"/>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grpSp>
        <p:nvGrpSpPr>
          <p:cNvPr id="3" name="Group 9"/>
          <p:cNvGrpSpPr/>
          <p:nvPr/>
        </p:nvGrpSpPr>
        <p:grpSpPr bwMode="auto">
          <a:xfrm>
            <a:off x="1924050" y="3714750"/>
            <a:ext cx="4648200" cy="1981200"/>
            <a:chOff x="2688" y="2961"/>
            <a:chExt cx="2928" cy="1248"/>
          </a:xfrm>
        </p:grpSpPr>
        <p:sp>
          <p:nvSpPr>
            <p:cNvPr id="20495" name="Line 10"/>
            <p:cNvSpPr>
              <a:spLocks noChangeShapeType="1"/>
            </p:cNvSpPr>
            <p:nvPr/>
          </p:nvSpPr>
          <p:spPr bwMode="auto">
            <a:xfrm>
              <a:off x="2688" y="3658"/>
              <a:ext cx="292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0483" name="Object 4"/>
            <p:cNvGraphicFramePr>
              <a:graphicFrameLocks noChangeAspect="1"/>
            </p:cNvGraphicFramePr>
            <p:nvPr/>
          </p:nvGraphicFramePr>
          <p:xfrm>
            <a:off x="4086" y="2961"/>
            <a:ext cx="521" cy="224"/>
          </p:xfrm>
          <a:graphic>
            <a:graphicData uri="http://schemas.openxmlformats.org/presentationml/2006/ole">
              <mc:AlternateContent xmlns:mc="http://schemas.openxmlformats.org/markup-compatibility/2006">
                <mc:Choice xmlns:v="urn:schemas-microsoft-com:vml" Requires="v">
                  <p:oleObj spid="_x0000_s21024" name="Equation" r:id="rId5" imgW="469900" imgH="203200" progId="Equation.DSMT4">
                    <p:embed/>
                  </p:oleObj>
                </mc:Choice>
                <mc:Fallback>
                  <p:oleObj name="Equation" r:id="rId5" imgW="4699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6" y="2961"/>
                          <a:ext cx="521"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6" name="Line 12"/>
            <p:cNvSpPr>
              <a:spLocks noChangeShapeType="1"/>
            </p:cNvSpPr>
            <p:nvPr/>
          </p:nvSpPr>
          <p:spPr bwMode="auto">
            <a:xfrm flipV="1">
              <a:off x="4101" y="3142"/>
              <a:ext cx="0" cy="51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7" name="Line 13"/>
            <p:cNvSpPr>
              <a:spLocks noChangeShapeType="1"/>
            </p:cNvSpPr>
            <p:nvPr/>
          </p:nvSpPr>
          <p:spPr bwMode="auto">
            <a:xfrm>
              <a:off x="3480" y="3658"/>
              <a:ext cx="0" cy="483"/>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8" name="Freeform 14"/>
            <p:cNvSpPr/>
            <p:nvPr/>
          </p:nvSpPr>
          <p:spPr bwMode="auto">
            <a:xfrm>
              <a:off x="4718" y="3206"/>
              <a:ext cx="3" cy="459"/>
            </a:xfrm>
            <a:custGeom>
              <a:avLst/>
              <a:gdLst>
                <a:gd name="T0" fmla="*/ 3 w 3"/>
                <a:gd name="T1" fmla="*/ 201 h 604"/>
                <a:gd name="T2" fmla="*/ 0 w 3"/>
                <a:gd name="T3" fmla="*/ 0 h 604"/>
                <a:gd name="T4" fmla="*/ 0 60000 65536"/>
                <a:gd name="T5" fmla="*/ 0 60000 65536"/>
                <a:gd name="T6" fmla="*/ 0 w 3"/>
                <a:gd name="T7" fmla="*/ 0 h 604"/>
                <a:gd name="T8" fmla="*/ 3 w 3"/>
                <a:gd name="T9" fmla="*/ 604 h 604"/>
              </a:gdLst>
              <a:ahLst/>
              <a:cxnLst>
                <a:cxn ang="T4">
                  <a:pos x="T0" y="T1"/>
                </a:cxn>
                <a:cxn ang="T5">
                  <a:pos x="T2" y="T3"/>
                </a:cxn>
              </a:cxnLst>
              <a:rect l="T6" t="T7" r="T8" b="T9"/>
              <a:pathLst>
                <a:path w="3" h="604">
                  <a:moveTo>
                    <a:pt x="3" y="604"/>
                  </a:moveTo>
                  <a:lnTo>
                    <a:pt x="0" y="0"/>
                  </a:lnTo>
                </a:path>
              </a:pathLst>
            </a:custGeom>
            <a:noFill/>
            <a:ln w="2857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0484" name="Object 5"/>
            <p:cNvGraphicFramePr>
              <a:graphicFrameLocks noChangeAspect="1"/>
            </p:cNvGraphicFramePr>
            <p:nvPr/>
          </p:nvGraphicFramePr>
          <p:xfrm>
            <a:off x="3294" y="3420"/>
            <a:ext cx="375" cy="282"/>
          </p:xfrm>
          <a:graphic>
            <a:graphicData uri="http://schemas.openxmlformats.org/presentationml/2006/ole">
              <mc:AlternateContent xmlns:mc="http://schemas.openxmlformats.org/markup-compatibility/2006">
                <mc:Choice xmlns:v="urn:schemas-microsoft-com:vml" Requires="v">
                  <p:oleObj spid="_x0000_s21025" name="Equation" r:id="rId7" imgW="304800" imgH="228600" progId="Equation.DSMT4">
                    <p:embed/>
                  </p:oleObj>
                </mc:Choice>
                <mc:Fallback>
                  <p:oleObj name="Equation" r:id="rId7" imgW="3048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4" y="3420"/>
                          <a:ext cx="375"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5" name="Object 6"/>
            <p:cNvGraphicFramePr>
              <a:graphicFrameLocks noChangeAspect="1"/>
            </p:cNvGraphicFramePr>
            <p:nvPr/>
          </p:nvGraphicFramePr>
          <p:xfrm>
            <a:off x="4603" y="3608"/>
            <a:ext cx="234" cy="280"/>
          </p:xfrm>
          <a:graphic>
            <a:graphicData uri="http://schemas.openxmlformats.org/presentationml/2006/ole">
              <mc:AlternateContent xmlns:mc="http://schemas.openxmlformats.org/markup-compatibility/2006">
                <mc:Choice xmlns:v="urn:schemas-microsoft-com:vml" Requires="v">
                  <p:oleObj spid="_x0000_s21026" name="Equation" r:id="rId9" imgW="190500" imgH="228600" progId="Equation.DSMT4">
                    <p:embed/>
                  </p:oleObj>
                </mc:Choice>
                <mc:Fallback>
                  <p:oleObj name="Equation" r:id="rId9" imgW="190500" imgH="2286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03" y="3608"/>
                          <a:ext cx="23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6" name="Object 7"/>
            <p:cNvGraphicFramePr>
              <a:graphicFrameLocks noChangeAspect="1"/>
            </p:cNvGraphicFramePr>
            <p:nvPr/>
          </p:nvGraphicFramePr>
          <p:xfrm>
            <a:off x="3515" y="3763"/>
            <a:ext cx="297" cy="446"/>
          </p:xfrm>
          <a:graphic>
            <a:graphicData uri="http://schemas.openxmlformats.org/presentationml/2006/ole">
              <mc:AlternateContent xmlns:mc="http://schemas.openxmlformats.org/markup-compatibility/2006">
                <mc:Choice xmlns:v="urn:schemas-microsoft-com:vml" Requires="v">
                  <p:oleObj spid="_x0000_s21027" name="Equation" r:id="rId11" imgW="279400" imgH="419100" progId="Equation.DSMT4">
                    <p:embed/>
                  </p:oleObj>
                </mc:Choice>
                <mc:Fallback>
                  <p:oleObj name="Equation" r:id="rId11" imgW="279400" imgH="4191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15" y="3763"/>
                          <a:ext cx="29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7" name="Object 8"/>
            <p:cNvGraphicFramePr>
              <a:graphicFrameLocks noChangeAspect="1"/>
            </p:cNvGraphicFramePr>
            <p:nvPr/>
          </p:nvGraphicFramePr>
          <p:xfrm>
            <a:off x="4754" y="3073"/>
            <a:ext cx="178" cy="448"/>
          </p:xfrm>
          <a:graphic>
            <a:graphicData uri="http://schemas.openxmlformats.org/presentationml/2006/ole">
              <mc:AlternateContent xmlns:mc="http://schemas.openxmlformats.org/markup-compatibility/2006">
                <mc:Choice xmlns:v="urn:schemas-microsoft-com:vml" Requires="v">
                  <p:oleObj spid="_x0000_s21028" name="Equation" r:id="rId13" imgW="165100" imgH="419100" progId="Equation.DSMT4">
                    <p:embed/>
                  </p:oleObj>
                </mc:Choice>
                <mc:Fallback>
                  <p:oleObj name="Equation" r:id="rId13" imgW="165100" imgH="4191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54" y="3073"/>
                          <a:ext cx="178" cy="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8" name="Object 9"/>
            <p:cNvGraphicFramePr>
              <a:graphicFrameLocks noChangeAspect="1"/>
            </p:cNvGraphicFramePr>
            <p:nvPr/>
          </p:nvGraphicFramePr>
          <p:xfrm>
            <a:off x="5409" y="3487"/>
            <a:ext cx="173" cy="158"/>
          </p:xfrm>
          <a:graphic>
            <a:graphicData uri="http://schemas.openxmlformats.org/presentationml/2006/ole">
              <mc:AlternateContent xmlns:mc="http://schemas.openxmlformats.org/markup-compatibility/2006">
                <mc:Choice xmlns:v="urn:schemas-microsoft-com:vml" Requires="v">
                  <p:oleObj spid="_x0000_s21029" name="Equation" r:id="rId15" imgW="152400" imgH="139700" progId="Equation.DSMT4">
                    <p:embed/>
                  </p:oleObj>
                </mc:Choice>
                <mc:Fallback>
                  <p:oleObj name="Equation" r:id="rId15" imgW="152400" imgH="1397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09" y="3487"/>
                          <a:ext cx="173"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9" name="Object 10"/>
            <p:cNvGraphicFramePr>
              <a:graphicFrameLocks noChangeAspect="1"/>
            </p:cNvGraphicFramePr>
            <p:nvPr/>
          </p:nvGraphicFramePr>
          <p:xfrm>
            <a:off x="4023" y="3644"/>
            <a:ext cx="213" cy="244"/>
          </p:xfrm>
          <a:graphic>
            <a:graphicData uri="http://schemas.openxmlformats.org/presentationml/2006/ole">
              <mc:AlternateContent xmlns:mc="http://schemas.openxmlformats.org/markup-compatibility/2006">
                <mc:Choice xmlns:v="urn:schemas-microsoft-com:vml" Requires="v">
                  <p:oleObj spid="_x0000_s21030" name="Equation" r:id="rId17" imgW="114300" imgH="177800" progId="Equation.DSMT4">
                    <p:embed/>
                  </p:oleObj>
                </mc:Choice>
                <mc:Fallback>
                  <p:oleObj name="Equation" r:id="rId17" imgW="114300" imgH="1778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23" y="3644"/>
                          <a:ext cx="213"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5" name="标题 1"/>
          <p:cNvSpPr>
            <a:spLocks noGrp="1"/>
          </p:cNvSpPr>
          <p:nvPr>
            <p:ph type="title"/>
          </p:nvPr>
        </p:nvSpPr>
        <p:spPr/>
        <p:txBody>
          <a:bodyPr/>
          <a:lstStyle/>
          <a:p>
            <a:r>
              <a:rPr lang="en-US" altLang="zh-CN"/>
              <a:t>4.2  </a:t>
            </a:r>
            <a:r>
              <a:rPr lang="zh-CN" altLang="en-US"/>
              <a:t>周期信号的傅里叶变换</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127568C-50C2-496E-9EB9-51BF5795AA66}"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aphicFrame>
        <p:nvGraphicFramePr>
          <p:cNvPr id="5" name="Object 2"/>
          <p:cNvGraphicFramePr>
            <a:graphicFrameLocks noChangeAspect="1"/>
          </p:cNvGraphicFramePr>
          <p:nvPr/>
        </p:nvGraphicFramePr>
        <p:xfrm>
          <a:off x="2171700" y="2652713"/>
          <a:ext cx="4938713" cy="490537"/>
        </p:xfrm>
        <a:graphic>
          <a:graphicData uri="http://schemas.openxmlformats.org/presentationml/2006/ole">
            <mc:AlternateContent xmlns:mc="http://schemas.openxmlformats.org/markup-compatibility/2006">
              <mc:Choice xmlns:v="urn:schemas-microsoft-com:vml" Requires="v">
                <p:oleObj spid="_x0000_s22046" name="Equation" r:id="rId1" imgW="2120900" imgH="228600" progId="Equation.DSMT4">
                  <p:embed/>
                </p:oleObj>
              </mc:Choice>
              <mc:Fallback>
                <p:oleObj name="Equation" r:id="rId1" imgW="2120900"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0" y="2652713"/>
                        <a:ext cx="4938713" cy="490537"/>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grpSp>
        <p:nvGrpSpPr>
          <p:cNvPr id="2" name="Group 4"/>
          <p:cNvGrpSpPr/>
          <p:nvPr/>
        </p:nvGrpSpPr>
        <p:grpSpPr bwMode="auto">
          <a:xfrm>
            <a:off x="2000250" y="3705225"/>
            <a:ext cx="5602288" cy="1509713"/>
            <a:chOff x="1056" y="1353"/>
            <a:chExt cx="3529" cy="951"/>
          </a:xfrm>
        </p:grpSpPr>
        <p:sp>
          <p:nvSpPr>
            <p:cNvPr id="21520" name="Line 5"/>
            <p:cNvSpPr>
              <a:spLocks noChangeShapeType="1"/>
            </p:cNvSpPr>
            <p:nvPr/>
          </p:nvSpPr>
          <p:spPr bwMode="auto">
            <a:xfrm>
              <a:off x="1056" y="2088"/>
              <a:ext cx="3504"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1" name="Line 6"/>
            <p:cNvSpPr>
              <a:spLocks noChangeShapeType="1"/>
            </p:cNvSpPr>
            <p:nvPr/>
          </p:nvSpPr>
          <p:spPr bwMode="auto">
            <a:xfrm flipV="1">
              <a:off x="2700" y="1396"/>
              <a:ext cx="0" cy="6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2" name="Line 7"/>
            <p:cNvSpPr>
              <a:spLocks noChangeShapeType="1"/>
            </p:cNvSpPr>
            <p:nvPr/>
          </p:nvSpPr>
          <p:spPr bwMode="auto">
            <a:xfrm flipV="1">
              <a:off x="2138" y="1570"/>
              <a:ext cx="0" cy="51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3" name="Line 8"/>
            <p:cNvSpPr>
              <a:spLocks noChangeShapeType="1"/>
            </p:cNvSpPr>
            <p:nvPr/>
          </p:nvSpPr>
          <p:spPr bwMode="auto">
            <a:xfrm flipV="1">
              <a:off x="3263" y="1570"/>
              <a:ext cx="0" cy="51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1508" name="Object 3"/>
            <p:cNvGraphicFramePr>
              <a:graphicFrameLocks noChangeAspect="1"/>
            </p:cNvGraphicFramePr>
            <p:nvPr/>
          </p:nvGraphicFramePr>
          <p:xfrm>
            <a:off x="2700" y="1353"/>
            <a:ext cx="520" cy="225"/>
          </p:xfrm>
          <a:graphic>
            <a:graphicData uri="http://schemas.openxmlformats.org/presentationml/2006/ole">
              <mc:AlternateContent xmlns:mc="http://schemas.openxmlformats.org/markup-compatibility/2006">
                <mc:Choice xmlns:v="urn:schemas-microsoft-com:vml" Requires="v">
                  <p:oleObj spid="_x0000_s22047" name="Equation" r:id="rId3" imgW="469900" imgH="203200" progId="Equation.DSMT4">
                    <p:embed/>
                  </p:oleObj>
                </mc:Choice>
                <mc:Fallback>
                  <p:oleObj name="Equation" r:id="rId3" imgW="4699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 y="1353"/>
                          <a:ext cx="520"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9" name="Object 4"/>
            <p:cNvGraphicFramePr>
              <a:graphicFrameLocks noChangeAspect="1"/>
            </p:cNvGraphicFramePr>
            <p:nvPr/>
          </p:nvGraphicFramePr>
          <p:xfrm>
            <a:off x="2174" y="1526"/>
            <a:ext cx="215" cy="215"/>
          </p:xfrm>
          <a:graphic>
            <a:graphicData uri="http://schemas.openxmlformats.org/presentationml/2006/ole">
              <mc:AlternateContent xmlns:mc="http://schemas.openxmlformats.org/markup-compatibility/2006">
                <mc:Choice xmlns:v="urn:schemas-microsoft-com:vml" Requires="v">
                  <p:oleObj spid="_x0000_s22048" name="Equation" r:id="rId5" imgW="139700" imgH="139700" progId="Equation.DSMT4">
                    <p:embed/>
                  </p:oleObj>
                </mc:Choice>
                <mc:Fallback>
                  <p:oleObj name="Equation" r:id="rId5" imgW="139700" imgH="139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4" y="1526"/>
                          <a:ext cx="215"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0" name="Object 5"/>
            <p:cNvGraphicFramePr>
              <a:graphicFrameLocks noChangeAspect="1"/>
            </p:cNvGraphicFramePr>
            <p:nvPr/>
          </p:nvGraphicFramePr>
          <p:xfrm>
            <a:off x="3299" y="1526"/>
            <a:ext cx="216" cy="215"/>
          </p:xfrm>
          <a:graphic>
            <a:graphicData uri="http://schemas.openxmlformats.org/presentationml/2006/ole">
              <mc:AlternateContent xmlns:mc="http://schemas.openxmlformats.org/markup-compatibility/2006">
                <mc:Choice xmlns:v="urn:schemas-microsoft-com:vml" Requires="v">
                  <p:oleObj spid="_x0000_s22049" name="Equation" r:id="rId7" imgW="139700" imgH="139700" progId="Equation.DSMT4">
                    <p:embed/>
                  </p:oleObj>
                </mc:Choice>
                <mc:Fallback>
                  <p:oleObj name="Equation" r:id="rId7" imgW="139700" imgH="1397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9" y="1526"/>
                          <a:ext cx="216"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1" name="Object 6"/>
            <p:cNvGraphicFramePr>
              <a:graphicFrameLocks noChangeAspect="1"/>
            </p:cNvGraphicFramePr>
            <p:nvPr/>
          </p:nvGraphicFramePr>
          <p:xfrm>
            <a:off x="1921" y="2002"/>
            <a:ext cx="389" cy="292"/>
          </p:xfrm>
          <a:graphic>
            <a:graphicData uri="http://schemas.openxmlformats.org/presentationml/2006/ole">
              <mc:AlternateContent xmlns:mc="http://schemas.openxmlformats.org/markup-compatibility/2006">
                <mc:Choice xmlns:v="urn:schemas-microsoft-com:vml" Requires="v">
                  <p:oleObj spid="_x0000_s22050" name="Equation" r:id="rId8" imgW="304800" imgH="228600" progId="Equation.DSMT4">
                    <p:embed/>
                  </p:oleObj>
                </mc:Choice>
                <mc:Fallback>
                  <p:oleObj name="Equation" r:id="rId8" imgW="304800" imgH="2286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21" y="2002"/>
                          <a:ext cx="389"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2" name="Object 7"/>
            <p:cNvGraphicFramePr>
              <a:graphicFrameLocks noChangeAspect="1"/>
            </p:cNvGraphicFramePr>
            <p:nvPr/>
          </p:nvGraphicFramePr>
          <p:xfrm>
            <a:off x="3132" y="2002"/>
            <a:ext cx="252" cy="302"/>
          </p:xfrm>
          <a:graphic>
            <a:graphicData uri="http://schemas.openxmlformats.org/presentationml/2006/ole">
              <mc:AlternateContent xmlns:mc="http://schemas.openxmlformats.org/markup-compatibility/2006">
                <mc:Choice xmlns:v="urn:schemas-microsoft-com:vml" Requires="v">
                  <p:oleObj spid="_x0000_s22051" name="Equation" r:id="rId10" imgW="190500" imgH="228600" progId="Equation.DSMT4">
                    <p:embed/>
                  </p:oleObj>
                </mc:Choice>
                <mc:Fallback>
                  <p:oleObj name="Equation" r:id="rId10" imgW="190500" imgH="22860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32" y="2002"/>
                          <a:ext cx="252"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3" name="Object 8"/>
            <p:cNvGraphicFramePr>
              <a:graphicFrameLocks noChangeAspect="1"/>
            </p:cNvGraphicFramePr>
            <p:nvPr/>
          </p:nvGraphicFramePr>
          <p:xfrm>
            <a:off x="4345" y="1872"/>
            <a:ext cx="240" cy="220"/>
          </p:xfrm>
          <a:graphic>
            <a:graphicData uri="http://schemas.openxmlformats.org/presentationml/2006/ole">
              <mc:AlternateContent xmlns:mc="http://schemas.openxmlformats.org/markup-compatibility/2006">
                <mc:Choice xmlns:v="urn:schemas-microsoft-com:vml" Requires="v">
                  <p:oleObj spid="_x0000_s22052" name="Equation" r:id="rId12" imgW="152400" imgH="139700" progId="Equation.DSMT4">
                    <p:embed/>
                  </p:oleObj>
                </mc:Choice>
                <mc:Fallback>
                  <p:oleObj name="Equation" r:id="rId12" imgW="152400" imgH="13970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45" y="1872"/>
                          <a:ext cx="240"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4" name="Object 9"/>
            <p:cNvGraphicFramePr>
              <a:graphicFrameLocks noChangeAspect="1"/>
            </p:cNvGraphicFramePr>
            <p:nvPr/>
          </p:nvGraphicFramePr>
          <p:xfrm>
            <a:off x="2593" y="2073"/>
            <a:ext cx="220" cy="199"/>
          </p:xfrm>
          <a:graphic>
            <a:graphicData uri="http://schemas.openxmlformats.org/presentationml/2006/ole">
              <mc:AlternateContent xmlns:mc="http://schemas.openxmlformats.org/markup-compatibility/2006">
                <mc:Choice xmlns:v="urn:schemas-microsoft-com:vml" Requires="v">
                  <p:oleObj spid="_x0000_s22053" name="Equation" r:id="rId14" imgW="114300" imgH="177800" progId="Equation.DSMT4">
                    <p:embed/>
                  </p:oleObj>
                </mc:Choice>
                <mc:Fallback>
                  <p:oleObj name="Equation" r:id="rId14" imgW="114300" imgH="177800" progId="Equation.DSMT4">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93" y="2073"/>
                          <a:ext cx="220"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1518" name="Group 16"/>
          <p:cNvGrpSpPr/>
          <p:nvPr/>
        </p:nvGrpSpPr>
        <p:grpSpPr bwMode="auto">
          <a:xfrm>
            <a:off x="1238250" y="1298575"/>
            <a:ext cx="5516563" cy="962025"/>
            <a:chOff x="576" y="536"/>
            <a:chExt cx="3475" cy="606"/>
          </a:xfrm>
        </p:grpSpPr>
        <p:graphicFrame>
          <p:nvGraphicFramePr>
            <p:cNvPr id="21507" name="Object 10"/>
            <p:cNvGraphicFramePr>
              <a:graphicFrameLocks noChangeAspect="1"/>
            </p:cNvGraphicFramePr>
            <p:nvPr/>
          </p:nvGraphicFramePr>
          <p:xfrm>
            <a:off x="1257" y="536"/>
            <a:ext cx="2794" cy="606"/>
          </p:xfrm>
          <a:graphic>
            <a:graphicData uri="http://schemas.openxmlformats.org/presentationml/2006/ole">
              <mc:AlternateContent xmlns:mc="http://schemas.openxmlformats.org/markup-compatibility/2006">
                <mc:Choice xmlns:v="urn:schemas-microsoft-com:vml" Requires="v">
                  <p:oleObj spid="_x0000_s22054" name="Equation" r:id="rId16" imgW="1892300" imgH="393700" progId="Equation.DSMT4">
                    <p:embed/>
                  </p:oleObj>
                </mc:Choice>
                <mc:Fallback>
                  <p:oleObj name="Equation" r:id="rId16" imgW="1892300" imgH="393700" progId="Equation.DSMT4">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57" y="536"/>
                          <a:ext cx="2794" cy="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9" name="Text Box 18"/>
            <p:cNvSpPr txBox="1">
              <a:spLocks noChangeArrowheads="1"/>
            </p:cNvSpPr>
            <p:nvPr/>
          </p:nvSpPr>
          <p:spPr bwMode="auto">
            <a:xfrm>
              <a:off x="576" y="672"/>
              <a:ext cx="73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例</a:t>
              </a:r>
              <a:r>
                <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rPr>
                <a:t>2</a:t>
              </a:r>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 </a:t>
              </a:r>
              <a:endPar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6" name="标题 1"/>
          <p:cNvSpPr>
            <a:spLocks noGrp="1"/>
          </p:cNvSpPr>
          <p:nvPr>
            <p:ph type="title"/>
          </p:nvPr>
        </p:nvSpPr>
        <p:spPr/>
        <p:txBody>
          <a:bodyPr/>
          <a:lstStyle/>
          <a:p>
            <a:r>
              <a:rPr lang="en-US" altLang="zh-CN"/>
              <a:t>4.2  </a:t>
            </a:r>
            <a:r>
              <a:rPr lang="zh-CN" altLang="en-US"/>
              <a:t>周期信号的傅里叶变换</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5FD76BC-E831-428A-9205-75330C011C6B}"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aphicFrame>
        <p:nvGraphicFramePr>
          <p:cNvPr id="5" name="Object 2"/>
          <p:cNvGraphicFramePr>
            <a:graphicFrameLocks noChangeAspect="1"/>
          </p:cNvGraphicFramePr>
          <p:nvPr/>
        </p:nvGraphicFramePr>
        <p:xfrm>
          <a:off x="1814513" y="2286000"/>
          <a:ext cx="3579812" cy="1027113"/>
        </p:xfrm>
        <a:graphic>
          <a:graphicData uri="http://schemas.openxmlformats.org/presentationml/2006/ole">
            <mc:AlternateContent xmlns:mc="http://schemas.openxmlformats.org/markup-compatibility/2006">
              <mc:Choice xmlns:v="urn:schemas-microsoft-com:vml" Requires="v">
                <p:oleObj spid="_x0000_s23490" name="Equation" r:id="rId1" imgW="1459865" imgH="431800" progId="Equation.DSMT4">
                  <p:embed/>
                </p:oleObj>
              </mc:Choice>
              <mc:Fallback>
                <p:oleObj name="Equation" r:id="rId1" imgW="1459865" imgH="431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513" y="2286000"/>
                        <a:ext cx="3579812" cy="102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548" name="Group 19"/>
          <p:cNvGrpSpPr/>
          <p:nvPr/>
        </p:nvGrpSpPr>
        <p:grpSpPr bwMode="auto">
          <a:xfrm>
            <a:off x="700088" y="1276350"/>
            <a:ext cx="3511550" cy="882650"/>
            <a:chOff x="576" y="2652"/>
            <a:chExt cx="2212" cy="556"/>
          </a:xfrm>
        </p:grpSpPr>
        <p:graphicFrame>
          <p:nvGraphicFramePr>
            <p:cNvPr id="22545" name="Object 3"/>
            <p:cNvGraphicFramePr>
              <a:graphicFrameLocks noChangeAspect="1"/>
            </p:cNvGraphicFramePr>
            <p:nvPr/>
          </p:nvGraphicFramePr>
          <p:xfrm>
            <a:off x="1200" y="2652"/>
            <a:ext cx="1588" cy="556"/>
          </p:xfrm>
          <a:graphic>
            <a:graphicData uri="http://schemas.openxmlformats.org/presentationml/2006/ole">
              <mc:AlternateContent xmlns:mc="http://schemas.openxmlformats.org/markup-compatibility/2006">
                <mc:Choice xmlns:v="urn:schemas-microsoft-com:vml" Requires="v">
                  <p:oleObj spid="_x0000_s23491" name="Equation" r:id="rId3" imgW="1231265" imgH="431800" progId="Equation.DSMT4">
                    <p:embed/>
                  </p:oleObj>
                </mc:Choice>
                <mc:Fallback>
                  <p:oleObj name="Equation" r:id="rId3" imgW="1231265" imgH="431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2652"/>
                          <a:ext cx="1588" cy="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76" name="Text Box 21"/>
            <p:cNvSpPr txBox="1">
              <a:spLocks noChangeArrowheads="1"/>
            </p:cNvSpPr>
            <p:nvPr/>
          </p:nvSpPr>
          <p:spPr bwMode="auto">
            <a:xfrm>
              <a:off x="576" y="2748"/>
              <a:ext cx="73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例</a:t>
              </a:r>
              <a:r>
                <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rPr>
                <a:t>3</a:t>
              </a:r>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a:t>
              </a:r>
              <a:r>
                <a:rPr lang="zh-CN" altLang="en-US" sz="2800" dirty="0">
                  <a:latin typeface="Times New Roman" panose="02020603050405020304" pitchFamily="18" charset="0"/>
                  <a:ea typeface="华文楷体" pitchFamily="2" charset="-122"/>
                  <a:cs typeface="楷体_GB2312" panose="02010609030101010101" pitchFamily="49" charset="-122"/>
                </a:rPr>
                <a:t> </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pSp>
      <p:grpSp>
        <p:nvGrpSpPr>
          <p:cNvPr id="22549" name="Group 22"/>
          <p:cNvGrpSpPr/>
          <p:nvPr/>
        </p:nvGrpSpPr>
        <p:grpSpPr bwMode="auto">
          <a:xfrm>
            <a:off x="4357688" y="1428750"/>
            <a:ext cx="2928937" cy="519113"/>
            <a:chOff x="2880" y="2748"/>
            <a:chExt cx="1845" cy="327"/>
          </a:xfrm>
        </p:grpSpPr>
        <p:sp>
          <p:nvSpPr>
            <p:cNvPr id="22574" name="Text Box 23"/>
            <p:cNvSpPr txBox="1">
              <a:spLocks noChangeArrowheads="1"/>
            </p:cNvSpPr>
            <p:nvPr/>
          </p:nvSpPr>
          <p:spPr bwMode="auto">
            <a:xfrm>
              <a:off x="3484" y="2748"/>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均匀冲激串</a:t>
              </a:r>
              <a:endPar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endParaRPr>
            </a:p>
          </p:txBody>
        </p:sp>
        <p:sp>
          <p:nvSpPr>
            <p:cNvPr id="22575" name="Line 24"/>
            <p:cNvSpPr>
              <a:spLocks noChangeShapeType="1"/>
            </p:cNvSpPr>
            <p:nvPr/>
          </p:nvSpPr>
          <p:spPr bwMode="auto">
            <a:xfrm>
              <a:off x="2880" y="2940"/>
              <a:ext cx="57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en-US"/>
            </a:p>
          </p:txBody>
        </p:sp>
      </p:grpSp>
      <p:grpSp>
        <p:nvGrpSpPr>
          <p:cNvPr id="6" name="Group 2"/>
          <p:cNvGrpSpPr/>
          <p:nvPr/>
        </p:nvGrpSpPr>
        <p:grpSpPr bwMode="auto">
          <a:xfrm>
            <a:off x="914400" y="4478338"/>
            <a:ext cx="3678238" cy="2000250"/>
            <a:chOff x="624" y="1056"/>
            <a:chExt cx="2317" cy="1260"/>
          </a:xfrm>
        </p:grpSpPr>
        <p:sp>
          <p:nvSpPr>
            <p:cNvPr id="22563" name="Line 3"/>
            <p:cNvSpPr>
              <a:spLocks noChangeShapeType="1"/>
            </p:cNvSpPr>
            <p:nvPr/>
          </p:nvSpPr>
          <p:spPr bwMode="auto">
            <a:xfrm>
              <a:off x="624" y="2068"/>
              <a:ext cx="231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64" name="Line 4"/>
            <p:cNvSpPr>
              <a:spLocks noChangeShapeType="1"/>
            </p:cNvSpPr>
            <p:nvPr/>
          </p:nvSpPr>
          <p:spPr bwMode="auto">
            <a:xfrm flipV="1">
              <a:off x="1700" y="1116"/>
              <a:ext cx="0" cy="95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65" name="Line 5"/>
            <p:cNvSpPr>
              <a:spLocks noChangeShapeType="1"/>
            </p:cNvSpPr>
            <p:nvPr/>
          </p:nvSpPr>
          <p:spPr bwMode="auto">
            <a:xfrm flipV="1">
              <a:off x="1700" y="1571"/>
              <a:ext cx="0" cy="497"/>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66" name="Line 6"/>
            <p:cNvSpPr>
              <a:spLocks noChangeShapeType="1"/>
            </p:cNvSpPr>
            <p:nvPr/>
          </p:nvSpPr>
          <p:spPr bwMode="auto">
            <a:xfrm flipV="1">
              <a:off x="1989" y="1571"/>
              <a:ext cx="0" cy="497"/>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67" name="Line 7"/>
            <p:cNvSpPr>
              <a:spLocks noChangeShapeType="1"/>
            </p:cNvSpPr>
            <p:nvPr/>
          </p:nvSpPr>
          <p:spPr bwMode="auto">
            <a:xfrm flipV="1">
              <a:off x="1410" y="1571"/>
              <a:ext cx="0" cy="497"/>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68" name="Line 8"/>
            <p:cNvSpPr>
              <a:spLocks noChangeShapeType="1"/>
            </p:cNvSpPr>
            <p:nvPr/>
          </p:nvSpPr>
          <p:spPr bwMode="auto">
            <a:xfrm flipV="1">
              <a:off x="2279" y="1571"/>
              <a:ext cx="0" cy="497"/>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69" name="Line 9"/>
            <p:cNvSpPr>
              <a:spLocks noChangeShapeType="1"/>
            </p:cNvSpPr>
            <p:nvPr/>
          </p:nvSpPr>
          <p:spPr bwMode="auto">
            <a:xfrm flipV="1">
              <a:off x="1120" y="1571"/>
              <a:ext cx="0" cy="497"/>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2539" name="Object 4"/>
            <p:cNvGraphicFramePr>
              <a:graphicFrameLocks noChangeAspect="1"/>
            </p:cNvGraphicFramePr>
            <p:nvPr/>
          </p:nvGraphicFramePr>
          <p:xfrm>
            <a:off x="1885" y="2078"/>
            <a:ext cx="175" cy="207"/>
          </p:xfrm>
          <a:graphic>
            <a:graphicData uri="http://schemas.openxmlformats.org/presentationml/2006/ole">
              <mc:AlternateContent xmlns:mc="http://schemas.openxmlformats.org/markup-compatibility/2006">
                <mc:Choice xmlns:v="urn:schemas-microsoft-com:vml" Requires="v">
                  <p:oleObj spid="_x0000_s23492" name="Equation" r:id="rId5" imgW="139700" imgH="165100" progId="Equation.DSMT4">
                    <p:embed/>
                  </p:oleObj>
                </mc:Choice>
                <mc:Fallback>
                  <p:oleObj name="Equation" r:id="rId5" imgW="139700" imgH="1651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5" y="2078"/>
                          <a:ext cx="175"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0" name="Object 5"/>
            <p:cNvGraphicFramePr>
              <a:graphicFrameLocks noChangeAspect="1"/>
            </p:cNvGraphicFramePr>
            <p:nvPr/>
          </p:nvGraphicFramePr>
          <p:xfrm>
            <a:off x="1272" y="2078"/>
            <a:ext cx="290" cy="206"/>
          </p:xfrm>
          <a:graphic>
            <a:graphicData uri="http://schemas.openxmlformats.org/presentationml/2006/ole">
              <mc:AlternateContent xmlns:mc="http://schemas.openxmlformats.org/markup-compatibility/2006">
                <mc:Choice xmlns:v="urn:schemas-microsoft-com:vml" Requires="v">
                  <p:oleObj spid="_x0000_s23493" name="Equation" r:id="rId7" imgW="254000" imgH="165100" progId="Equation.DSMT4">
                    <p:embed/>
                  </p:oleObj>
                </mc:Choice>
                <mc:Fallback>
                  <p:oleObj name="Equation" r:id="rId7" imgW="254000" imgH="1651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2" y="2078"/>
                          <a:ext cx="290"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1" name="Object 6"/>
            <p:cNvGraphicFramePr>
              <a:graphicFrameLocks noChangeAspect="1"/>
            </p:cNvGraphicFramePr>
            <p:nvPr/>
          </p:nvGraphicFramePr>
          <p:xfrm>
            <a:off x="2148" y="2078"/>
            <a:ext cx="290" cy="206"/>
          </p:xfrm>
          <a:graphic>
            <a:graphicData uri="http://schemas.openxmlformats.org/presentationml/2006/ole">
              <mc:AlternateContent xmlns:mc="http://schemas.openxmlformats.org/markup-compatibility/2006">
                <mc:Choice xmlns:v="urn:schemas-microsoft-com:vml" Requires="v">
                  <p:oleObj spid="_x0000_s23494" name="Equation" r:id="rId9" imgW="215900" imgH="165100" progId="Equation.DSMT4">
                    <p:embed/>
                  </p:oleObj>
                </mc:Choice>
                <mc:Fallback>
                  <p:oleObj name="Equation" r:id="rId9" imgW="215900" imgH="1651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48" y="2078"/>
                          <a:ext cx="290"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2" name="Object 7"/>
            <p:cNvGraphicFramePr>
              <a:graphicFrameLocks noChangeAspect="1"/>
            </p:cNvGraphicFramePr>
            <p:nvPr/>
          </p:nvGraphicFramePr>
          <p:xfrm>
            <a:off x="878" y="2078"/>
            <a:ext cx="414" cy="206"/>
          </p:xfrm>
          <a:graphic>
            <a:graphicData uri="http://schemas.openxmlformats.org/presentationml/2006/ole">
              <mc:AlternateContent xmlns:mc="http://schemas.openxmlformats.org/markup-compatibility/2006">
                <mc:Choice xmlns:v="urn:schemas-microsoft-com:vml" Requires="v">
                  <p:oleObj spid="_x0000_s23495" name="Equation" r:id="rId11" imgW="330200" imgH="165100" progId="Equation.DSMT4">
                    <p:embed/>
                  </p:oleObj>
                </mc:Choice>
                <mc:Fallback>
                  <p:oleObj name="Equation" r:id="rId11" imgW="330200" imgH="1651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8" y="2078"/>
                          <a:ext cx="414"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70" name="Text Box 14"/>
            <p:cNvSpPr txBox="1">
              <a:spLocks noChangeArrowheads="1"/>
            </p:cNvSpPr>
            <p:nvPr/>
          </p:nvSpPr>
          <p:spPr bwMode="auto">
            <a:xfrm>
              <a:off x="1584" y="2064"/>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楷体_GB2312" panose="02010609030101010101" pitchFamily="49" charset="-122"/>
                  <a:cs typeface="Times New Roman" panose="02020603050405020304" pitchFamily="18" charset="0"/>
                </a:rPr>
                <a:t>0</a:t>
              </a:r>
              <a:endParaRPr lang="en-US" altLang="zh-CN" sz="2000">
                <a:solidFill>
                  <a:srgbClr val="000000"/>
                </a:solidFill>
                <a:latin typeface="Times New Roman" panose="02020603050405020304" pitchFamily="18" charset="0"/>
                <a:ea typeface="楷体_GB2312" panose="02010609030101010101" pitchFamily="49" charset="-122"/>
                <a:cs typeface="Times New Roman" panose="02020603050405020304" pitchFamily="18" charset="0"/>
              </a:endParaRPr>
            </a:p>
          </p:txBody>
        </p:sp>
        <p:graphicFrame>
          <p:nvGraphicFramePr>
            <p:cNvPr id="22543" name="Object 8"/>
            <p:cNvGraphicFramePr>
              <a:graphicFrameLocks noChangeAspect="1"/>
            </p:cNvGraphicFramePr>
            <p:nvPr/>
          </p:nvGraphicFramePr>
          <p:xfrm>
            <a:off x="1728" y="1056"/>
            <a:ext cx="372" cy="271"/>
          </p:xfrm>
          <a:graphic>
            <a:graphicData uri="http://schemas.openxmlformats.org/presentationml/2006/ole">
              <mc:AlternateContent xmlns:mc="http://schemas.openxmlformats.org/markup-compatibility/2006">
                <mc:Choice xmlns:v="urn:schemas-microsoft-com:vml" Requires="v">
                  <p:oleObj spid="_x0000_s23496" name="Equation" r:id="rId13" imgW="279400" imgH="203200" progId="Equation.DSMT4">
                    <p:embed/>
                  </p:oleObj>
                </mc:Choice>
                <mc:Fallback>
                  <p:oleObj name="Equation" r:id="rId13" imgW="279400" imgH="2032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28" y="1056"/>
                          <a:ext cx="372"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4" name="Object 9"/>
            <p:cNvGraphicFramePr>
              <a:graphicFrameLocks noChangeAspect="1"/>
            </p:cNvGraphicFramePr>
            <p:nvPr/>
          </p:nvGraphicFramePr>
          <p:xfrm>
            <a:off x="2733" y="1860"/>
            <a:ext cx="145" cy="249"/>
          </p:xfrm>
          <a:graphic>
            <a:graphicData uri="http://schemas.openxmlformats.org/presentationml/2006/ole">
              <mc:AlternateContent xmlns:mc="http://schemas.openxmlformats.org/markup-compatibility/2006">
                <mc:Choice xmlns:v="urn:schemas-microsoft-com:vml" Requires="v">
                  <p:oleObj spid="_x0000_s23497" name="Equation" r:id="rId15" imgW="88900" imgH="152400" progId="Equation.DSMT4">
                    <p:embed/>
                  </p:oleObj>
                </mc:Choice>
                <mc:Fallback>
                  <p:oleObj name="Equation" r:id="rId15" imgW="88900" imgH="1524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33" y="1860"/>
                          <a:ext cx="145"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71" name="Text Box 17"/>
            <p:cNvSpPr txBox="1">
              <a:spLocks noChangeArrowheads="1"/>
            </p:cNvSpPr>
            <p:nvPr/>
          </p:nvSpPr>
          <p:spPr bwMode="auto">
            <a:xfrm>
              <a:off x="1696" y="1385"/>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楷体_GB2312" panose="02010609030101010101" pitchFamily="49" charset="-122"/>
                  <a:cs typeface="Times New Roman" panose="02020603050405020304" pitchFamily="18" charset="0"/>
                </a:rPr>
                <a:t>1</a:t>
              </a:r>
              <a:endParaRPr lang="en-US" altLang="zh-CN" sz="2000">
                <a:solidFill>
                  <a:srgbClr val="000000"/>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22572" name="Line 18"/>
            <p:cNvSpPr>
              <a:spLocks noChangeShapeType="1"/>
            </p:cNvSpPr>
            <p:nvPr/>
          </p:nvSpPr>
          <p:spPr bwMode="auto">
            <a:xfrm>
              <a:off x="707" y="1902"/>
              <a:ext cx="331" cy="0"/>
            </a:xfrm>
            <a:prstGeom prst="line">
              <a:avLst/>
            </a:prstGeom>
            <a:noFill/>
            <a:ln w="31750">
              <a:solidFill>
                <a:schemeClr val="tx2"/>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22573" name="Line 19"/>
            <p:cNvSpPr>
              <a:spLocks noChangeShapeType="1"/>
            </p:cNvSpPr>
            <p:nvPr/>
          </p:nvSpPr>
          <p:spPr bwMode="auto">
            <a:xfrm>
              <a:off x="2361" y="1902"/>
              <a:ext cx="331" cy="0"/>
            </a:xfrm>
            <a:prstGeom prst="line">
              <a:avLst/>
            </a:prstGeom>
            <a:noFill/>
            <a:ln w="31750">
              <a:solidFill>
                <a:schemeClr val="tx2"/>
              </a:solidFill>
              <a:prstDash val="sysDot"/>
              <a:round/>
            </a:ln>
            <a:extLst>
              <a:ext uri="{909E8E84-426E-40DD-AFC4-6F175D3DCCD1}">
                <a14:hiddenFill xmlns:a14="http://schemas.microsoft.com/office/drawing/2010/main">
                  <a:noFill/>
                </a14:hiddenFill>
              </a:ext>
            </a:extLst>
          </p:spPr>
          <p:txBody>
            <a:bodyPr/>
            <a:lstStyle/>
            <a:p>
              <a:endParaRPr lang="en-US"/>
            </a:p>
          </p:txBody>
        </p:sp>
      </p:grpSp>
      <p:grpSp>
        <p:nvGrpSpPr>
          <p:cNvPr id="7" name="Group 20"/>
          <p:cNvGrpSpPr/>
          <p:nvPr/>
        </p:nvGrpSpPr>
        <p:grpSpPr bwMode="auto">
          <a:xfrm>
            <a:off x="5105400" y="4505325"/>
            <a:ext cx="3611563" cy="2035175"/>
            <a:chOff x="3231" y="1073"/>
            <a:chExt cx="2275" cy="1282"/>
          </a:xfrm>
        </p:grpSpPr>
        <p:sp>
          <p:nvSpPr>
            <p:cNvPr id="22553" name="Line 21"/>
            <p:cNvSpPr>
              <a:spLocks noChangeShapeType="1"/>
            </p:cNvSpPr>
            <p:nvPr/>
          </p:nvSpPr>
          <p:spPr bwMode="auto">
            <a:xfrm>
              <a:off x="3231" y="2068"/>
              <a:ext cx="2275"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4" name="Line 22"/>
            <p:cNvSpPr>
              <a:spLocks noChangeShapeType="1"/>
            </p:cNvSpPr>
            <p:nvPr/>
          </p:nvSpPr>
          <p:spPr bwMode="auto">
            <a:xfrm flipV="1">
              <a:off x="4348" y="1198"/>
              <a:ext cx="0" cy="87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2534" name="Object 10"/>
            <p:cNvGraphicFramePr>
              <a:graphicFrameLocks noChangeAspect="1"/>
            </p:cNvGraphicFramePr>
            <p:nvPr/>
          </p:nvGraphicFramePr>
          <p:xfrm>
            <a:off x="4389" y="1073"/>
            <a:ext cx="555" cy="240"/>
          </p:xfrm>
          <a:graphic>
            <a:graphicData uri="http://schemas.openxmlformats.org/presentationml/2006/ole">
              <mc:AlternateContent xmlns:mc="http://schemas.openxmlformats.org/markup-compatibility/2006">
                <mc:Choice xmlns:v="urn:schemas-microsoft-com:vml" Requires="v">
                  <p:oleObj spid="_x0000_s23498" name="Equation" r:id="rId17" imgW="469900" imgH="203200" progId="Equation.DSMT4">
                    <p:embed/>
                  </p:oleObj>
                </mc:Choice>
                <mc:Fallback>
                  <p:oleObj name="Equation" r:id="rId17" imgW="469900" imgH="2032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89" y="1073"/>
                          <a:ext cx="555"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55" name="Line 24"/>
            <p:cNvSpPr>
              <a:spLocks noChangeShapeType="1"/>
            </p:cNvSpPr>
            <p:nvPr/>
          </p:nvSpPr>
          <p:spPr bwMode="auto">
            <a:xfrm flipV="1">
              <a:off x="4141" y="1695"/>
              <a:ext cx="0" cy="373"/>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6" name="Line 25"/>
            <p:cNvSpPr>
              <a:spLocks noChangeShapeType="1"/>
            </p:cNvSpPr>
            <p:nvPr/>
          </p:nvSpPr>
          <p:spPr bwMode="auto">
            <a:xfrm flipV="1">
              <a:off x="4554" y="1695"/>
              <a:ext cx="0" cy="373"/>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7" name="Line 26"/>
            <p:cNvSpPr>
              <a:spLocks noChangeShapeType="1"/>
            </p:cNvSpPr>
            <p:nvPr/>
          </p:nvSpPr>
          <p:spPr bwMode="auto">
            <a:xfrm flipV="1">
              <a:off x="3934" y="1695"/>
              <a:ext cx="0" cy="373"/>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8" name="Line 27"/>
            <p:cNvSpPr>
              <a:spLocks noChangeShapeType="1"/>
            </p:cNvSpPr>
            <p:nvPr/>
          </p:nvSpPr>
          <p:spPr bwMode="auto">
            <a:xfrm flipV="1">
              <a:off x="4761" y="1695"/>
              <a:ext cx="0" cy="373"/>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9" name="Line 28"/>
            <p:cNvSpPr>
              <a:spLocks noChangeShapeType="1"/>
            </p:cNvSpPr>
            <p:nvPr/>
          </p:nvSpPr>
          <p:spPr bwMode="auto">
            <a:xfrm flipV="1">
              <a:off x="4348" y="1695"/>
              <a:ext cx="0" cy="373"/>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60" name="Line 29"/>
            <p:cNvSpPr>
              <a:spLocks noChangeShapeType="1"/>
            </p:cNvSpPr>
            <p:nvPr/>
          </p:nvSpPr>
          <p:spPr bwMode="auto">
            <a:xfrm>
              <a:off x="3438" y="1902"/>
              <a:ext cx="331" cy="0"/>
            </a:xfrm>
            <a:prstGeom prst="line">
              <a:avLst/>
            </a:prstGeom>
            <a:noFill/>
            <a:ln w="31750">
              <a:solidFill>
                <a:schemeClr val="tx2"/>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22561" name="Line 30"/>
            <p:cNvSpPr>
              <a:spLocks noChangeShapeType="1"/>
            </p:cNvSpPr>
            <p:nvPr/>
          </p:nvSpPr>
          <p:spPr bwMode="auto">
            <a:xfrm>
              <a:off x="4927" y="1902"/>
              <a:ext cx="331" cy="0"/>
            </a:xfrm>
            <a:prstGeom prst="line">
              <a:avLst/>
            </a:prstGeom>
            <a:noFill/>
            <a:ln w="31750">
              <a:solidFill>
                <a:schemeClr val="tx2"/>
              </a:solidFill>
              <a:prstDash val="sysDot"/>
              <a:round/>
            </a:ln>
            <a:extLst>
              <a:ext uri="{909E8E84-426E-40DD-AFC4-6F175D3DCCD1}">
                <a14:hiddenFill xmlns:a14="http://schemas.microsoft.com/office/drawing/2010/main">
                  <a:noFill/>
                </a14:hiddenFill>
              </a:ext>
            </a:extLst>
          </p:spPr>
          <p:txBody>
            <a:bodyPr/>
            <a:lstStyle/>
            <a:p>
              <a:endParaRPr lang="en-US"/>
            </a:p>
          </p:txBody>
        </p:sp>
        <p:sp>
          <p:nvSpPr>
            <p:cNvPr id="22562" name="Text Box 31"/>
            <p:cNvSpPr txBox="1">
              <a:spLocks noChangeArrowheads="1"/>
            </p:cNvSpPr>
            <p:nvPr/>
          </p:nvSpPr>
          <p:spPr bwMode="auto">
            <a:xfrm>
              <a:off x="4265" y="2026"/>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00"/>
                  </a:solidFill>
                  <a:latin typeface="Times New Roman" panose="02020603050405020304" pitchFamily="18" charset="0"/>
                  <a:ea typeface="楷体_GB2312" panose="02010609030101010101" pitchFamily="49" charset="-122"/>
                  <a:cs typeface="Times New Roman" panose="02020603050405020304" pitchFamily="18" charset="0"/>
                </a:rPr>
                <a:t>0</a:t>
              </a:r>
              <a:endParaRPr lang="en-US" altLang="zh-CN" sz="2000">
                <a:solidFill>
                  <a:srgbClr val="000000"/>
                </a:solidFill>
                <a:latin typeface="Times New Roman" panose="02020603050405020304" pitchFamily="18" charset="0"/>
                <a:ea typeface="楷体_GB2312" panose="02010609030101010101" pitchFamily="49" charset="-122"/>
                <a:cs typeface="Times New Roman" panose="02020603050405020304" pitchFamily="18" charset="0"/>
              </a:endParaRPr>
            </a:p>
          </p:txBody>
        </p:sp>
        <p:graphicFrame>
          <p:nvGraphicFramePr>
            <p:cNvPr id="22535" name="Object 11"/>
            <p:cNvGraphicFramePr>
              <a:graphicFrameLocks noChangeAspect="1"/>
            </p:cNvGraphicFramePr>
            <p:nvPr/>
          </p:nvGraphicFramePr>
          <p:xfrm>
            <a:off x="4380" y="2176"/>
            <a:ext cx="329" cy="179"/>
          </p:xfrm>
          <a:graphic>
            <a:graphicData uri="http://schemas.openxmlformats.org/presentationml/2006/ole">
              <mc:AlternateContent xmlns:mc="http://schemas.openxmlformats.org/markup-compatibility/2006">
                <mc:Choice xmlns:v="urn:schemas-microsoft-com:vml" Requires="v">
                  <p:oleObj spid="_x0000_s23499" name="Equation" r:id="rId19" imgW="419100" imgH="177800" progId="Equation.DSMT4">
                    <p:embed/>
                  </p:oleObj>
                </mc:Choice>
                <mc:Fallback>
                  <p:oleObj name="Equation" r:id="rId19" imgW="419100" imgH="177800"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80" y="2176"/>
                          <a:ext cx="329"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6" name="Object 12"/>
            <p:cNvGraphicFramePr>
              <a:graphicFrameLocks noChangeAspect="1"/>
            </p:cNvGraphicFramePr>
            <p:nvPr/>
          </p:nvGraphicFramePr>
          <p:xfrm>
            <a:off x="3881" y="2167"/>
            <a:ext cx="415" cy="186"/>
          </p:xfrm>
          <a:graphic>
            <a:graphicData uri="http://schemas.openxmlformats.org/presentationml/2006/ole">
              <mc:AlternateContent xmlns:mc="http://schemas.openxmlformats.org/markup-compatibility/2006">
                <mc:Choice xmlns:v="urn:schemas-microsoft-com:vml" Requires="v">
                  <p:oleObj spid="_x0000_s23500" name="Equation" r:id="rId21" imgW="508000" imgH="177800" progId="Equation.DSMT4">
                    <p:embed/>
                  </p:oleObj>
                </mc:Choice>
                <mc:Fallback>
                  <p:oleObj name="Equation" r:id="rId21" imgW="508000" imgH="177800" progId="Equation.DSMT4">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81" y="2167"/>
                          <a:ext cx="415"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7" name="Object 13"/>
            <p:cNvGraphicFramePr>
              <a:graphicFrameLocks noChangeAspect="1"/>
            </p:cNvGraphicFramePr>
            <p:nvPr/>
          </p:nvGraphicFramePr>
          <p:xfrm>
            <a:off x="4366" y="1344"/>
            <a:ext cx="239" cy="392"/>
          </p:xfrm>
          <a:graphic>
            <a:graphicData uri="http://schemas.openxmlformats.org/presentationml/2006/ole">
              <mc:AlternateContent xmlns:mc="http://schemas.openxmlformats.org/markup-compatibility/2006">
                <mc:Choice xmlns:v="urn:schemas-microsoft-com:vml" Requires="v">
                  <p:oleObj spid="_x0000_s23501" name="Equation" r:id="rId23" imgW="241300" imgH="393700" progId="Equation.DSMT4">
                    <p:embed/>
                  </p:oleObj>
                </mc:Choice>
                <mc:Fallback>
                  <p:oleObj name="Equation" r:id="rId23" imgW="241300" imgH="393700" progId="Equation.DSMT4">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366" y="1344"/>
                          <a:ext cx="239" cy="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8" name="Object 14"/>
            <p:cNvGraphicFramePr>
              <a:graphicFrameLocks noChangeAspect="1"/>
            </p:cNvGraphicFramePr>
            <p:nvPr/>
          </p:nvGraphicFramePr>
          <p:xfrm>
            <a:off x="5257" y="1902"/>
            <a:ext cx="207" cy="190"/>
          </p:xfrm>
          <a:graphic>
            <a:graphicData uri="http://schemas.openxmlformats.org/presentationml/2006/ole">
              <mc:AlternateContent xmlns:mc="http://schemas.openxmlformats.org/markup-compatibility/2006">
                <mc:Choice xmlns:v="urn:schemas-microsoft-com:vml" Requires="v">
                  <p:oleObj spid="_x0000_s23502" name="Equation" r:id="rId25" imgW="152400" imgH="139700" progId="Equation.DSMT4">
                    <p:embed/>
                  </p:oleObj>
                </mc:Choice>
                <mc:Fallback>
                  <p:oleObj name="Equation" r:id="rId25" imgW="152400" imgH="139700" progId="Equation.DSMT4">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257" y="1902"/>
                          <a:ext cx="207"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6" name="Object 15"/>
          <p:cNvGraphicFramePr>
            <a:graphicFrameLocks noChangeAspect="1"/>
          </p:cNvGraphicFramePr>
          <p:nvPr/>
        </p:nvGraphicFramePr>
        <p:xfrm>
          <a:off x="2184400" y="3416300"/>
          <a:ext cx="4459288" cy="941388"/>
        </p:xfrm>
        <a:graphic>
          <a:graphicData uri="http://schemas.openxmlformats.org/presentationml/2006/ole">
            <mc:AlternateContent xmlns:mc="http://schemas.openxmlformats.org/markup-compatibility/2006">
              <mc:Choice xmlns:v="urn:schemas-microsoft-com:vml" Requires="v">
                <p:oleObj spid="_x0000_s23503" name="Equation" r:id="rId27" imgW="2044700" imgH="431800" progId="Equation.DSMT4">
                  <p:embed/>
                </p:oleObj>
              </mc:Choice>
              <mc:Fallback>
                <p:oleObj name="Equation" r:id="rId27" imgW="2044700" imgH="431800" progId="Equation.DSMT4">
                  <p:embed/>
                  <p:pic>
                    <p:nvPicPr>
                      <p:cNvPr id="0" name="Object 1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184400" y="3416300"/>
                        <a:ext cx="4459288" cy="941388"/>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sp>
        <p:nvSpPr>
          <p:cNvPr id="47" name="Line 41"/>
          <p:cNvSpPr>
            <a:spLocks noChangeShapeType="1"/>
          </p:cNvSpPr>
          <p:nvPr/>
        </p:nvSpPr>
        <p:spPr bwMode="auto">
          <a:xfrm>
            <a:off x="4427538" y="5148263"/>
            <a:ext cx="1081087"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48144" name="Object 16"/>
          <p:cNvGraphicFramePr>
            <a:graphicFrameLocks noChangeAspect="1"/>
          </p:cNvGraphicFramePr>
          <p:nvPr/>
        </p:nvGraphicFramePr>
        <p:xfrm>
          <a:off x="5432425" y="2316163"/>
          <a:ext cx="2273300" cy="966787"/>
        </p:xfrm>
        <a:graphic>
          <a:graphicData uri="http://schemas.openxmlformats.org/presentationml/2006/ole">
            <mc:AlternateContent xmlns:mc="http://schemas.openxmlformats.org/markup-compatibility/2006">
              <mc:Choice xmlns:v="urn:schemas-microsoft-com:vml" Requires="v">
                <p:oleObj spid="_x0000_s23504" name="Equation" r:id="rId29" imgW="926465" imgH="406400" progId="Equation.DSMT4">
                  <p:embed/>
                </p:oleObj>
              </mc:Choice>
              <mc:Fallback>
                <p:oleObj name="Equation" r:id="rId29" imgW="926465" imgH="406400" progId="Equation.DSMT4">
                  <p:embed/>
                  <p:pic>
                    <p:nvPicPr>
                      <p:cNvPr id="0" name="Object 1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432425" y="2316163"/>
                        <a:ext cx="2273300" cy="96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45" name="Object 17"/>
          <p:cNvGraphicFramePr>
            <a:graphicFrameLocks noChangeAspect="1"/>
          </p:cNvGraphicFramePr>
          <p:nvPr/>
        </p:nvGraphicFramePr>
        <p:xfrm>
          <a:off x="7743825" y="2330450"/>
          <a:ext cx="685800" cy="936625"/>
        </p:xfrm>
        <a:graphic>
          <a:graphicData uri="http://schemas.openxmlformats.org/presentationml/2006/ole">
            <mc:AlternateContent xmlns:mc="http://schemas.openxmlformats.org/markup-compatibility/2006">
              <mc:Choice xmlns:v="urn:schemas-microsoft-com:vml" Requires="v">
                <p:oleObj spid="_x0000_s23505" name="Equation" r:id="rId31" imgW="279400" imgH="393700" progId="Equation.DSMT4">
                  <p:embed/>
                </p:oleObj>
              </mc:Choice>
              <mc:Fallback>
                <p:oleObj name="Equation" r:id="rId31" imgW="279400" imgH="393700" progId="Equation.DSMT4">
                  <p:embed/>
                  <p:pic>
                    <p:nvPicPr>
                      <p:cNvPr id="0" name="Object 1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743825" y="2330450"/>
                        <a:ext cx="6858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8144"/>
                                        </p:tgtEl>
                                        <p:attrNameLst>
                                          <p:attrName>style.visibility</p:attrName>
                                        </p:attrNameLst>
                                      </p:cBhvr>
                                      <p:to>
                                        <p:strVal val="visible"/>
                                      </p:to>
                                    </p:set>
                                    <p:animEffect transition="in" filter="blinds(horizontal)">
                                      <p:cBhvr>
                                        <p:cTn id="12" dur="500"/>
                                        <p:tgtEl>
                                          <p:spTgt spid="4814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8145"/>
                                        </p:tgtEl>
                                        <p:attrNameLst>
                                          <p:attrName>style.visibility</p:attrName>
                                        </p:attrNameLst>
                                      </p:cBhvr>
                                      <p:to>
                                        <p:strVal val="visible"/>
                                      </p:to>
                                    </p:set>
                                    <p:animEffect transition="in" filter="blinds(horizontal)">
                                      <p:cBhvr>
                                        <p:cTn id="17" dur="500"/>
                                        <p:tgtEl>
                                          <p:spTgt spid="4814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blinds(horizontal)">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8" fill="hold" nodeType="clickEffect">
                                  <p:stCondLst>
                                    <p:cond delay="0"/>
                                  </p:stCondLst>
                                  <p:childTnLst>
                                    <p:set>
                                      <p:cBhvr>
                                        <p:cTn id="31" dur="1" fill="hold">
                                          <p:stCondLst>
                                            <p:cond delay="0"/>
                                          </p:stCondLst>
                                        </p:cTn>
                                        <p:tgtEl>
                                          <p:spTgt spid="47"/>
                                        </p:tgtEl>
                                        <p:attrNameLst>
                                          <p:attrName>style.visibility</p:attrName>
                                        </p:attrNameLst>
                                      </p:cBhvr>
                                      <p:to>
                                        <p:strVal val="visible"/>
                                      </p:to>
                                    </p:set>
                                    <p:anim calcmode="lin" valueType="num">
                                      <p:cBhvr>
                                        <p:cTn id="32" dur="500" fill="hold"/>
                                        <p:tgtEl>
                                          <p:spTgt spid="47"/>
                                        </p:tgtEl>
                                        <p:attrNameLst>
                                          <p:attrName>ppt_x</p:attrName>
                                        </p:attrNameLst>
                                      </p:cBhvr>
                                      <p:tavLst>
                                        <p:tav tm="0">
                                          <p:val>
                                            <p:strVal val="#ppt_x-#ppt_w/2"/>
                                          </p:val>
                                        </p:tav>
                                        <p:tav tm="100000">
                                          <p:val>
                                            <p:strVal val="#ppt_x"/>
                                          </p:val>
                                        </p:tav>
                                      </p:tavLst>
                                    </p:anim>
                                    <p:anim calcmode="lin" valueType="num">
                                      <p:cBhvr>
                                        <p:cTn id="33" dur="500" fill="hold"/>
                                        <p:tgtEl>
                                          <p:spTgt spid="47"/>
                                        </p:tgtEl>
                                        <p:attrNameLst>
                                          <p:attrName>ppt_y</p:attrName>
                                        </p:attrNameLst>
                                      </p:cBhvr>
                                      <p:tavLst>
                                        <p:tav tm="0">
                                          <p:val>
                                            <p:strVal val="#ppt_y"/>
                                          </p:val>
                                        </p:tav>
                                        <p:tav tm="100000">
                                          <p:val>
                                            <p:strVal val="#ppt_y"/>
                                          </p:val>
                                        </p:tav>
                                      </p:tavLst>
                                    </p:anim>
                                    <p:anim calcmode="lin" valueType="num">
                                      <p:cBhvr>
                                        <p:cTn id="34" dur="500" fill="hold"/>
                                        <p:tgtEl>
                                          <p:spTgt spid="47"/>
                                        </p:tgtEl>
                                        <p:attrNameLst>
                                          <p:attrName>ppt_w</p:attrName>
                                        </p:attrNameLst>
                                      </p:cBhvr>
                                      <p:tavLst>
                                        <p:tav tm="0">
                                          <p:val>
                                            <p:fltVal val="0"/>
                                          </p:val>
                                        </p:tav>
                                        <p:tav tm="100000">
                                          <p:val>
                                            <p:strVal val="#ppt_w"/>
                                          </p:val>
                                        </p:tav>
                                      </p:tavLst>
                                    </p:anim>
                                    <p:anim calcmode="lin" valueType="num">
                                      <p:cBhvr>
                                        <p:cTn id="35" dur="500" fill="hold"/>
                                        <p:tgtEl>
                                          <p:spTgt spid="47"/>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blinds(horizontal)">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71" name="标题 1"/>
          <p:cNvSpPr>
            <a:spLocks noGrp="1"/>
          </p:cNvSpPr>
          <p:nvPr>
            <p:ph type="title"/>
          </p:nvPr>
        </p:nvSpPr>
        <p:spPr/>
        <p:txBody>
          <a:bodyPr/>
          <a:lstStyle/>
          <a:p>
            <a:r>
              <a:rPr lang="en-US" altLang="zh-CN"/>
              <a:t>4.2  </a:t>
            </a:r>
            <a:r>
              <a:rPr lang="zh-CN" altLang="en-US"/>
              <a:t>周期信号的傅里叶变换</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8DA1812-7B63-4D7D-9425-6FBD351F93A0}"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sp>
        <p:nvSpPr>
          <p:cNvPr id="23573" name="Text Box 2"/>
          <p:cNvSpPr txBox="1">
            <a:spLocks noChangeArrowheads="1"/>
          </p:cNvSpPr>
          <p:nvPr/>
        </p:nvSpPr>
        <p:spPr bwMode="auto">
          <a:xfrm>
            <a:off x="785813" y="1195388"/>
            <a:ext cx="34369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例</a:t>
            </a:r>
            <a:r>
              <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rPr>
              <a:t>4. </a:t>
            </a:r>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周期性矩形脉冲</a:t>
            </a:r>
            <a:endPar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endParaRPr>
          </a:p>
        </p:txBody>
      </p:sp>
      <p:graphicFrame>
        <p:nvGraphicFramePr>
          <p:cNvPr id="6" name="Object 2"/>
          <p:cNvGraphicFramePr>
            <a:graphicFrameLocks noChangeAspect="1"/>
          </p:cNvGraphicFramePr>
          <p:nvPr/>
        </p:nvGraphicFramePr>
        <p:xfrm>
          <a:off x="1604963" y="3363913"/>
          <a:ext cx="5753100" cy="901700"/>
        </p:xfrm>
        <a:graphic>
          <a:graphicData uri="http://schemas.openxmlformats.org/presentationml/2006/ole">
            <mc:AlternateContent xmlns:mc="http://schemas.openxmlformats.org/markup-compatibility/2006">
              <mc:Choice xmlns:v="urn:schemas-microsoft-com:vml" Requires="v">
                <p:oleObj spid="_x0000_s60534" name="Equation" r:id="rId1" imgW="2565400" imgH="431800" progId="Equation.DSMT4">
                  <p:embed/>
                </p:oleObj>
              </mc:Choice>
              <mc:Fallback>
                <p:oleObj name="Equation" r:id="rId1" imgW="2565400" imgH="431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4963" y="3363913"/>
                        <a:ext cx="5753100"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4"/>
          <p:cNvGraphicFramePr>
            <a:graphicFrameLocks noChangeAspect="1"/>
          </p:cNvGraphicFramePr>
          <p:nvPr/>
        </p:nvGraphicFramePr>
        <p:xfrm>
          <a:off x="6413500" y="4730750"/>
          <a:ext cx="1039813" cy="714375"/>
        </p:xfrm>
        <a:graphic>
          <a:graphicData uri="http://schemas.openxmlformats.org/presentationml/2006/ole">
            <mc:AlternateContent xmlns:mc="http://schemas.openxmlformats.org/markup-compatibility/2006">
              <mc:Choice xmlns:v="urn:schemas-microsoft-com:vml" Requires="v">
                <p:oleObj spid="_x0000_s60535" name="Equation" r:id="rId3" imgW="508000" imgH="393700" progId="Equation.DSMT4">
                  <p:embed/>
                </p:oleObj>
              </mc:Choice>
              <mc:Fallback>
                <p:oleObj name="Equation" r:id="rId3" imgW="508000" imgH="3937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3500" y="4730750"/>
                        <a:ext cx="1039813" cy="714375"/>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组合 44"/>
          <p:cNvGrpSpPr/>
          <p:nvPr/>
        </p:nvGrpSpPr>
        <p:grpSpPr bwMode="auto">
          <a:xfrm>
            <a:off x="2133600" y="4500563"/>
            <a:ext cx="5000625" cy="2159000"/>
            <a:chOff x="2133600" y="4500570"/>
            <a:chExt cx="5000625" cy="2158267"/>
          </a:xfrm>
        </p:grpSpPr>
        <p:sp>
          <p:nvSpPr>
            <p:cNvPr id="23576" name="Line 7"/>
            <p:cNvSpPr>
              <a:spLocks noChangeShapeType="1"/>
            </p:cNvSpPr>
            <p:nvPr/>
          </p:nvSpPr>
          <p:spPr bwMode="auto">
            <a:xfrm>
              <a:off x="2133600" y="6043636"/>
              <a:ext cx="4943475"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77" name="Line 8"/>
            <p:cNvSpPr>
              <a:spLocks noChangeShapeType="1"/>
            </p:cNvSpPr>
            <p:nvPr/>
          </p:nvSpPr>
          <p:spPr bwMode="auto">
            <a:xfrm flipV="1">
              <a:off x="4411663" y="4659336"/>
              <a:ext cx="0" cy="13843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78" name="Line 9"/>
            <p:cNvSpPr>
              <a:spLocks noChangeShapeType="1"/>
            </p:cNvSpPr>
            <p:nvPr/>
          </p:nvSpPr>
          <p:spPr bwMode="auto">
            <a:xfrm flipV="1">
              <a:off x="4411663" y="5075261"/>
              <a:ext cx="0" cy="968375"/>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79" name="Line 10"/>
            <p:cNvSpPr>
              <a:spLocks noChangeShapeType="1"/>
            </p:cNvSpPr>
            <p:nvPr/>
          </p:nvSpPr>
          <p:spPr bwMode="auto">
            <a:xfrm flipV="1">
              <a:off x="4033838" y="5419748"/>
              <a:ext cx="0" cy="6238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0" name="Line 11"/>
            <p:cNvSpPr>
              <a:spLocks noChangeShapeType="1"/>
            </p:cNvSpPr>
            <p:nvPr/>
          </p:nvSpPr>
          <p:spPr bwMode="auto">
            <a:xfrm>
              <a:off x="3273425" y="6043636"/>
              <a:ext cx="0" cy="276225"/>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1" name="Line 12"/>
            <p:cNvSpPr>
              <a:spLocks noChangeShapeType="1"/>
            </p:cNvSpPr>
            <p:nvPr/>
          </p:nvSpPr>
          <p:spPr bwMode="auto">
            <a:xfrm flipV="1">
              <a:off x="2606675" y="5835673"/>
              <a:ext cx="0" cy="207963"/>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2" name="Line 13"/>
            <p:cNvSpPr>
              <a:spLocks noChangeShapeType="1"/>
            </p:cNvSpPr>
            <p:nvPr/>
          </p:nvSpPr>
          <p:spPr bwMode="auto">
            <a:xfrm flipV="1">
              <a:off x="4794250" y="5419748"/>
              <a:ext cx="0" cy="6238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3" name="Line 14"/>
            <p:cNvSpPr>
              <a:spLocks noChangeShapeType="1"/>
            </p:cNvSpPr>
            <p:nvPr/>
          </p:nvSpPr>
          <p:spPr bwMode="auto">
            <a:xfrm>
              <a:off x="5459413" y="6043636"/>
              <a:ext cx="0" cy="276225"/>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4" name="Line 15"/>
            <p:cNvSpPr>
              <a:spLocks noChangeShapeType="1"/>
            </p:cNvSpPr>
            <p:nvPr/>
          </p:nvSpPr>
          <p:spPr bwMode="auto">
            <a:xfrm flipV="1">
              <a:off x="6126163" y="5835673"/>
              <a:ext cx="0" cy="207963"/>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3557" name="Object 5"/>
            <p:cNvGraphicFramePr>
              <a:graphicFrameLocks noChangeAspect="1"/>
            </p:cNvGraphicFramePr>
            <p:nvPr/>
          </p:nvGraphicFramePr>
          <p:xfrm>
            <a:off x="4500562" y="4500570"/>
            <a:ext cx="847725" cy="447675"/>
          </p:xfrm>
          <a:graphic>
            <a:graphicData uri="http://schemas.openxmlformats.org/presentationml/2006/ole">
              <mc:AlternateContent xmlns:mc="http://schemas.openxmlformats.org/markup-compatibility/2006">
                <mc:Choice xmlns:v="urn:schemas-microsoft-com:vml" Requires="v">
                  <p:oleObj spid="_x0000_s60536" name="Equation" r:id="rId5" imgW="469900" imgH="203200" progId="Equation.DSMT4">
                    <p:embed/>
                  </p:oleObj>
                </mc:Choice>
                <mc:Fallback>
                  <p:oleObj name="Equation" r:id="rId5" imgW="469900" imgH="203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2" y="4500570"/>
                          <a:ext cx="847725"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8" name="Object 6"/>
            <p:cNvGraphicFramePr>
              <a:graphicFrameLocks noChangeAspect="1"/>
            </p:cNvGraphicFramePr>
            <p:nvPr/>
          </p:nvGraphicFramePr>
          <p:xfrm>
            <a:off x="4597403" y="6028599"/>
            <a:ext cx="403225" cy="630238"/>
          </p:xfrm>
          <a:graphic>
            <a:graphicData uri="http://schemas.openxmlformats.org/presentationml/2006/ole">
              <mc:AlternateContent xmlns:mc="http://schemas.openxmlformats.org/markup-compatibility/2006">
                <mc:Choice xmlns:v="urn:schemas-microsoft-com:vml" Requires="v">
                  <p:oleObj spid="_x0000_s60537" name="Equation" r:id="rId7" imgW="241300" imgH="393700" progId="Equation.DSMT4">
                    <p:embed/>
                  </p:oleObj>
                </mc:Choice>
                <mc:Fallback>
                  <p:oleObj name="Equation" r:id="rId7" imgW="241300" imgH="3937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7403" y="6028599"/>
                          <a:ext cx="403225" cy="63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9" name="Object 7"/>
            <p:cNvGraphicFramePr>
              <a:graphicFrameLocks noChangeAspect="1"/>
            </p:cNvGraphicFramePr>
            <p:nvPr/>
          </p:nvGraphicFramePr>
          <p:xfrm>
            <a:off x="6657975" y="5762648"/>
            <a:ext cx="476250" cy="317500"/>
          </p:xfrm>
          <a:graphic>
            <a:graphicData uri="http://schemas.openxmlformats.org/presentationml/2006/ole">
              <mc:AlternateContent xmlns:mc="http://schemas.openxmlformats.org/markup-compatibility/2006">
                <mc:Choice xmlns:v="urn:schemas-microsoft-com:vml" Requires="v">
                  <p:oleObj spid="_x0000_s60538" name="Equation" r:id="rId9" imgW="152400" imgH="139700" progId="Equation.DSMT4">
                    <p:embed/>
                  </p:oleObj>
                </mc:Choice>
                <mc:Fallback>
                  <p:oleObj name="Equation" r:id="rId9" imgW="152400" imgH="1397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57975" y="5762648"/>
                          <a:ext cx="47625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0" name="Object 8"/>
            <p:cNvGraphicFramePr>
              <a:graphicFrameLocks noChangeAspect="1"/>
            </p:cNvGraphicFramePr>
            <p:nvPr/>
          </p:nvGraphicFramePr>
          <p:xfrm>
            <a:off x="2820988" y="5962673"/>
            <a:ext cx="266700" cy="214313"/>
          </p:xfrm>
          <a:graphic>
            <a:graphicData uri="http://schemas.openxmlformats.org/presentationml/2006/ole">
              <mc:AlternateContent xmlns:mc="http://schemas.openxmlformats.org/markup-compatibility/2006">
                <mc:Choice xmlns:v="urn:schemas-microsoft-com:vml" Requires="v">
                  <p:oleObj spid="_x0000_s60539" name="Equation" r:id="rId11" imgW="114300" imgH="127000" progId="Equation.DSMT4">
                    <p:embed/>
                  </p:oleObj>
                </mc:Choice>
                <mc:Fallback>
                  <p:oleObj name="Equation" r:id="rId11" imgW="114300" imgH="1270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20988" y="5962673"/>
                          <a:ext cx="266700"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1" name="Object 9"/>
            <p:cNvGraphicFramePr>
              <a:graphicFrameLocks noChangeAspect="1"/>
            </p:cNvGraphicFramePr>
            <p:nvPr/>
          </p:nvGraphicFramePr>
          <p:xfrm>
            <a:off x="3514725" y="5957911"/>
            <a:ext cx="266700" cy="214313"/>
          </p:xfrm>
          <a:graphic>
            <a:graphicData uri="http://schemas.openxmlformats.org/presentationml/2006/ole">
              <mc:AlternateContent xmlns:mc="http://schemas.openxmlformats.org/markup-compatibility/2006">
                <mc:Choice xmlns:v="urn:schemas-microsoft-com:vml" Requires="v">
                  <p:oleObj spid="_x0000_s60540" name="Equation" r:id="rId13" imgW="114300" imgH="127000" progId="Equation.DSMT4">
                    <p:embed/>
                  </p:oleObj>
                </mc:Choice>
                <mc:Fallback>
                  <p:oleObj name="Equation" r:id="rId13" imgW="114300" imgH="1270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14725" y="5957911"/>
                          <a:ext cx="266700"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2" name="Object 10"/>
            <p:cNvGraphicFramePr>
              <a:graphicFrameLocks noChangeAspect="1"/>
            </p:cNvGraphicFramePr>
            <p:nvPr/>
          </p:nvGraphicFramePr>
          <p:xfrm>
            <a:off x="5021263" y="5957911"/>
            <a:ext cx="266700" cy="214313"/>
          </p:xfrm>
          <a:graphic>
            <a:graphicData uri="http://schemas.openxmlformats.org/presentationml/2006/ole">
              <mc:AlternateContent xmlns:mc="http://schemas.openxmlformats.org/markup-compatibility/2006">
                <mc:Choice xmlns:v="urn:schemas-microsoft-com:vml" Requires="v">
                  <p:oleObj spid="_x0000_s60541" name="Equation" r:id="rId14" imgW="114300" imgH="127000" progId="Equation.DSMT4">
                    <p:embed/>
                  </p:oleObj>
                </mc:Choice>
                <mc:Fallback>
                  <p:oleObj name="Equation" r:id="rId14" imgW="114300" imgH="127000"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21263" y="5957911"/>
                          <a:ext cx="266700"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3" name="Object 11"/>
            <p:cNvGraphicFramePr>
              <a:graphicFrameLocks noChangeAspect="1"/>
            </p:cNvGraphicFramePr>
            <p:nvPr/>
          </p:nvGraphicFramePr>
          <p:xfrm>
            <a:off x="5649913" y="5962673"/>
            <a:ext cx="266700" cy="214313"/>
          </p:xfrm>
          <a:graphic>
            <a:graphicData uri="http://schemas.openxmlformats.org/presentationml/2006/ole">
              <mc:AlternateContent xmlns:mc="http://schemas.openxmlformats.org/markup-compatibility/2006">
                <mc:Choice xmlns:v="urn:schemas-microsoft-com:vml" Requires="v">
                  <p:oleObj spid="_x0000_s60542" name="Equation" r:id="rId15" imgW="114300" imgH="127000" progId="Equation.DSMT4">
                    <p:embed/>
                  </p:oleObj>
                </mc:Choice>
                <mc:Fallback>
                  <p:oleObj name="Equation" r:id="rId15" imgW="114300" imgH="1270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49913" y="5962673"/>
                          <a:ext cx="266700"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4" name="Object 18"/>
            <p:cNvGraphicFramePr>
              <a:graphicFrameLocks noChangeAspect="1"/>
            </p:cNvGraphicFramePr>
            <p:nvPr/>
          </p:nvGraphicFramePr>
          <p:xfrm>
            <a:off x="4442187" y="4916135"/>
            <a:ext cx="233362" cy="223838"/>
          </p:xfrm>
          <a:graphic>
            <a:graphicData uri="http://schemas.openxmlformats.org/presentationml/2006/ole">
              <mc:AlternateContent xmlns:mc="http://schemas.openxmlformats.org/markup-compatibility/2006">
                <mc:Choice xmlns:v="urn:schemas-microsoft-com:vml" Requires="v">
                  <p:oleObj spid="_x0000_s60543" name="Equation" r:id="rId16" imgW="139700" imgH="139700" progId="Equation.DSMT4">
                    <p:embed/>
                  </p:oleObj>
                </mc:Choice>
                <mc:Fallback>
                  <p:oleObj name="Equation" r:id="rId16" imgW="139700" imgH="139700" progId="Equation.DSMT4">
                    <p:embed/>
                    <p:pic>
                      <p:nvPicPr>
                        <p:cNvPr id="0"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42187" y="4916135"/>
                          <a:ext cx="233362" cy="22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4" name="Group 10"/>
          <p:cNvGrpSpPr/>
          <p:nvPr/>
        </p:nvGrpSpPr>
        <p:grpSpPr bwMode="auto">
          <a:xfrm>
            <a:off x="1473203" y="1663573"/>
            <a:ext cx="6248400" cy="1733550"/>
            <a:chOff x="1008" y="864"/>
            <a:chExt cx="3936" cy="1092"/>
          </a:xfrm>
        </p:grpSpPr>
        <p:graphicFrame>
          <p:nvGraphicFramePr>
            <p:cNvPr id="45" name="Object 2"/>
            <p:cNvGraphicFramePr>
              <a:graphicFrameLocks noChangeAspect="1"/>
            </p:cNvGraphicFramePr>
            <p:nvPr/>
          </p:nvGraphicFramePr>
          <p:xfrm>
            <a:off x="1056" y="864"/>
            <a:ext cx="3774" cy="1092"/>
          </p:xfrm>
          <a:graphic>
            <a:graphicData uri="http://schemas.openxmlformats.org/presentationml/2006/ole">
              <mc:AlternateContent xmlns:mc="http://schemas.openxmlformats.org/markup-compatibility/2006">
                <mc:Choice xmlns:v="urn:schemas-microsoft-com:vml" Requires="v">
                  <p:oleObj spid="_x0000_s60544" name="位图图像" r:id="rId18" imgW="5991225" imgH="1733550" progId="Paint.Picture">
                    <p:embed/>
                  </p:oleObj>
                </mc:Choice>
                <mc:Fallback>
                  <p:oleObj name="位图图像" r:id="rId18" imgW="5991225" imgH="1733550" progId="Paint.Picture">
                    <p:embed/>
                    <p:pic>
                      <p:nvPicPr>
                        <p:cNvPr id="0" name="Object 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56" y="864"/>
                          <a:ext cx="3774"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 name="Object 3"/>
            <p:cNvGraphicFramePr>
              <a:graphicFrameLocks noChangeAspect="1"/>
            </p:cNvGraphicFramePr>
            <p:nvPr/>
          </p:nvGraphicFramePr>
          <p:xfrm>
            <a:off x="2781" y="1200"/>
            <a:ext cx="86" cy="161"/>
          </p:xfrm>
          <a:graphic>
            <a:graphicData uri="http://schemas.openxmlformats.org/presentationml/2006/ole">
              <mc:AlternateContent xmlns:mc="http://schemas.openxmlformats.org/markup-compatibility/2006">
                <mc:Choice xmlns:v="urn:schemas-microsoft-com:vml" Requires="v">
                  <p:oleObj spid="_x0000_s60545" name="Equation" r:id="rId20" imgW="88900" imgH="164465" progId="Equation.DSMT4">
                    <p:embed/>
                  </p:oleObj>
                </mc:Choice>
                <mc:Fallback>
                  <p:oleObj name="Equation" r:id="rId20" imgW="88900" imgH="164465" progId="Equation.DSMT4">
                    <p:embed/>
                    <p:pic>
                      <p:nvPicPr>
                        <p:cNvPr id="0" name="Object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81" y="1200"/>
                          <a:ext cx="86" cy="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 name="Object 4"/>
            <p:cNvGraphicFramePr>
              <a:graphicFrameLocks noChangeAspect="1"/>
            </p:cNvGraphicFramePr>
            <p:nvPr/>
          </p:nvGraphicFramePr>
          <p:xfrm>
            <a:off x="3553" y="1717"/>
            <a:ext cx="165" cy="196"/>
          </p:xfrm>
          <a:graphic>
            <a:graphicData uri="http://schemas.openxmlformats.org/presentationml/2006/ole">
              <mc:AlternateContent xmlns:mc="http://schemas.openxmlformats.org/markup-compatibility/2006">
                <mc:Choice xmlns:v="urn:schemas-microsoft-com:vml" Requires="v">
                  <p:oleObj spid="_x0000_s60546" name="Equation" r:id="rId22" imgW="139700" imgH="165100" progId="Equation.DSMT4">
                    <p:embed/>
                  </p:oleObj>
                </mc:Choice>
                <mc:Fallback>
                  <p:oleObj name="Equation" r:id="rId22" imgW="139700" imgH="165100" progId="Equation.DSMT4">
                    <p:embed/>
                    <p:pic>
                      <p:nvPicPr>
                        <p:cNvPr id="0" name="Object 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53" y="1717"/>
                          <a:ext cx="16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5"/>
            <p:cNvGraphicFramePr>
              <a:graphicFrameLocks noChangeAspect="1"/>
            </p:cNvGraphicFramePr>
            <p:nvPr/>
          </p:nvGraphicFramePr>
          <p:xfrm>
            <a:off x="2070" y="1715"/>
            <a:ext cx="256" cy="185"/>
          </p:xfrm>
          <a:graphic>
            <a:graphicData uri="http://schemas.openxmlformats.org/presentationml/2006/ole">
              <mc:AlternateContent xmlns:mc="http://schemas.openxmlformats.org/markup-compatibility/2006">
                <mc:Choice xmlns:v="urn:schemas-microsoft-com:vml" Requires="v">
                  <p:oleObj spid="_x0000_s60547" name="Equation" r:id="rId24" imgW="228600" imgH="165100" progId="Equation.DSMT4">
                    <p:embed/>
                  </p:oleObj>
                </mc:Choice>
                <mc:Fallback>
                  <p:oleObj name="Equation" r:id="rId24" imgW="228600" imgH="165100" progId="Equation.DSMT4">
                    <p:embed/>
                    <p:pic>
                      <p:nvPicPr>
                        <p:cNvPr id="0" name="Object 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070" y="1715"/>
                          <a:ext cx="256"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 name="Object 6"/>
            <p:cNvGraphicFramePr>
              <a:graphicFrameLocks noChangeAspect="1"/>
            </p:cNvGraphicFramePr>
            <p:nvPr/>
          </p:nvGraphicFramePr>
          <p:xfrm>
            <a:off x="4800" y="1437"/>
            <a:ext cx="123" cy="210"/>
          </p:xfrm>
          <a:graphic>
            <a:graphicData uri="http://schemas.openxmlformats.org/presentationml/2006/ole">
              <mc:AlternateContent xmlns:mc="http://schemas.openxmlformats.org/markup-compatibility/2006">
                <mc:Choice xmlns:v="urn:schemas-microsoft-com:vml" Requires="v">
                  <p:oleObj spid="_x0000_s60548" name="Equation" r:id="rId26" imgW="88900" imgH="152400" progId="Equation.DSMT4">
                    <p:embed/>
                  </p:oleObj>
                </mc:Choice>
                <mc:Fallback>
                  <p:oleObj name="Equation" r:id="rId26" imgW="88900" imgH="152400" progId="Equation.DSMT4">
                    <p:embed/>
                    <p:pic>
                      <p:nvPicPr>
                        <p:cNvPr id="0" name="Object 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800" y="1437"/>
                          <a:ext cx="123"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 name="Object 7"/>
            <p:cNvGraphicFramePr>
              <a:graphicFrameLocks noChangeAspect="1"/>
            </p:cNvGraphicFramePr>
            <p:nvPr/>
          </p:nvGraphicFramePr>
          <p:xfrm>
            <a:off x="2976" y="912"/>
            <a:ext cx="339" cy="247"/>
          </p:xfrm>
          <a:graphic>
            <a:graphicData uri="http://schemas.openxmlformats.org/presentationml/2006/ole">
              <mc:AlternateContent xmlns:mc="http://schemas.openxmlformats.org/markup-compatibility/2006">
                <mc:Choice xmlns:v="urn:schemas-microsoft-com:vml" Requires="v">
                  <p:oleObj spid="_x0000_s60549" name="Equation" r:id="rId28" imgW="279400" imgH="203200" progId="Equation.DSMT4">
                    <p:embed/>
                  </p:oleObj>
                </mc:Choice>
                <mc:Fallback>
                  <p:oleObj name="Equation" r:id="rId28" imgW="279400" imgH="203200" progId="Equation.DSMT4">
                    <p:embed/>
                    <p:pic>
                      <p:nvPicPr>
                        <p:cNvPr id="0" name="Object 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976" y="912"/>
                          <a:ext cx="339"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 name="Line 17"/>
            <p:cNvSpPr>
              <a:spLocks noChangeShapeType="1"/>
            </p:cNvSpPr>
            <p:nvPr/>
          </p:nvSpPr>
          <p:spPr bwMode="auto">
            <a:xfrm>
              <a:off x="1056" y="1662"/>
              <a:ext cx="3888"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 name="Line 18"/>
            <p:cNvSpPr>
              <a:spLocks noChangeShapeType="1"/>
            </p:cNvSpPr>
            <p:nvPr/>
          </p:nvSpPr>
          <p:spPr bwMode="auto">
            <a:xfrm flipV="1">
              <a:off x="2898" y="981"/>
              <a:ext cx="0" cy="672"/>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53" name="Object 8"/>
            <p:cNvGraphicFramePr>
              <a:graphicFrameLocks noChangeAspect="1"/>
            </p:cNvGraphicFramePr>
            <p:nvPr/>
          </p:nvGraphicFramePr>
          <p:xfrm>
            <a:off x="1008" y="1440"/>
            <a:ext cx="288" cy="128"/>
          </p:xfrm>
          <a:graphic>
            <a:graphicData uri="http://schemas.openxmlformats.org/presentationml/2006/ole">
              <mc:AlternateContent xmlns:mc="http://schemas.openxmlformats.org/markup-compatibility/2006">
                <mc:Choice xmlns:v="urn:schemas-microsoft-com:vml" Requires="v">
                  <p:oleObj spid="_x0000_s60550" name="Equation" r:id="rId30" imgW="228600" imgH="101600" progId="Equation.DSMT4">
                    <p:embed/>
                  </p:oleObj>
                </mc:Choice>
                <mc:Fallback>
                  <p:oleObj name="Equation" r:id="rId30" imgW="228600" imgH="101600" progId="Equation.DSMT4">
                    <p:embed/>
                    <p:pic>
                      <p:nvPicPr>
                        <p:cNvPr id="0" name="Object 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008" y="1440"/>
                          <a:ext cx="288" cy="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9"/>
            <p:cNvGraphicFramePr>
              <a:graphicFrameLocks noChangeAspect="1"/>
            </p:cNvGraphicFramePr>
            <p:nvPr/>
          </p:nvGraphicFramePr>
          <p:xfrm>
            <a:off x="4464" y="1440"/>
            <a:ext cx="288" cy="128"/>
          </p:xfrm>
          <a:graphic>
            <a:graphicData uri="http://schemas.openxmlformats.org/presentationml/2006/ole">
              <mc:AlternateContent xmlns:mc="http://schemas.openxmlformats.org/markup-compatibility/2006">
                <mc:Choice xmlns:v="urn:schemas-microsoft-com:vml" Requires="v">
                  <p:oleObj spid="_x0000_s60551" name="Equation" r:id="rId32" imgW="228600" imgH="101600" progId="Equation.DSMT4">
                    <p:embed/>
                  </p:oleObj>
                </mc:Choice>
                <mc:Fallback>
                  <p:oleObj name="Equation" r:id="rId32" imgW="228600" imgH="101600" progId="Equation.DSMT4">
                    <p:embed/>
                    <p:pic>
                      <p:nvPicPr>
                        <p:cNvPr id="0" name="Object 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464" y="1440"/>
                          <a:ext cx="288" cy="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 name="Object 3"/>
          <p:cNvGraphicFramePr>
            <a:graphicFrameLocks noChangeAspect="1"/>
          </p:cNvGraphicFramePr>
          <p:nvPr/>
        </p:nvGraphicFramePr>
        <p:xfrm>
          <a:off x="5752306" y="1275797"/>
          <a:ext cx="2649537" cy="847725"/>
        </p:xfrm>
        <a:graphic>
          <a:graphicData uri="http://schemas.openxmlformats.org/presentationml/2006/ole">
            <mc:AlternateContent xmlns:mc="http://schemas.openxmlformats.org/markup-compatibility/2006">
              <mc:Choice xmlns:v="urn:schemas-microsoft-com:vml" Requires="v">
                <p:oleObj spid="_x0000_s60552" name="Equation" r:id="rId33" imgW="1231265" imgH="393700" progId="Equation.DSMT4">
                  <p:embed/>
                </p:oleObj>
              </mc:Choice>
              <mc:Fallback>
                <p:oleObj name="Equation" r:id="rId33" imgW="1231265" imgH="393700" progId="Equation.DSMT4">
                  <p:embed/>
                  <p:pic>
                    <p:nvPicPr>
                      <p:cNvPr id="0" name="Object 3"/>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752306" y="1275797"/>
                        <a:ext cx="2649537"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标题 1"/>
          <p:cNvSpPr>
            <a:spLocks noGrp="1"/>
          </p:cNvSpPr>
          <p:nvPr>
            <p:ph type="title"/>
          </p:nvPr>
        </p:nvSpPr>
        <p:spPr/>
        <p:txBody>
          <a:bodyPr/>
          <a:lstStyle/>
          <a:p>
            <a:r>
              <a:rPr lang="en-US" altLang="zh-CN" dirty="0"/>
              <a:t>4.3 </a:t>
            </a:r>
            <a:r>
              <a:rPr lang="zh-CN" altLang="en-US" dirty="0"/>
              <a:t>连续时间傅里叶变换的性质</a:t>
            </a:r>
            <a:endParaRPr lang="zh-CN" altLang="en-US" sz="4800" dirty="0"/>
          </a:p>
        </p:txBody>
      </p:sp>
      <p:sp>
        <p:nvSpPr>
          <p:cNvPr id="24581" name="内容占位符 2"/>
          <p:cNvSpPr>
            <a:spLocks noGrp="1"/>
          </p:cNvSpPr>
          <p:nvPr>
            <p:ph idx="1"/>
          </p:nvPr>
        </p:nvSpPr>
        <p:spPr/>
        <p:txBody>
          <a:bodyPr/>
          <a:lstStyle/>
          <a:p>
            <a:r>
              <a:rPr lang="zh-CN" altLang="en-US" sz="2800" b="0" dirty="0"/>
              <a:t>掌握傅里叶变换的性质，有助于深入理解信号时域特性与频域特性之间的关系，某些情况下可以简化傅里叶变换对的计算。</a:t>
            </a:r>
            <a:endParaRPr lang="zh-CN" altLang="en-US" sz="28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585AAB-BECA-4075-99E2-3FA54E0E3A6D}"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sp>
        <p:nvSpPr>
          <p:cNvPr id="5" name="Text Box 4"/>
          <p:cNvSpPr txBox="1">
            <a:spLocks noChangeArrowheads="1"/>
          </p:cNvSpPr>
          <p:nvPr/>
        </p:nvSpPr>
        <p:spPr bwMode="auto">
          <a:xfrm>
            <a:off x="928688" y="2867025"/>
            <a:ext cx="365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rPr>
              <a:t>1.  </a:t>
            </a:r>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线性</a:t>
            </a:r>
            <a:r>
              <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rPr>
              <a:t>:</a:t>
            </a:r>
            <a:endPar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endParaRPr>
          </a:p>
        </p:txBody>
      </p:sp>
      <p:grpSp>
        <p:nvGrpSpPr>
          <p:cNvPr id="2" name="Group 5"/>
          <p:cNvGrpSpPr/>
          <p:nvPr/>
        </p:nvGrpSpPr>
        <p:grpSpPr bwMode="auto">
          <a:xfrm>
            <a:off x="1701800" y="4452938"/>
            <a:ext cx="6062663" cy="547687"/>
            <a:chOff x="1008" y="3648"/>
            <a:chExt cx="3819" cy="345"/>
          </a:xfrm>
        </p:grpSpPr>
        <p:sp>
          <p:nvSpPr>
            <p:cNvPr id="24587" name="Text Box 6"/>
            <p:cNvSpPr txBox="1">
              <a:spLocks noChangeArrowheads="1"/>
            </p:cNvSpPr>
            <p:nvPr/>
          </p:nvSpPr>
          <p:spPr bwMode="auto">
            <a:xfrm>
              <a:off x="1008" y="3648"/>
              <a:ext cx="40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则</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24579" name="Object 2"/>
            <p:cNvGraphicFramePr>
              <a:graphicFrameLocks noChangeAspect="1"/>
            </p:cNvGraphicFramePr>
            <p:nvPr/>
          </p:nvGraphicFramePr>
          <p:xfrm>
            <a:off x="1460" y="3657"/>
            <a:ext cx="3367" cy="336"/>
          </p:xfrm>
          <a:graphic>
            <a:graphicData uri="http://schemas.openxmlformats.org/presentationml/2006/ole">
              <mc:AlternateContent xmlns:mc="http://schemas.openxmlformats.org/markup-compatibility/2006">
                <mc:Choice xmlns:v="urn:schemas-microsoft-com:vml" Requires="v">
                  <p:oleObj spid="_x0000_s24698" name="Equation" r:id="rId1" imgW="2082800" imgH="203200" progId="Equation.DSMT4">
                    <p:embed/>
                  </p:oleObj>
                </mc:Choice>
                <mc:Fallback>
                  <p:oleObj name="Equation" r:id="rId1" imgW="20828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 y="3657"/>
                          <a:ext cx="3367" cy="336"/>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grpSp>
      <p:grpSp>
        <p:nvGrpSpPr>
          <p:cNvPr id="3" name="Group 11"/>
          <p:cNvGrpSpPr/>
          <p:nvPr/>
        </p:nvGrpSpPr>
        <p:grpSpPr bwMode="auto">
          <a:xfrm>
            <a:off x="1701800" y="3652838"/>
            <a:ext cx="5108575" cy="519112"/>
            <a:chOff x="1008" y="3189"/>
            <a:chExt cx="3218" cy="327"/>
          </a:xfrm>
        </p:grpSpPr>
        <p:graphicFrame>
          <p:nvGraphicFramePr>
            <p:cNvPr id="24578" name="Object 3"/>
            <p:cNvGraphicFramePr>
              <a:graphicFrameLocks noChangeAspect="1"/>
            </p:cNvGraphicFramePr>
            <p:nvPr/>
          </p:nvGraphicFramePr>
          <p:xfrm>
            <a:off x="1401" y="3216"/>
            <a:ext cx="2825" cy="295"/>
          </p:xfrm>
          <a:graphic>
            <a:graphicData uri="http://schemas.openxmlformats.org/presentationml/2006/ole">
              <mc:AlternateContent xmlns:mc="http://schemas.openxmlformats.org/markup-compatibility/2006">
                <mc:Choice xmlns:v="urn:schemas-microsoft-com:vml" Requires="v">
                  <p:oleObj spid="_x0000_s24699" name="Equation" r:id="rId3" imgW="1943100" imgH="203200" progId="Equation.DSMT4">
                    <p:embed/>
                  </p:oleObj>
                </mc:Choice>
                <mc:Fallback>
                  <p:oleObj name="Equation" r:id="rId3" imgW="19431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1" y="3216"/>
                          <a:ext cx="2825"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6" name="Rectangle 13"/>
            <p:cNvSpPr>
              <a:spLocks noChangeArrowheads="1"/>
            </p:cNvSpPr>
            <p:nvPr/>
          </p:nvSpPr>
          <p:spPr bwMode="auto">
            <a:xfrm>
              <a:off x="1008" y="3189"/>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若</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8" name="标题 1"/>
          <p:cNvSpPr>
            <a:spLocks noGrp="1"/>
          </p:cNvSpPr>
          <p:nvPr>
            <p:ph type="title"/>
          </p:nvPr>
        </p:nvSpPr>
        <p:spPr/>
        <p:txBody>
          <a:bodyPr/>
          <a:lstStyle/>
          <a:p>
            <a:r>
              <a:rPr lang="en-US" altLang="zh-CN" dirty="0"/>
              <a:t>4.3 </a:t>
            </a:r>
            <a:r>
              <a:rPr lang="zh-CN" altLang="en-US" dirty="0"/>
              <a:t>连续时间傅里叶变换的性质</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FEC51BD-D0E4-4200-9552-A8D2E05C3189}"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sp>
        <p:nvSpPr>
          <p:cNvPr id="25610" name="Text Box 2"/>
          <p:cNvSpPr txBox="1">
            <a:spLocks noChangeArrowheads="1"/>
          </p:cNvSpPr>
          <p:nvPr/>
        </p:nvSpPr>
        <p:spPr bwMode="auto">
          <a:xfrm>
            <a:off x="871538" y="1303338"/>
            <a:ext cx="14510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rPr>
              <a:t>2.  </a:t>
            </a:r>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时移</a:t>
            </a:r>
            <a:r>
              <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rPr>
              <a:t>:</a:t>
            </a:r>
            <a:endPar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endParaRPr>
          </a:p>
        </p:txBody>
      </p:sp>
      <p:sp>
        <p:nvSpPr>
          <p:cNvPr id="6" name="Text Box 3"/>
          <p:cNvSpPr txBox="1">
            <a:spLocks noChangeArrowheads="1"/>
          </p:cNvSpPr>
          <p:nvPr/>
        </p:nvSpPr>
        <p:spPr bwMode="auto">
          <a:xfrm>
            <a:off x="857250" y="5157192"/>
            <a:ext cx="7786688" cy="673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dirty="0">
                <a:latin typeface="Times New Roman" panose="02020603050405020304" pitchFamily="18" charset="0"/>
                <a:ea typeface="华文楷体" pitchFamily="2" charset="-122"/>
                <a:cs typeface="楷体_GB2312" panose="02010609030101010101" pitchFamily="49" charset="-122"/>
              </a:rPr>
              <a:t>即信号的时移会导致其频谱产生一个</a:t>
            </a:r>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线性相移</a:t>
            </a:r>
            <a:r>
              <a:rPr lang="zh-CN" altLang="en-US" sz="2800" dirty="0">
                <a:latin typeface="Times New Roman" panose="02020603050405020304" pitchFamily="18" charset="0"/>
                <a:ea typeface="华文楷体" pitchFamily="2" charset="-122"/>
                <a:cs typeface="楷体_GB2312" panose="02010609030101010101" pitchFamily="49" charset="-122"/>
              </a:rPr>
              <a:t>。</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pSp>
        <p:nvGrpSpPr>
          <p:cNvPr id="2" name="Group 4"/>
          <p:cNvGrpSpPr/>
          <p:nvPr/>
        </p:nvGrpSpPr>
        <p:grpSpPr bwMode="auto">
          <a:xfrm>
            <a:off x="1285875" y="2065338"/>
            <a:ext cx="6654800" cy="534987"/>
            <a:chOff x="864" y="1008"/>
            <a:chExt cx="4192" cy="337"/>
          </a:xfrm>
        </p:grpSpPr>
        <p:graphicFrame>
          <p:nvGraphicFramePr>
            <p:cNvPr id="25606" name="Object 2"/>
            <p:cNvGraphicFramePr>
              <a:graphicFrameLocks noChangeAspect="1"/>
            </p:cNvGraphicFramePr>
            <p:nvPr/>
          </p:nvGraphicFramePr>
          <p:xfrm>
            <a:off x="1162" y="1026"/>
            <a:ext cx="1431" cy="318"/>
          </p:xfrm>
          <a:graphic>
            <a:graphicData uri="http://schemas.openxmlformats.org/presentationml/2006/ole">
              <mc:AlternateContent xmlns:mc="http://schemas.openxmlformats.org/markup-compatibility/2006">
                <mc:Choice xmlns:v="urn:schemas-microsoft-com:vml" Requires="v">
                  <p:oleObj spid="_x0000_s25962" name="Equation" r:id="rId1" imgW="914400" imgH="203200" progId="Equation.DSMT4">
                    <p:embed/>
                  </p:oleObj>
                </mc:Choice>
                <mc:Fallback>
                  <p:oleObj name="Equation" r:id="rId1" imgW="914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 y="1026"/>
                          <a:ext cx="1431"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14" name="Text Box 6"/>
            <p:cNvSpPr txBox="1">
              <a:spLocks noChangeArrowheads="1"/>
            </p:cNvSpPr>
            <p:nvPr/>
          </p:nvSpPr>
          <p:spPr bwMode="auto">
            <a:xfrm>
              <a:off x="2640" y="1008"/>
              <a:ext cx="46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则</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25607" name="Object 3"/>
            <p:cNvGraphicFramePr>
              <a:graphicFrameLocks noChangeAspect="1"/>
            </p:cNvGraphicFramePr>
            <p:nvPr/>
          </p:nvGraphicFramePr>
          <p:xfrm>
            <a:off x="3033" y="1008"/>
            <a:ext cx="2023" cy="337"/>
          </p:xfrm>
          <a:graphic>
            <a:graphicData uri="http://schemas.openxmlformats.org/presentationml/2006/ole">
              <mc:AlternateContent xmlns:mc="http://schemas.openxmlformats.org/markup-compatibility/2006">
                <mc:Choice xmlns:v="urn:schemas-microsoft-com:vml" Requires="v">
                  <p:oleObj spid="_x0000_s25963" name="Equation" r:id="rId3" imgW="1447800" imgH="241300" progId="Equation.DSMT4">
                    <p:embed/>
                  </p:oleObj>
                </mc:Choice>
                <mc:Fallback>
                  <p:oleObj name="Equation" r:id="rId3" imgW="1447800" imgH="2413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3" y="1008"/>
                          <a:ext cx="2023" cy="337"/>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sp>
          <p:nvSpPr>
            <p:cNvPr id="25615" name="Rectangle 8"/>
            <p:cNvSpPr>
              <a:spLocks noChangeArrowheads="1"/>
            </p:cNvSpPr>
            <p:nvPr/>
          </p:nvSpPr>
          <p:spPr bwMode="auto">
            <a:xfrm>
              <a:off x="864" y="1008"/>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若</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pSp>
      <p:graphicFrame>
        <p:nvGraphicFramePr>
          <p:cNvPr id="12" name="Object 4"/>
          <p:cNvGraphicFramePr>
            <a:graphicFrameLocks noChangeAspect="1"/>
          </p:cNvGraphicFramePr>
          <p:nvPr/>
        </p:nvGraphicFramePr>
        <p:xfrm>
          <a:off x="1071563" y="3325093"/>
          <a:ext cx="4394200" cy="731837"/>
        </p:xfrm>
        <a:graphic>
          <a:graphicData uri="http://schemas.openxmlformats.org/presentationml/2006/ole">
            <mc:AlternateContent xmlns:mc="http://schemas.openxmlformats.org/markup-compatibility/2006">
              <mc:Choice xmlns:v="urn:schemas-microsoft-com:vml" Requires="v">
                <p:oleObj spid="_x0000_s25964" name="Equation" r:id="rId5" imgW="1981200" imgH="330200" progId="Equation.DSMT4">
                  <p:embed/>
                </p:oleObj>
              </mc:Choice>
              <mc:Fallback>
                <p:oleObj name="Equation" r:id="rId5" imgW="1981200" imgH="330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1563" y="3325093"/>
                        <a:ext cx="439420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05" name="Object 5"/>
          <p:cNvGraphicFramePr>
            <a:graphicFrameLocks noChangeAspect="1"/>
          </p:cNvGraphicFramePr>
          <p:nvPr/>
        </p:nvGraphicFramePr>
        <p:xfrm>
          <a:off x="5471616" y="3325093"/>
          <a:ext cx="2844800" cy="731837"/>
        </p:xfrm>
        <a:graphic>
          <a:graphicData uri="http://schemas.openxmlformats.org/presentationml/2006/ole">
            <mc:AlternateContent xmlns:mc="http://schemas.openxmlformats.org/markup-compatibility/2006">
              <mc:Choice xmlns:v="urn:schemas-microsoft-com:vml" Requires="v">
                <p:oleObj spid="_x0000_s25965" name="Equation" r:id="rId7" imgW="30784800" imgH="7924800" progId="Equation.DSMT4">
                  <p:embed/>
                </p:oleObj>
              </mc:Choice>
              <mc:Fallback>
                <p:oleObj name="Equation" r:id="rId7" imgW="30784800" imgH="7924800" progId="Equation.DSMT4">
                  <p:embed/>
                  <p:pic>
                    <p:nvPicPr>
                      <p:cNvPr id="0" name="Object 5"/>
                      <p:cNvPicPr>
                        <a:picLocks noChangeAspect="1" noChangeArrowheads="1"/>
                      </p:cNvPicPr>
                      <p:nvPr/>
                    </p:nvPicPr>
                    <p:blipFill>
                      <a:blip r:embed="rId8"/>
                      <a:srcRect/>
                      <a:stretch>
                        <a:fillRect/>
                      </a:stretch>
                    </p:blipFill>
                    <p:spPr bwMode="auto">
                      <a:xfrm>
                        <a:off x="5471616" y="3325093"/>
                        <a:ext cx="284480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06" name="Object 6"/>
          <p:cNvGraphicFramePr>
            <a:graphicFrameLocks noChangeAspect="1"/>
          </p:cNvGraphicFramePr>
          <p:nvPr/>
        </p:nvGraphicFramePr>
        <p:xfrm>
          <a:off x="2768872" y="4209330"/>
          <a:ext cx="3070225" cy="731838"/>
        </p:xfrm>
        <a:graphic>
          <a:graphicData uri="http://schemas.openxmlformats.org/presentationml/2006/ole">
            <mc:AlternateContent xmlns:mc="http://schemas.openxmlformats.org/markup-compatibility/2006">
              <mc:Choice xmlns:v="urn:schemas-microsoft-com:vml" Requires="v">
                <p:oleObj spid="_x0000_s25966" name="Equation" r:id="rId9" imgW="33223200" imgH="7924800" progId="Equation.DSMT4">
                  <p:embed/>
                </p:oleObj>
              </mc:Choice>
              <mc:Fallback>
                <p:oleObj name="Equation" r:id="rId9" imgW="33223200" imgH="7924800" progId="Equation.DSMT4">
                  <p:embed/>
                  <p:pic>
                    <p:nvPicPr>
                      <p:cNvPr id="0" name="Object 6"/>
                      <p:cNvPicPr>
                        <a:picLocks noChangeAspect="1" noChangeArrowheads="1"/>
                      </p:cNvPicPr>
                      <p:nvPr/>
                    </p:nvPicPr>
                    <p:blipFill>
                      <a:blip r:embed="rId10"/>
                      <a:srcRect/>
                      <a:stretch>
                        <a:fillRect/>
                      </a:stretch>
                    </p:blipFill>
                    <p:spPr bwMode="auto">
                      <a:xfrm>
                        <a:off x="2768872" y="4209330"/>
                        <a:ext cx="3070225"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07" name="Object 7"/>
          <p:cNvGraphicFramePr>
            <a:graphicFrameLocks noChangeAspect="1"/>
          </p:cNvGraphicFramePr>
          <p:nvPr/>
        </p:nvGraphicFramePr>
        <p:xfrm>
          <a:off x="5869260" y="4322043"/>
          <a:ext cx="1943100" cy="506412"/>
        </p:xfrm>
        <a:graphic>
          <a:graphicData uri="http://schemas.openxmlformats.org/presentationml/2006/ole">
            <mc:AlternateContent xmlns:mc="http://schemas.openxmlformats.org/markup-compatibility/2006">
              <mc:Choice xmlns:v="urn:schemas-microsoft-com:vml" Requires="v">
                <p:oleObj spid="_x0000_s25967" name="Equation" r:id="rId11" imgW="876300" imgH="228600" progId="Equation.DSMT4">
                  <p:embed/>
                </p:oleObj>
              </mc:Choice>
              <mc:Fallback>
                <p:oleObj name="Equation" r:id="rId11" imgW="876300" imgH="2286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9260" y="4322043"/>
                        <a:ext cx="1943100"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6"/>
          <p:cNvSpPr txBox="1">
            <a:spLocks noChangeArrowheads="1"/>
          </p:cNvSpPr>
          <p:nvPr/>
        </p:nvSpPr>
        <p:spPr bwMode="auto">
          <a:xfrm>
            <a:off x="785813" y="2917105"/>
            <a:ext cx="1285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证明：</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1205"/>
                                        </p:tgtEl>
                                        <p:attrNameLst>
                                          <p:attrName>style.visibility</p:attrName>
                                        </p:attrNameLst>
                                      </p:cBhvr>
                                      <p:to>
                                        <p:strVal val="visible"/>
                                      </p:to>
                                    </p:set>
                                    <p:animEffect transition="in" filter="blinds(horizontal)">
                                      <p:cBhvr>
                                        <p:cTn id="22" dur="500"/>
                                        <p:tgtEl>
                                          <p:spTgt spid="5120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1206"/>
                                        </p:tgtEl>
                                        <p:attrNameLst>
                                          <p:attrName>style.visibility</p:attrName>
                                        </p:attrNameLst>
                                      </p:cBhvr>
                                      <p:to>
                                        <p:strVal val="visible"/>
                                      </p:to>
                                    </p:set>
                                    <p:animEffect transition="in" filter="blinds(horizontal)">
                                      <p:cBhvr>
                                        <p:cTn id="27" dur="500"/>
                                        <p:tgtEl>
                                          <p:spTgt spid="5120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1207"/>
                                        </p:tgtEl>
                                        <p:attrNameLst>
                                          <p:attrName>style.visibility</p:attrName>
                                        </p:attrNameLst>
                                      </p:cBhvr>
                                      <p:to>
                                        <p:strVal val="visible"/>
                                      </p:to>
                                    </p:set>
                                    <p:animEffect transition="in" filter="blinds(horizontal)">
                                      <p:cBhvr>
                                        <p:cTn id="32" dur="500"/>
                                        <p:tgtEl>
                                          <p:spTgt spid="5120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2"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DF1D7D-B163-4D68-A7B2-56B5D69D1FE9}"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sp>
        <p:nvSpPr>
          <p:cNvPr id="26634" name="Text Box 9"/>
          <p:cNvSpPr txBox="1">
            <a:spLocks noChangeArrowheads="1"/>
          </p:cNvSpPr>
          <p:nvPr/>
        </p:nvSpPr>
        <p:spPr bwMode="auto">
          <a:xfrm>
            <a:off x="642938" y="1393612"/>
            <a:ext cx="35157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rPr>
              <a:t>3. </a:t>
            </a:r>
            <a:r>
              <a:rPr lang="zh-CN" altLang="en-US" sz="2800" dirty="0">
                <a:solidFill>
                  <a:srgbClr val="0000FF"/>
                </a:solidFill>
                <a:latin typeface="Times New Roman" panose="02020603050405020304" pitchFamily="18" charset="0"/>
                <a:ea typeface="华文楷体" pitchFamily="2" charset="-122"/>
                <a:cs typeface="楷体_GB2312" panose="02010609030101010101" pitchFamily="49" charset="-122"/>
              </a:rPr>
              <a:t>共轭及共轭对称性</a:t>
            </a:r>
            <a:r>
              <a:rPr lang="en-US" altLang="zh-CN" sz="2800" dirty="0">
                <a:solidFill>
                  <a:srgbClr val="0000FF"/>
                </a:solidFill>
                <a:latin typeface="Times New Roman" panose="02020603050405020304" pitchFamily="18" charset="0"/>
                <a:ea typeface="华文楷体" pitchFamily="2" charset="-122"/>
                <a:cs typeface="楷体_GB2312" panose="02010609030101010101" pitchFamily="49" charset="-122"/>
              </a:rPr>
              <a:t>:</a:t>
            </a:r>
            <a:endParaRPr lang="en-US" altLang="zh-CN" sz="2400" dirty="0">
              <a:solidFill>
                <a:srgbClr val="0000FF"/>
              </a:solidFill>
              <a:latin typeface="Times New Roman" panose="02020603050405020304" pitchFamily="18" charset="0"/>
              <a:ea typeface="华文楷体" pitchFamily="2" charset="-122"/>
              <a:cs typeface="楷体_GB2312" panose="02010609030101010101" pitchFamily="49" charset="-122"/>
            </a:endParaRPr>
          </a:p>
        </p:txBody>
      </p:sp>
      <p:grpSp>
        <p:nvGrpSpPr>
          <p:cNvPr id="2" name="组合 10"/>
          <p:cNvGrpSpPr/>
          <p:nvPr/>
        </p:nvGrpSpPr>
        <p:grpSpPr bwMode="auto">
          <a:xfrm>
            <a:off x="1446213" y="2132856"/>
            <a:ext cx="6183312" cy="534987"/>
            <a:chOff x="1252510" y="2058116"/>
            <a:chExt cx="6183321" cy="534983"/>
          </a:xfrm>
        </p:grpSpPr>
        <p:sp>
          <p:nvSpPr>
            <p:cNvPr id="26644" name="Text Box 11"/>
            <p:cNvSpPr txBox="1">
              <a:spLocks noChangeArrowheads="1"/>
            </p:cNvSpPr>
            <p:nvPr/>
          </p:nvSpPr>
          <p:spPr bwMode="auto">
            <a:xfrm>
              <a:off x="1252510" y="2073986"/>
              <a:ext cx="708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若</a:t>
              </a:r>
              <a:r>
                <a:rPr lang="zh-CN" altLang="en-US" sz="2400">
                  <a:latin typeface="Times New Roman" panose="02020603050405020304" pitchFamily="18" charset="0"/>
                  <a:ea typeface="华文楷体" pitchFamily="2" charset="-122"/>
                  <a:cs typeface="楷体_GB2312" panose="02010609030101010101" pitchFamily="49" charset="-122"/>
                </a:rPr>
                <a:t>  </a:t>
              </a:r>
              <a:endParaRPr lang="zh-CN" altLang="en-US" sz="2400">
                <a:latin typeface="Times New Roman" panose="02020603050405020304" pitchFamily="18" charset="0"/>
                <a:ea typeface="华文楷体" pitchFamily="2" charset="-122"/>
                <a:cs typeface="楷体_GB2312" panose="02010609030101010101" pitchFamily="49" charset="-122"/>
              </a:endParaRPr>
            </a:p>
          </p:txBody>
        </p:sp>
        <p:graphicFrame>
          <p:nvGraphicFramePr>
            <p:cNvPr id="26630" name="Object 2"/>
            <p:cNvGraphicFramePr>
              <a:graphicFrameLocks noChangeAspect="1"/>
            </p:cNvGraphicFramePr>
            <p:nvPr/>
          </p:nvGraphicFramePr>
          <p:xfrm>
            <a:off x="1870056" y="2124791"/>
            <a:ext cx="1989138" cy="442912"/>
          </p:xfrm>
          <a:graphic>
            <a:graphicData uri="http://schemas.openxmlformats.org/presentationml/2006/ole">
              <mc:AlternateContent xmlns:mc="http://schemas.openxmlformats.org/markup-compatibility/2006">
                <mc:Choice xmlns:v="urn:schemas-microsoft-com:vml" Requires="v">
                  <p:oleObj spid="_x0000_s26986" name="Equation" r:id="rId1" imgW="914400" imgH="203200" progId="Equation.DSMT4">
                    <p:embed/>
                  </p:oleObj>
                </mc:Choice>
                <mc:Fallback>
                  <p:oleObj name="Equation" r:id="rId1" imgW="914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0056" y="2124791"/>
                          <a:ext cx="1989138"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45" name="Text Box 13"/>
            <p:cNvSpPr txBox="1">
              <a:spLocks noChangeArrowheads="1"/>
            </p:cNvSpPr>
            <p:nvPr/>
          </p:nvSpPr>
          <p:spPr bwMode="auto">
            <a:xfrm>
              <a:off x="4233866" y="2058615"/>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则</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26631" name="Object 3"/>
            <p:cNvGraphicFramePr>
              <a:graphicFrameLocks noChangeAspect="1"/>
            </p:cNvGraphicFramePr>
            <p:nvPr/>
          </p:nvGraphicFramePr>
          <p:xfrm>
            <a:off x="4872019" y="2058116"/>
            <a:ext cx="2563812" cy="523875"/>
          </p:xfrm>
          <a:graphic>
            <a:graphicData uri="http://schemas.openxmlformats.org/presentationml/2006/ole">
              <mc:AlternateContent xmlns:mc="http://schemas.openxmlformats.org/markup-compatibility/2006">
                <mc:Choice xmlns:v="urn:schemas-microsoft-com:vml" Requires="v">
                  <p:oleObj spid="_x0000_s26987" name="Equation" r:id="rId3" imgW="1117600" imgH="228600" progId="Equation.DSMT4">
                    <p:embed/>
                  </p:oleObj>
                </mc:Choice>
                <mc:Fallback>
                  <p:oleObj name="Equation" r:id="rId3" imgW="11176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2019" y="2058116"/>
                          <a:ext cx="2563812" cy="523875"/>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grpSp>
      <p:sp>
        <p:nvSpPr>
          <p:cNvPr id="12" name="Text Box 6"/>
          <p:cNvSpPr txBox="1">
            <a:spLocks noChangeArrowheads="1"/>
          </p:cNvSpPr>
          <p:nvPr/>
        </p:nvSpPr>
        <p:spPr bwMode="auto">
          <a:xfrm>
            <a:off x="785813" y="2917081"/>
            <a:ext cx="1285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证明：</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13" name="Object 4"/>
          <p:cNvGraphicFramePr>
            <a:graphicFrameLocks noChangeAspect="1"/>
          </p:cNvGraphicFramePr>
          <p:nvPr/>
        </p:nvGraphicFramePr>
        <p:xfrm>
          <a:off x="2673350" y="3667968"/>
          <a:ext cx="3467100" cy="774700"/>
        </p:xfrm>
        <a:graphic>
          <a:graphicData uri="http://schemas.openxmlformats.org/presentationml/2006/ole">
            <mc:AlternateContent xmlns:mc="http://schemas.openxmlformats.org/markup-compatibility/2006">
              <mc:Choice xmlns:v="urn:schemas-microsoft-com:vml" Requires="v">
                <p:oleObj spid="_x0000_s26988" name="Equation" r:id="rId5" imgW="1473200" imgH="330200" progId="Equation.DSMT4">
                  <p:embed/>
                </p:oleObj>
              </mc:Choice>
              <mc:Fallback>
                <p:oleObj name="Equation" r:id="rId5" imgW="1473200" imgH="330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3350" y="3667968"/>
                        <a:ext cx="34671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3"/>
          <p:cNvGrpSpPr/>
          <p:nvPr/>
        </p:nvGrpSpPr>
        <p:grpSpPr bwMode="auto">
          <a:xfrm>
            <a:off x="2244725" y="4610943"/>
            <a:ext cx="4710113" cy="771525"/>
            <a:chOff x="1008" y="1745"/>
            <a:chExt cx="2967" cy="486"/>
          </a:xfrm>
        </p:grpSpPr>
        <p:sp>
          <p:nvSpPr>
            <p:cNvPr id="26643" name="Text Box 4"/>
            <p:cNvSpPr txBox="1">
              <a:spLocks noChangeArrowheads="1"/>
            </p:cNvSpPr>
            <p:nvPr/>
          </p:nvSpPr>
          <p:spPr bwMode="auto">
            <a:xfrm>
              <a:off x="1008" y="1824"/>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所以</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26629" name="Object 5"/>
            <p:cNvGraphicFramePr>
              <a:graphicFrameLocks noChangeAspect="1"/>
            </p:cNvGraphicFramePr>
            <p:nvPr/>
          </p:nvGraphicFramePr>
          <p:xfrm>
            <a:off x="1652" y="1745"/>
            <a:ext cx="2323" cy="486"/>
          </p:xfrm>
          <a:graphic>
            <a:graphicData uri="http://schemas.openxmlformats.org/presentationml/2006/ole">
              <mc:AlternateContent xmlns:mc="http://schemas.openxmlformats.org/markup-compatibility/2006">
                <mc:Choice xmlns:v="urn:schemas-microsoft-com:vml" Requires="v">
                  <p:oleObj spid="_x0000_s26989" name="Equation" r:id="rId7" imgW="1625600" imgH="330200" progId="Equation.DSMT4">
                    <p:embed/>
                  </p:oleObj>
                </mc:Choice>
                <mc:Fallback>
                  <p:oleObj name="Equation" r:id="rId7" imgW="1625600" imgH="330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2" y="1745"/>
                          <a:ext cx="2323" cy="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6"/>
          <p:cNvGrpSpPr/>
          <p:nvPr/>
        </p:nvGrpSpPr>
        <p:grpSpPr bwMode="auto">
          <a:xfrm>
            <a:off x="2887663" y="5668218"/>
            <a:ext cx="3201987" cy="534988"/>
            <a:chOff x="1056" y="2390"/>
            <a:chExt cx="2017" cy="337"/>
          </a:xfrm>
        </p:grpSpPr>
        <p:sp>
          <p:nvSpPr>
            <p:cNvPr id="26642" name="Text Box 7"/>
            <p:cNvSpPr txBox="1">
              <a:spLocks noChangeArrowheads="1"/>
            </p:cNvSpPr>
            <p:nvPr/>
          </p:nvSpPr>
          <p:spPr bwMode="auto">
            <a:xfrm>
              <a:off x="1056" y="240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即</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26628" name="Object 6"/>
            <p:cNvGraphicFramePr>
              <a:graphicFrameLocks noChangeAspect="1"/>
            </p:cNvGraphicFramePr>
            <p:nvPr/>
          </p:nvGraphicFramePr>
          <p:xfrm>
            <a:off x="1553" y="2390"/>
            <a:ext cx="1520" cy="330"/>
          </p:xfrm>
          <a:graphic>
            <a:graphicData uri="http://schemas.openxmlformats.org/presentationml/2006/ole">
              <mc:AlternateContent xmlns:mc="http://schemas.openxmlformats.org/markup-compatibility/2006">
                <mc:Choice xmlns:v="urn:schemas-microsoft-com:vml" Requires="v">
                  <p:oleObj spid="_x0000_s26990" name="Equation" r:id="rId9" imgW="1117600" imgH="228600" progId="Equation.DSMT4">
                    <p:embed/>
                  </p:oleObj>
                </mc:Choice>
                <mc:Fallback>
                  <p:oleObj name="Equation" r:id="rId9" imgW="1117600" imgH="2286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53" y="2390"/>
                          <a:ext cx="152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16"/>
          <p:cNvGrpSpPr/>
          <p:nvPr/>
        </p:nvGrpSpPr>
        <p:grpSpPr bwMode="auto">
          <a:xfrm>
            <a:off x="2208213" y="2807543"/>
            <a:ext cx="4935537" cy="774700"/>
            <a:chOff x="720" y="520"/>
            <a:chExt cx="3109" cy="488"/>
          </a:xfrm>
        </p:grpSpPr>
        <p:sp>
          <p:nvSpPr>
            <p:cNvPr id="26640" name="Text Box 17"/>
            <p:cNvSpPr txBox="1">
              <a:spLocks noChangeArrowheads="1"/>
            </p:cNvSpPr>
            <p:nvPr/>
          </p:nvSpPr>
          <p:spPr bwMode="auto">
            <a:xfrm>
              <a:off x="720" y="576"/>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由</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26627" name="Object 7"/>
            <p:cNvGraphicFramePr>
              <a:graphicFrameLocks noChangeAspect="1"/>
            </p:cNvGraphicFramePr>
            <p:nvPr/>
          </p:nvGraphicFramePr>
          <p:xfrm>
            <a:off x="1074" y="520"/>
            <a:ext cx="2028" cy="488"/>
          </p:xfrm>
          <a:graphic>
            <a:graphicData uri="http://schemas.openxmlformats.org/presentationml/2006/ole">
              <mc:AlternateContent xmlns:mc="http://schemas.openxmlformats.org/markup-compatibility/2006">
                <mc:Choice xmlns:v="urn:schemas-microsoft-com:vml" Requires="v">
                  <p:oleObj spid="_x0000_s26991" name="Equation" r:id="rId11" imgW="1422400" imgH="330200" progId="Equation.DSMT4">
                    <p:embed/>
                  </p:oleObj>
                </mc:Choice>
                <mc:Fallback>
                  <p:oleObj name="Equation" r:id="rId11" imgW="1422400" imgH="330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4" y="520"/>
                          <a:ext cx="2028"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41" name="Text Box 19"/>
            <p:cNvSpPr txBox="1">
              <a:spLocks noChangeArrowheads="1"/>
            </p:cNvSpPr>
            <p:nvPr/>
          </p:nvSpPr>
          <p:spPr bwMode="auto">
            <a:xfrm>
              <a:off x="3263" y="592"/>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可得</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9"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2F28487-79E8-4A0E-9D7C-0B5F50663924}"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27661" name="Group 9"/>
          <p:cNvGrpSpPr/>
          <p:nvPr/>
        </p:nvGrpSpPr>
        <p:grpSpPr bwMode="auto">
          <a:xfrm>
            <a:off x="642938" y="1252538"/>
            <a:ext cx="5084762" cy="546100"/>
            <a:chOff x="654" y="2936"/>
            <a:chExt cx="3203" cy="344"/>
          </a:xfrm>
        </p:grpSpPr>
        <p:sp>
          <p:nvSpPr>
            <p:cNvPr id="27675" name="Text Box 10"/>
            <p:cNvSpPr txBox="1">
              <a:spLocks noChangeArrowheads="1"/>
            </p:cNvSpPr>
            <p:nvPr/>
          </p:nvSpPr>
          <p:spPr bwMode="auto">
            <a:xfrm>
              <a:off x="654" y="2950"/>
              <a:ext cx="217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en-US" altLang="zh-CN" sz="2800" dirty="0">
                  <a:latin typeface="Times New Roman" panose="02020603050405020304" pitchFamily="18" charset="0"/>
                  <a:ea typeface="华文楷体" pitchFamily="2" charset="-122"/>
                  <a:cs typeface="楷体_GB2312" panose="02010609030101010101" pitchFamily="49" charset="-122"/>
                </a:rPr>
                <a:t> </a:t>
              </a:r>
              <a:r>
                <a:rPr lang="zh-CN" altLang="en-US" sz="2800" dirty="0">
                  <a:latin typeface="Times New Roman" panose="02020603050405020304" pitchFamily="18" charset="0"/>
                  <a:ea typeface="华文楷体" pitchFamily="2" charset="-122"/>
                  <a:cs typeface="楷体_GB2312" panose="02010609030101010101" pitchFamily="49" charset="-122"/>
                </a:rPr>
                <a:t>若      是</a:t>
              </a:r>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实信号</a:t>
              </a:r>
              <a:r>
                <a:rPr lang="zh-CN" altLang="en-US" sz="2800" dirty="0">
                  <a:latin typeface="Times New Roman" panose="02020603050405020304" pitchFamily="18" charset="0"/>
                  <a:ea typeface="华文楷体" pitchFamily="2" charset="-122"/>
                  <a:cs typeface="楷体_GB2312" panose="02010609030101010101" pitchFamily="49" charset="-122"/>
                </a:rPr>
                <a:t>，即</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aphicFrame>
          <p:nvGraphicFramePr>
            <p:cNvPr id="27657" name="Object 2"/>
            <p:cNvGraphicFramePr>
              <a:graphicFrameLocks noChangeAspect="1"/>
            </p:cNvGraphicFramePr>
            <p:nvPr/>
          </p:nvGraphicFramePr>
          <p:xfrm>
            <a:off x="1058" y="2974"/>
            <a:ext cx="410" cy="298"/>
          </p:xfrm>
          <a:graphic>
            <a:graphicData uri="http://schemas.openxmlformats.org/presentationml/2006/ole">
              <mc:AlternateContent xmlns:mc="http://schemas.openxmlformats.org/markup-compatibility/2006">
                <mc:Choice xmlns:v="urn:schemas-microsoft-com:vml" Requires="v">
                  <p:oleObj spid="_x0000_s28190" name="Equation" r:id="rId1" imgW="279400" imgH="203200" progId="Equation.DSMT4">
                    <p:embed/>
                  </p:oleObj>
                </mc:Choice>
                <mc:Fallback>
                  <p:oleObj name="Equation" r:id="rId1" imgW="279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 y="2974"/>
                          <a:ext cx="41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8" name="Object 3"/>
            <p:cNvGraphicFramePr>
              <a:graphicFrameLocks noChangeAspect="1"/>
            </p:cNvGraphicFramePr>
            <p:nvPr/>
          </p:nvGraphicFramePr>
          <p:xfrm>
            <a:off x="2769" y="2936"/>
            <a:ext cx="1088" cy="344"/>
          </p:xfrm>
          <a:graphic>
            <a:graphicData uri="http://schemas.openxmlformats.org/presentationml/2006/ole">
              <mc:AlternateContent xmlns:mc="http://schemas.openxmlformats.org/markup-compatibility/2006">
                <mc:Choice xmlns:v="urn:schemas-microsoft-com:vml" Requires="v">
                  <p:oleObj spid="_x0000_s28191" name="Equation" r:id="rId3" imgW="723900" imgH="228600" progId="Equation.DSMT4">
                    <p:embed/>
                  </p:oleObj>
                </mc:Choice>
                <mc:Fallback>
                  <p:oleObj name="Equation" r:id="rId3" imgW="7239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9" y="2936"/>
                          <a:ext cx="1088"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13"/>
          <p:cNvGrpSpPr/>
          <p:nvPr/>
        </p:nvGrpSpPr>
        <p:grpSpPr bwMode="auto">
          <a:xfrm>
            <a:off x="827088" y="1857375"/>
            <a:ext cx="4340225" cy="560388"/>
            <a:chOff x="770" y="3456"/>
            <a:chExt cx="2734" cy="353"/>
          </a:xfrm>
        </p:grpSpPr>
        <p:sp>
          <p:nvSpPr>
            <p:cNvPr id="27674" name="Text Box 14"/>
            <p:cNvSpPr txBox="1">
              <a:spLocks noChangeArrowheads="1"/>
            </p:cNvSpPr>
            <p:nvPr/>
          </p:nvSpPr>
          <p:spPr bwMode="auto">
            <a:xfrm>
              <a:off x="770" y="3456"/>
              <a:ext cx="8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于是有</a:t>
              </a:r>
              <a:r>
                <a:rPr lang="en-US" altLang="zh-CN" sz="2800">
                  <a:latin typeface="Times New Roman" panose="02020603050405020304" pitchFamily="18" charset="0"/>
                  <a:ea typeface="华文楷体" pitchFamily="2" charset="-122"/>
                  <a:cs typeface="楷体_GB2312" panose="02010609030101010101" pitchFamily="49" charset="-122"/>
                </a:rPr>
                <a:t>:</a:t>
              </a:r>
              <a:endParaRPr lang="en-US" altLang="zh-CN"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27656" name="Object 4"/>
            <p:cNvGraphicFramePr>
              <a:graphicFrameLocks noChangeAspect="1"/>
            </p:cNvGraphicFramePr>
            <p:nvPr/>
          </p:nvGraphicFramePr>
          <p:xfrm>
            <a:off x="1740" y="3464"/>
            <a:ext cx="1764" cy="345"/>
          </p:xfrm>
          <a:graphic>
            <a:graphicData uri="http://schemas.openxmlformats.org/presentationml/2006/ole">
              <mc:AlternateContent xmlns:mc="http://schemas.openxmlformats.org/markup-compatibility/2006">
                <mc:Choice xmlns:v="urn:schemas-microsoft-com:vml" Requires="v">
                  <p:oleObj spid="_x0000_s28192" name="Equation" r:id="rId5" imgW="1168400" imgH="228600" progId="Equation.DSMT4">
                    <p:embed/>
                  </p:oleObj>
                </mc:Choice>
                <mc:Fallback>
                  <p:oleObj name="Equation" r:id="rId5" imgW="1168400" imgH="2286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0" y="3464"/>
                          <a:ext cx="1764"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2" name="Object 5"/>
          <p:cNvGraphicFramePr>
            <a:graphicFrameLocks noChangeAspect="1"/>
          </p:cNvGraphicFramePr>
          <p:nvPr/>
        </p:nvGraphicFramePr>
        <p:xfrm>
          <a:off x="1471613" y="3214688"/>
          <a:ext cx="3941762" cy="488950"/>
        </p:xfrm>
        <a:graphic>
          <a:graphicData uri="http://schemas.openxmlformats.org/presentationml/2006/ole">
            <mc:AlternateContent xmlns:mc="http://schemas.openxmlformats.org/markup-compatibility/2006">
              <mc:Choice xmlns:v="urn:schemas-microsoft-com:vml" Requires="v">
                <p:oleObj spid="_x0000_s28193" name="Equation" r:id="rId7" imgW="1637665" imgH="203200" progId="Equation.DSMT4">
                  <p:embed/>
                </p:oleObj>
              </mc:Choice>
              <mc:Fallback>
                <p:oleObj name="Equation" r:id="rId7" imgW="1637665" imgH="203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1613" y="3214688"/>
                        <a:ext cx="394176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4"/>
          <p:cNvSpPr txBox="1">
            <a:spLocks noChangeArrowheads="1"/>
          </p:cNvSpPr>
          <p:nvPr/>
        </p:nvSpPr>
        <p:spPr bwMode="auto">
          <a:xfrm>
            <a:off x="5715000" y="3233738"/>
            <a:ext cx="23383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实部是偶函数</a:t>
            </a:r>
            <a:endPar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endParaRPr>
          </a:p>
        </p:txBody>
      </p:sp>
      <p:sp>
        <p:nvSpPr>
          <p:cNvPr id="15" name="Text Box 5"/>
          <p:cNvSpPr txBox="1">
            <a:spLocks noChangeArrowheads="1"/>
          </p:cNvSpPr>
          <p:nvPr/>
        </p:nvSpPr>
        <p:spPr bwMode="auto">
          <a:xfrm>
            <a:off x="5715000" y="3857625"/>
            <a:ext cx="2327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虚部是奇函数</a:t>
            </a:r>
            <a:endPar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endParaRPr>
          </a:p>
        </p:txBody>
      </p:sp>
      <p:grpSp>
        <p:nvGrpSpPr>
          <p:cNvPr id="5" name="Group 6"/>
          <p:cNvGrpSpPr/>
          <p:nvPr/>
        </p:nvGrpSpPr>
        <p:grpSpPr bwMode="auto">
          <a:xfrm>
            <a:off x="684213" y="4522788"/>
            <a:ext cx="5508625" cy="608012"/>
            <a:chOff x="566" y="2295"/>
            <a:chExt cx="3470" cy="383"/>
          </a:xfrm>
        </p:grpSpPr>
        <p:sp>
          <p:nvSpPr>
            <p:cNvPr id="27672" name="Text Box 7"/>
            <p:cNvSpPr txBox="1">
              <a:spLocks noChangeArrowheads="1"/>
            </p:cNvSpPr>
            <p:nvPr/>
          </p:nvSpPr>
          <p:spPr bwMode="auto">
            <a:xfrm>
              <a:off x="566" y="2307"/>
              <a:ext cx="48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en-US" altLang="zh-CN" sz="2800">
                  <a:latin typeface="Times New Roman" panose="02020603050405020304" pitchFamily="18" charset="0"/>
                  <a:ea typeface="华文楷体" pitchFamily="2" charset="-122"/>
                  <a:cs typeface="楷体_GB2312" panose="02010609030101010101" pitchFamily="49" charset="-122"/>
                </a:rPr>
                <a:t> </a:t>
              </a:r>
              <a:r>
                <a:rPr lang="zh-CN" altLang="en-US" sz="2800">
                  <a:latin typeface="Times New Roman" panose="02020603050405020304" pitchFamily="18" charset="0"/>
                  <a:ea typeface="华文楷体" pitchFamily="2" charset="-122"/>
                  <a:cs typeface="楷体_GB2312" panose="02010609030101010101" pitchFamily="49" charset="-122"/>
                </a:rPr>
                <a:t>若</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27655" name="Object 6"/>
            <p:cNvGraphicFramePr>
              <a:graphicFrameLocks noChangeAspect="1"/>
            </p:cNvGraphicFramePr>
            <p:nvPr/>
          </p:nvGraphicFramePr>
          <p:xfrm>
            <a:off x="1105" y="2295"/>
            <a:ext cx="1947" cy="383"/>
          </p:xfrm>
          <a:graphic>
            <a:graphicData uri="http://schemas.openxmlformats.org/presentationml/2006/ole">
              <mc:AlternateContent xmlns:mc="http://schemas.openxmlformats.org/markup-compatibility/2006">
                <mc:Choice xmlns:v="urn:schemas-microsoft-com:vml" Requires="v">
                  <p:oleObj spid="_x0000_s28194" name="Equation" r:id="rId9" imgW="1497965" imgH="254000" progId="Equation.DSMT4">
                    <p:embed/>
                  </p:oleObj>
                </mc:Choice>
                <mc:Fallback>
                  <p:oleObj name="Equation" r:id="rId9" imgW="1497965" imgH="2540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5" y="2295"/>
                          <a:ext cx="1947"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73" name="Text Box 9"/>
            <p:cNvSpPr txBox="1">
              <a:spLocks noChangeArrowheads="1"/>
            </p:cNvSpPr>
            <p:nvPr/>
          </p:nvSpPr>
          <p:spPr bwMode="auto">
            <a:xfrm>
              <a:off x="3015" y="2322"/>
              <a:ext cx="102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itchFamily="2" charset="-122"/>
                  <a:cs typeface="楷体_GB2312" panose="02010609030101010101" pitchFamily="49" charset="-122"/>
                </a:rPr>
                <a:t>，此时得</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pSp>
      <p:grpSp>
        <p:nvGrpSpPr>
          <p:cNvPr id="6" name="Group 10"/>
          <p:cNvGrpSpPr/>
          <p:nvPr/>
        </p:nvGrpSpPr>
        <p:grpSpPr bwMode="auto">
          <a:xfrm>
            <a:off x="1582738" y="5211763"/>
            <a:ext cx="6194425" cy="608012"/>
            <a:chOff x="808" y="2871"/>
            <a:chExt cx="3902" cy="383"/>
          </a:xfrm>
        </p:grpSpPr>
        <p:graphicFrame>
          <p:nvGraphicFramePr>
            <p:cNvPr id="27653" name="Object 7"/>
            <p:cNvGraphicFramePr>
              <a:graphicFrameLocks noChangeAspect="1"/>
            </p:cNvGraphicFramePr>
            <p:nvPr/>
          </p:nvGraphicFramePr>
          <p:xfrm>
            <a:off x="808" y="2871"/>
            <a:ext cx="1432" cy="383"/>
          </p:xfrm>
          <a:graphic>
            <a:graphicData uri="http://schemas.openxmlformats.org/presentationml/2006/ole">
              <mc:AlternateContent xmlns:mc="http://schemas.openxmlformats.org/markup-compatibility/2006">
                <mc:Choice xmlns:v="urn:schemas-microsoft-com:vml" Requires="v">
                  <p:oleObj spid="_x0000_s28195" name="Equation" r:id="rId11" imgW="1205865" imgH="254000" progId="Equation.DSMT4">
                    <p:embed/>
                  </p:oleObj>
                </mc:Choice>
                <mc:Fallback>
                  <p:oleObj name="Equation" r:id="rId11" imgW="1205865" imgH="2540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8" y="2871"/>
                          <a:ext cx="1432"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4" name="Object 8"/>
            <p:cNvGraphicFramePr>
              <a:graphicFrameLocks noChangeAspect="1"/>
            </p:cNvGraphicFramePr>
            <p:nvPr/>
          </p:nvGraphicFramePr>
          <p:xfrm>
            <a:off x="2601" y="2926"/>
            <a:ext cx="2109" cy="306"/>
          </p:xfrm>
          <a:graphic>
            <a:graphicData uri="http://schemas.openxmlformats.org/presentationml/2006/ole">
              <mc:AlternateContent xmlns:mc="http://schemas.openxmlformats.org/markup-compatibility/2006">
                <mc:Choice xmlns:v="urn:schemas-microsoft-com:vml" Requires="v">
                  <p:oleObj spid="_x0000_s28196" name="Equation" r:id="rId13" imgW="1396365" imgH="203200" progId="Equation.DSMT4">
                    <p:embed/>
                  </p:oleObj>
                </mc:Choice>
                <mc:Fallback>
                  <p:oleObj name="Equation" r:id="rId13" imgW="1396365" imgH="2032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01" y="2926"/>
                          <a:ext cx="2109"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3" name="Text Box 13"/>
          <p:cNvSpPr txBox="1">
            <a:spLocks noChangeArrowheads="1"/>
          </p:cNvSpPr>
          <p:nvPr/>
        </p:nvSpPr>
        <p:spPr bwMode="auto">
          <a:xfrm>
            <a:off x="928688" y="5929313"/>
            <a:ext cx="55707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itchFamily="2" charset="-122"/>
                <a:cs typeface="楷体_GB2312" panose="02010609030101010101" pitchFamily="49" charset="-122"/>
              </a:rPr>
              <a:t>即：</a:t>
            </a:r>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幅度是偶函数</a:t>
            </a:r>
            <a:r>
              <a:rPr lang="zh-CN" altLang="en-US" sz="2800" dirty="0">
                <a:latin typeface="Times New Roman" panose="02020603050405020304" pitchFamily="18" charset="0"/>
                <a:ea typeface="华文楷体" pitchFamily="2" charset="-122"/>
                <a:cs typeface="楷体_GB2312" panose="02010609030101010101" pitchFamily="49" charset="-122"/>
              </a:rPr>
              <a:t>，</a:t>
            </a:r>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相位是奇函数</a:t>
            </a:r>
            <a:endPar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endParaRPr>
          </a:p>
        </p:txBody>
      </p:sp>
      <p:grpSp>
        <p:nvGrpSpPr>
          <p:cNvPr id="7" name="Group 14"/>
          <p:cNvGrpSpPr/>
          <p:nvPr/>
        </p:nvGrpSpPr>
        <p:grpSpPr bwMode="auto">
          <a:xfrm>
            <a:off x="636588" y="2541588"/>
            <a:ext cx="7643813" cy="558800"/>
            <a:chOff x="536" y="617"/>
            <a:chExt cx="4815" cy="352"/>
          </a:xfrm>
        </p:grpSpPr>
        <p:sp>
          <p:nvSpPr>
            <p:cNvPr id="27670" name="Text Box 15"/>
            <p:cNvSpPr txBox="1">
              <a:spLocks noChangeArrowheads="1"/>
            </p:cNvSpPr>
            <p:nvPr/>
          </p:nvSpPr>
          <p:spPr bwMode="auto">
            <a:xfrm>
              <a:off x="536" y="617"/>
              <a:ext cx="48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en-US" altLang="zh-CN" sz="2800" dirty="0">
                  <a:latin typeface="Times New Roman" panose="02020603050405020304" pitchFamily="18" charset="0"/>
                  <a:ea typeface="华文楷体" pitchFamily="2" charset="-122"/>
                  <a:cs typeface="楷体_GB2312" panose="02010609030101010101" pitchFamily="49" charset="-122"/>
                </a:rPr>
                <a:t> </a:t>
              </a:r>
              <a:r>
                <a:rPr lang="zh-CN" altLang="en-US" sz="2800" dirty="0">
                  <a:latin typeface="Times New Roman" panose="02020603050405020304" pitchFamily="18" charset="0"/>
                  <a:ea typeface="华文楷体" pitchFamily="2" charset="-122"/>
                  <a:cs typeface="楷体_GB2312" panose="02010609030101010101" pitchFamily="49" charset="-122"/>
                </a:rPr>
                <a:t>若</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sp>
          <p:nvSpPr>
            <p:cNvPr id="27671" name="Text Box 16"/>
            <p:cNvSpPr txBox="1">
              <a:spLocks noChangeArrowheads="1"/>
            </p:cNvSpPr>
            <p:nvPr/>
          </p:nvSpPr>
          <p:spPr bwMode="auto">
            <a:xfrm>
              <a:off x="4330" y="632"/>
              <a:ext cx="102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itchFamily="2" charset="-122"/>
                  <a:cs typeface="楷体_GB2312" panose="02010609030101010101" pitchFamily="49" charset="-122"/>
                </a:rPr>
                <a:t>，此时得</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aphicFrame>
          <p:nvGraphicFramePr>
            <p:cNvPr id="27652" name="Object 9"/>
            <p:cNvGraphicFramePr>
              <a:graphicFrameLocks noChangeAspect="1"/>
            </p:cNvGraphicFramePr>
            <p:nvPr/>
          </p:nvGraphicFramePr>
          <p:xfrm>
            <a:off x="1074" y="661"/>
            <a:ext cx="3278" cy="308"/>
          </p:xfrm>
          <a:graphic>
            <a:graphicData uri="http://schemas.openxmlformats.org/presentationml/2006/ole">
              <mc:AlternateContent xmlns:mc="http://schemas.openxmlformats.org/markup-compatibility/2006">
                <mc:Choice xmlns:v="urn:schemas-microsoft-com:vml" Requires="v">
                  <p:oleObj spid="_x0000_s28197" name="Equation" r:id="rId15" imgW="2159000" imgH="203200" progId="Equation.DSMT4">
                    <p:embed/>
                  </p:oleObj>
                </mc:Choice>
                <mc:Fallback>
                  <p:oleObj name="Equation" r:id="rId15" imgW="2159000" imgH="2032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4" y="661"/>
                          <a:ext cx="327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8" name="Object 10"/>
          <p:cNvGraphicFramePr>
            <a:graphicFrameLocks noChangeAspect="1"/>
          </p:cNvGraphicFramePr>
          <p:nvPr/>
        </p:nvGraphicFramePr>
        <p:xfrm>
          <a:off x="1458913" y="3857625"/>
          <a:ext cx="4149725" cy="485775"/>
        </p:xfrm>
        <a:graphic>
          <a:graphicData uri="http://schemas.openxmlformats.org/presentationml/2006/ole">
            <mc:AlternateContent xmlns:mc="http://schemas.openxmlformats.org/markup-compatibility/2006">
              <mc:Choice xmlns:v="urn:schemas-microsoft-com:vml" Requires="v">
                <p:oleObj spid="_x0000_s28198" name="Equation" r:id="rId17" imgW="1739900" imgH="203200" progId="Equation.DSMT4">
                  <p:embed/>
                </p:oleObj>
              </mc:Choice>
              <mc:Fallback>
                <p:oleObj name="Equation" r:id="rId17" imgW="1739900" imgH="2032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58913" y="3857625"/>
                        <a:ext cx="41497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Text Box 5"/>
          <p:cNvSpPr txBox="1">
            <a:spLocks noChangeArrowheads="1"/>
          </p:cNvSpPr>
          <p:nvPr/>
        </p:nvSpPr>
        <p:spPr bwMode="auto">
          <a:xfrm>
            <a:off x="5429250" y="1870075"/>
            <a:ext cx="305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频谱为共轭偶函数</a:t>
            </a:r>
            <a:endPar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linds(horizontal)">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linds(horizontal)">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linds(horizontal)">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blinds(horizontal)">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23" grpId="0"/>
      <p:bldP spid="2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2"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3F72829-DEE7-47BC-B48C-52FD589F33B7}" type="slidenum">
              <a:rPr lang="zh-CN" altLang="en-US">
                <a:solidFill>
                  <a:srgbClr val="898989"/>
                </a:solidFill>
                <a:latin typeface="Calibri" panose="020F0502020204030204" pitchFamily="34" charset="0"/>
              </a:rPr>
            </a:fld>
            <a:endParaRPr lang="zh-CN" altLang="en-US">
              <a:solidFill>
                <a:srgbClr val="898989"/>
              </a:solidFill>
              <a:latin typeface="Calibri" panose="020F0502020204030204" pitchFamily="34" charset="0"/>
            </a:endParaRPr>
          </a:p>
        </p:txBody>
      </p:sp>
      <p:grpSp>
        <p:nvGrpSpPr>
          <p:cNvPr id="28684" name="Group 2"/>
          <p:cNvGrpSpPr/>
          <p:nvPr/>
        </p:nvGrpSpPr>
        <p:grpSpPr bwMode="auto">
          <a:xfrm>
            <a:off x="792163" y="1285875"/>
            <a:ext cx="6380162" cy="552450"/>
            <a:chOff x="564" y="572"/>
            <a:chExt cx="4019" cy="348"/>
          </a:xfrm>
        </p:grpSpPr>
        <p:sp>
          <p:nvSpPr>
            <p:cNvPr id="28692" name="Text Box 3"/>
            <p:cNvSpPr txBox="1">
              <a:spLocks noChangeArrowheads="1"/>
            </p:cNvSpPr>
            <p:nvPr/>
          </p:nvSpPr>
          <p:spPr bwMode="auto">
            <a:xfrm>
              <a:off x="564" y="578"/>
              <a:ext cx="7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lang="en-US" altLang="zh-CN" sz="2800">
                  <a:latin typeface="Times New Roman" panose="02020603050405020304" pitchFamily="18" charset="0"/>
                  <a:ea typeface="华文楷体" pitchFamily="2" charset="-122"/>
                  <a:cs typeface="楷体_GB2312" panose="02010609030101010101" pitchFamily="49" charset="-122"/>
                </a:rPr>
                <a:t> </a:t>
              </a:r>
              <a:r>
                <a:rPr lang="zh-CN" altLang="en-US" sz="2800">
                  <a:latin typeface="Times New Roman" panose="02020603050405020304" pitchFamily="18" charset="0"/>
                  <a:ea typeface="华文楷体" pitchFamily="2" charset="-122"/>
                  <a:cs typeface="楷体_GB2312" panose="02010609030101010101" pitchFamily="49" charset="-122"/>
                </a:rPr>
                <a:t>如果</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aphicFrame>
          <p:nvGraphicFramePr>
            <p:cNvPr id="28681" name="Object 2"/>
            <p:cNvGraphicFramePr>
              <a:graphicFrameLocks noChangeAspect="1"/>
            </p:cNvGraphicFramePr>
            <p:nvPr/>
          </p:nvGraphicFramePr>
          <p:xfrm>
            <a:off x="1241" y="588"/>
            <a:ext cx="1225" cy="332"/>
          </p:xfrm>
          <a:graphic>
            <a:graphicData uri="http://schemas.openxmlformats.org/presentationml/2006/ole">
              <mc:AlternateContent xmlns:mc="http://schemas.openxmlformats.org/markup-compatibility/2006">
                <mc:Choice xmlns:v="urn:schemas-microsoft-com:vml" Requires="v">
                  <p:oleObj spid="_x0000_s29154" name="Equation" r:id="rId1" imgW="748665" imgH="203200" progId="Equation.DSMT4">
                    <p:embed/>
                  </p:oleObj>
                </mc:Choice>
                <mc:Fallback>
                  <p:oleObj name="Equation" r:id="rId1" imgW="748665"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 y="588"/>
                          <a:ext cx="1225"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93" name="Text Box 5"/>
            <p:cNvSpPr txBox="1">
              <a:spLocks noChangeArrowheads="1"/>
            </p:cNvSpPr>
            <p:nvPr/>
          </p:nvSpPr>
          <p:spPr bwMode="auto">
            <a:xfrm>
              <a:off x="2442" y="572"/>
              <a:ext cx="21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itchFamily="2" charset="-122"/>
                  <a:cs typeface="楷体_GB2312" panose="02010609030101010101" pitchFamily="49" charset="-122"/>
                </a:rPr>
                <a:t>即信号是偶函数。则</a:t>
              </a:r>
              <a:endParaRPr lang="zh-CN" altLang="en-US" sz="2800">
                <a:latin typeface="Times New Roman" panose="02020603050405020304" pitchFamily="18" charset="0"/>
                <a:ea typeface="华文楷体" pitchFamily="2" charset="-122"/>
                <a:cs typeface="楷体_GB2312" panose="02010609030101010101" pitchFamily="49" charset="-122"/>
              </a:endParaRPr>
            </a:p>
          </p:txBody>
        </p:sp>
      </p:grpSp>
      <p:graphicFrame>
        <p:nvGraphicFramePr>
          <p:cNvPr id="9" name="Object 3"/>
          <p:cNvGraphicFramePr>
            <a:graphicFrameLocks noChangeAspect="1"/>
          </p:cNvGraphicFramePr>
          <p:nvPr/>
        </p:nvGraphicFramePr>
        <p:xfrm>
          <a:off x="1346200" y="1943100"/>
          <a:ext cx="3194050" cy="746125"/>
        </p:xfrm>
        <a:graphic>
          <a:graphicData uri="http://schemas.openxmlformats.org/presentationml/2006/ole">
            <mc:AlternateContent xmlns:mc="http://schemas.openxmlformats.org/markup-compatibility/2006">
              <mc:Choice xmlns:v="urn:schemas-microsoft-com:vml" Requires="v">
                <p:oleObj spid="_x0000_s29155" name="Equation" r:id="rId3" imgW="1422400" imgH="330200" progId="Equation.DSMT4">
                  <p:embed/>
                </p:oleObj>
              </mc:Choice>
              <mc:Fallback>
                <p:oleObj name="Equation" r:id="rId3" imgW="1422400" imgH="330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6200" y="1943100"/>
                        <a:ext cx="3194050" cy="74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4"/>
          <p:cNvGraphicFramePr>
            <a:graphicFrameLocks noChangeAspect="1"/>
          </p:cNvGraphicFramePr>
          <p:nvPr/>
        </p:nvGraphicFramePr>
        <p:xfrm>
          <a:off x="2357438" y="2786063"/>
          <a:ext cx="2174875" cy="774700"/>
        </p:xfrm>
        <a:graphic>
          <a:graphicData uri="http://schemas.openxmlformats.org/presentationml/2006/ole">
            <mc:AlternateContent xmlns:mc="http://schemas.openxmlformats.org/markup-compatibility/2006">
              <mc:Choice xmlns:v="urn:schemas-microsoft-com:vml" Requires="v">
                <p:oleObj spid="_x0000_s29156" name="Equation" r:id="rId5" imgW="1002665" imgH="330200" progId="Equation.DSMT4">
                  <p:embed/>
                </p:oleObj>
              </mc:Choice>
              <mc:Fallback>
                <p:oleObj name="Equation" r:id="rId5" imgW="1002665" imgH="330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7438" y="2786063"/>
                        <a:ext cx="2174875"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Text Box 8"/>
          <p:cNvSpPr txBox="1">
            <a:spLocks noChangeArrowheads="1"/>
          </p:cNvSpPr>
          <p:nvPr/>
        </p:nvSpPr>
        <p:spPr bwMode="auto">
          <a:xfrm>
            <a:off x="992188" y="3643313"/>
            <a:ext cx="6378669" cy="447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pPr>
            <a:r>
              <a:rPr lang="zh-CN" altLang="en-US" sz="2800" dirty="0">
                <a:latin typeface="Times New Roman" panose="02020603050405020304" pitchFamily="18" charset="0"/>
                <a:ea typeface="华文楷体" pitchFamily="2" charset="-122"/>
                <a:cs typeface="楷体_GB2312" panose="02010609030101010101" pitchFamily="49" charset="-122"/>
              </a:rPr>
              <a:t>表明： </a:t>
            </a:r>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偶信号的傅里叶变换是偶函数</a:t>
            </a:r>
            <a:r>
              <a:rPr lang="zh-CN" altLang="en-US" sz="2800" dirty="0">
                <a:latin typeface="Times New Roman" panose="02020603050405020304" pitchFamily="18" charset="0"/>
                <a:ea typeface="华文楷体" pitchFamily="2" charset="-122"/>
                <a:cs typeface="楷体_GB2312" panose="02010609030101010101" pitchFamily="49" charset="-122"/>
              </a:rPr>
              <a:t>。</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pSp>
        <p:nvGrpSpPr>
          <p:cNvPr id="3" name="Group 9"/>
          <p:cNvGrpSpPr/>
          <p:nvPr/>
        </p:nvGrpSpPr>
        <p:grpSpPr bwMode="auto">
          <a:xfrm>
            <a:off x="954088" y="5613405"/>
            <a:ext cx="4133850" cy="523876"/>
            <a:chOff x="700" y="3049"/>
            <a:chExt cx="2604" cy="330"/>
          </a:xfrm>
        </p:grpSpPr>
        <p:sp>
          <p:nvSpPr>
            <p:cNvPr id="28691" name="Text Box 10"/>
            <p:cNvSpPr txBox="1">
              <a:spLocks noChangeArrowheads="1"/>
            </p:cNvSpPr>
            <p:nvPr/>
          </p:nvSpPr>
          <p:spPr bwMode="auto">
            <a:xfrm>
              <a:off x="700" y="3049"/>
              <a:ext cx="260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itchFamily="2" charset="-122"/>
                  <a:cs typeface="楷体_GB2312" panose="02010609030101010101" pitchFamily="49" charset="-122"/>
                </a:rPr>
                <a:t>表明            是</a:t>
              </a:r>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实偶函数</a:t>
              </a:r>
              <a:r>
                <a:rPr lang="zh-CN" altLang="en-US" sz="2800" dirty="0">
                  <a:latin typeface="Times New Roman" panose="02020603050405020304" pitchFamily="18" charset="0"/>
                  <a:ea typeface="华文楷体" pitchFamily="2" charset="-122"/>
                  <a:cs typeface="楷体_GB2312" panose="02010609030101010101" pitchFamily="49" charset="-122"/>
                </a:rPr>
                <a:t>。</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aphicFrame>
          <p:nvGraphicFramePr>
            <p:cNvPr id="28680" name="Object 5"/>
            <p:cNvGraphicFramePr>
              <a:graphicFrameLocks noChangeAspect="1"/>
            </p:cNvGraphicFramePr>
            <p:nvPr/>
          </p:nvGraphicFramePr>
          <p:xfrm>
            <a:off x="1253" y="3078"/>
            <a:ext cx="618" cy="274"/>
          </p:xfrm>
          <a:graphic>
            <a:graphicData uri="http://schemas.openxmlformats.org/presentationml/2006/ole">
              <mc:AlternateContent xmlns:mc="http://schemas.openxmlformats.org/markup-compatibility/2006">
                <mc:Choice xmlns:v="urn:schemas-microsoft-com:vml" Requires="v">
                  <p:oleObj spid="_x0000_s29157" name="Equation" r:id="rId7" imgW="457200" imgH="203200" progId="Equation.DSMT4">
                    <p:embed/>
                  </p:oleObj>
                </mc:Choice>
                <mc:Fallback>
                  <p:oleObj name="Equation" r:id="rId7" imgW="457200" imgH="203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3" y="3078"/>
                          <a:ext cx="618"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5"/>
          <p:cNvGrpSpPr/>
          <p:nvPr/>
        </p:nvGrpSpPr>
        <p:grpSpPr bwMode="auto">
          <a:xfrm>
            <a:off x="963613" y="4214813"/>
            <a:ext cx="6530975" cy="528637"/>
            <a:chOff x="672" y="2639"/>
            <a:chExt cx="4114" cy="333"/>
          </a:xfrm>
        </p:grpSpPr>
        <p:graphicFrame>
          <p:nvGraphicFramePr>
            <p:cNvPr id="28679" name="Object 7"/>
            <p:cNvGraphicFramePr>
              <a:graphicFrameLocks noChangeAspect="1"/>
            </p:cNvGraphicFramePr>
            <p:nvPr/>
          </p:nvGraphicFramePr>
          <p:xfrm>
            <a:off x="3081" y="2639"/>
            <a:ext cx="1705" cy="333"/>
          </p:xfrm>
          <a:graphic>
            <a:graphicData uri="http://schemas.openxmlformats.org/presentationml/2006/ole">
              <mc:AlternateContent xmlns:mc="http://schemas.openxmlformats.org/markup-compatibility/2006">
                <mc:Choice xmlns:v="urn:schemas-microsoft-com:vml" Requires="v">
                  <p:oleObj spid="_x0000_s29158" name="Equation" r:id="rId9" imgW="1168400" imgH="228600" progId="Equation.DSMT4">
                    <p:embed/>
                  </p:oleObj>
                </mc:Choice>
                <mc:Fallback>
                  <p:oleObj name="Equation" r:id="rId9" imgW="1168400" imgH="2286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81" y="2639"/>
                          <a:ext cx="1705"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90" name="Rectangle 19"/>
            <p:cNvSpPr>
              <a:spLocks noChangeArrowheads="1"/>
            </p:cNvSpPr>
            <p:nvPr/>
          </p:nvSpPr>
          <p:spPr bwMode="auto">
            <a:xfrm>
              <a:off x="672" y="2640"/>
              <a:ext cx="246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itchFamily="2" charset="-122"/>
                  <a:cs typeface="楷体_GB2312" panose="02010609030101010101" pitchFamily="49" charset="-122"/>
                </a:rPr>
                <a:t>对于实信号</a:t>
              </a:r>
              <a:r>
                <a:rPr lang="en-US" altLang="zh-CN" sz="2800" i="1" dirty="0">
                  <a:latin typeface="Times New Roman" panose="02020603050405020304" pitchFamily="18" charset="0"/>
                  <a:ea typeface="华文楷体" pitchFamily="2" charset="-122"/>
                  <a:cs typeface="楷体_GB2312" panose="02010609030101010101" pitchFamily="49" charset="-122"/>
                </a:rPr>
                <a:t>x</a:t>
              </a:r>
              <a:r>
                <a:rPr lang="en-US" altLang="zh-CN" sz="2800" dirty="0">
                  <a:latin typeface="Times New Roman" panose="02020603050405020304" pitchFamily="18" charset="0"/>
                  <a:ea typeface="华文楷体" pitchFamily="2" charset="-122"/>
                  <a:cs typeface="楷体_GB2312" panose="02010609030101010101" pitchFamily="49" charset="-122"/>
                </a:rPr>
                <a:t>(</a:t>
              </a:r>
              <a:r>
                <a:rPr lang="en-US" altLang="zh-CN" sz="2800" i="1" dirty="0">
                  <a:latin typeface="Times New Roman" panose="02020603050405020304" pitchFamily="18" charset="0"/>
                  <a:ea typeface="华文楷体" pitchFamily="2" charset="-122"/>
                  <a:cs typeface="楷体_GB2312" panose="02010609030101010101" pitchFamily="49" charset="-122"/>
                </a:rPr>
                <a:t>t</a:t>
              </a:r>
              <a:r>
                <a:rPr lang="en-US" altLang="zh-CN" sz="2800" dirty="0">
                  <a:latin typeface="Times New Roman" panose="02020603050405020304" pitchFamily="18" charset="0"/>
                  <a:ea typeface="华文楷体" pitchFamily="2" charset="-122"/>
                  <a:cs typeface="楷体_GB2312" panose="02010609030101010101" pitchFamily="49" charset="-122"/>
                </a:rPr>
                <a:t>)</a:t>
              </a:r>
              <a:r>
                <a:rPr lang="zh-CN" altLang="en-US" sz="2800" dirty="0">
                  <a:latin typeface="Times New Roman" panose="02020603050405020304" pitchFamily="18" charset="0"/>
                  <a:ea typeface="华文楷体" pitchFamily="2" charset="-122"/>
                  <a:cs typeface="楷体_GB2312" panose="02010609030101010101" pitchFamily="49" charset="-122"/>
                </a:rPr>
                <a:t>，又因为</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pSp>
      <p:graphicFrame>
        <p:nvGraphicFramePr>
          <p:cNvPr id="54281" name="Object 9"/>
          <p:cNvGraphicFramePr>
            <a:graphicFrameLocks noChangeAspect="1"/>
          </p:cNvGraphicFramePr>
          <p:nvPr/>
        </p:nvGraphicFramePr>
        <p:xfrm>
          <a:off x="4649788" y="1928813"/>
          <a:ext cx="2422525" cy="774700"/>
        </p:xfrm>
        <a:graphic>
          <a:graphicData uri="http://schemas.openxmlformats.org/presentationml/2006/ole">
            <mc:AlternateContent xmlns:mc="http://schemas.openxmlformats.org/markup-compatibility/2006">
              <mc:Choice xmlns:v="urn:schemas-microsoft-com:vml" Requires="v">
                <p:oleObj spid="_x0000_s29159" name="Equation" r:id="rId11" imgW="1117600" imgH="330200" progId="Equation.DSMT4">
                  <p:embed/>
                </p:oleObj>
              </mc:Choice>
              <mc:Fallback>
                <p:oleObj name="Equation" r:id="rId11" imgW="1117600" imgH="3302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9788" y="1928813"/>
                        <a:ext cx="2422525"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2" name="Object 10"/>
          <p:cNvGraphicFramePr>
            <a:graphicFrameLocks noChangeAspect="1"/>
          </p:cNvGraphicFramePr>
          <p:nvPr/>
        </p:nvGraphicFramePr>
        <p:xfrm>
          <a:off x="4643438" y="2935288"/>
          <a:ext cx="1433512" cy="476250"/>
        </p:xfrm>
        <a:graphic>
          <a:graphicData uri="http://schemas.openxmlformats.org/presentationml/2006/ole">
            <mc:AlternateContent xmlns:mc="http://schemas.openxmlformats.org/markup-compatibility/2006">
              <mc:Choice xmlns:v="urn:schemas-microsoft-com:vml" Requires="v">
                <p:oleObj spid="_x0000_s29160" name="Equation" r:id="rId13" imgW="660400" imgH="203200" progId="Equation.DSMT4">
                  <p:embed/>
                </p:oleObj>
              </mc:Choice>
              <mc:Fallback>
                <p:oleObj name="Equation" r:id="rId13" imgW="660400" imgH="203200" progId="Equation.DSMT4">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43438" y="2935288"/>
                        <a:ext cx="143351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组合 26"/>
          <p:cNvGrpSpPr/>
          <p:nvPr/>
        </p:nvGrpSpPr>
        <p:grpSpPr bwMode="auto">
          <a:xfrm>
            <a:off x="941388" y="4886325"/>
            <a:ext cx="5502820" cy="546100"/>
            <a:chOff x="1135045" y="5143497"/>
            <a:chExt cx="5502232" cy="546100"/>
          </a:xfrm>
        </p:grpSpPr>
        <p:sp>
          <p:nvSpPr>
            <p:cNvPr id="28689" name="Text Box 17"/>
            <p:cNvSpPr txBox="1">
              <a:spLocks noChangeArrowheads="1"/>
            </p:cNvSpPr>
            <p:nvPr/>
          </p:nvSpPr>
          <p:spPr bwMode="auto">
            <a:xfrm>
              <a:off x="1135045" y="5164150"/>
              <a:ext cx="3415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itchFamily="2" charset="-122"/>
                  <a:cs typeface="楷体_GB2312" panose="02010609030101010101" pitchFamily="49" charset="-122"/>
                </a:rPr>
                <a:t>所以对于</a:t>
              </a:r>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实偶信号</a:t>
              </a:r>
              <a:r>
                <a:rPr lang="zh-CN" altLang="en-US" sz="2800" dirty="0">
                  <a:latin typeface="Times New Roman" panose="02020603050405020304" pitchFamily="18" charset="0"/>
                  <a:ea typeface="华文楷体" pitchFamily="2" charset="-122"/>
                  <a:cs typeface="楷体_GB2312" panose="02010609030101010101" pitchFamily="49" charset="-122"/>
                </a:rPr>
                <a:t>，</a:t>
              </a:r>
              <a:endParaRPr lang="zh-CN" altLang="en-US" sz="2800" dirty="0">
                <a:latin typeface="Times New Roman" panose="02020603050405020304" pitchFamily="18" charset="0"/>
                <a:ea typeface="华文楷体" pitchFamily="2" charset="-122"/>
                <a:cs typeface="楷体_GB2312" panose="02010609030101010101" pitchFamily="49" charset="-122"/>
              </a:endParaRPr>
            </a:p>
          </p:txBody>
        </p:sp>
        <p:graphicFrame>
          <p:nvGraphicFramePr>
            <p:cNvPr id="28678" name="Object 11"/>
            <p:cNvGraphicFramePr>
              <a:graphicFrameLocks noChangeAspect="1"/>
            </p:cNvGraphicFramePr>
            <p:nvPr/>
          </p:nvGraphicFramePr>
          <p:xfrm>
            <a:off x="4360802" y="5143497"/>
            <a:ext cx="2276475" cy="546100"/>
          </p:xfrm>
          <a:graphic>
            <a:graphicData uri="http://schemas.openxmlformats.org/presentationml/2006/ole">
              <mc:AlternateContent xmlns:mc="http://schemas.openxmlformats.org/markup-compatibility/2006">
                <mc:Choice xmlns:v="urn:schemas-microsoft-com:vml" Requires="v">
                  <p:oleObj spid="_x0000_s29161" name="Equation" r:id="rId15" imgW="1079500" imgH="228600" progId="Equation.DSMT4">
                    <p:embed/>
                  </p:oleObj>
                </mc:Choice>
                <mc:Fallback>
                  <p:oleObj name="Equation" r:id="rId15" imgW="1079500" imgH="228600" progId="Equation.DSMT4">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60802" y="5143497"/>
                          <a:ext cx="2276475"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4281"/>
                                        </p:tgtEl>
                                        <p:attrNameLst>
                                          <p:attrName>style.visibility</p:attrName>
                                        </p:attrNameLst>
                                      </p:cBhvr>
                                      <p:to>
                                        <p:strVal val="visible"/>
                                      </p:to>
                                    </p:set>
                                    <p:animEffect transition="in" filter="blinds(horizontal)">
                                      <p:cBhvr>
                                        <p:cTn id="12" dur="500"/>
                                        <p:tgtEl>
                                          <p:spTgt spid="5428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4282"/>
                                        </p:tgtEl>
                                        <p:attrNameLst>
                                          <p:attrName>style.visibility</p:attrName>
                                        </p:attrNameLst>
                                      </p:cBhvr>
                                      <p:to>
                                        <p:strVal val="visible"/>
                                      </p:to>
                                    </p:set>
                                    <p:animEffect transition="in" filter="blinds(horizontal)">
                                      <p:cBhvr>
                                        <p:cTn id="22" dur="500"/>
                                        <p:tgtEl>
                                          <p:spTgt spid="5428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linds(horizontal)">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AE31EBF-9470-4218-8419-F81CDCFCFFF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1038" name="Group 12"/>
          <p:cNvGrpSpPr/>
          <p:nvPr/>
        </p:nvGrpSpPr>
        <p:grpSpPr bwMode="auto">
          <a:xfrm>
            <a:off x="500063" y="1285875"/>
            <a:ext cx="7715250" cy="519113"/>
            <a:chOff x="515" y="3562"/>
            <a:chExt cx="4860" cy="327"/>
          </a:xfrm>
        </p:grpSpPr>
        <p:sp>
          <p:nvSpPr>
            <p:cNvPr id="1050" name="Text Box 13"/>
            <p:cNvSpPr txBox="1">
              <a:spLocks noChangeArrowheads="1"/>
            </p:cNvSpPr>
            <p:nvPr/>
          </p:nvSpPr>
          <p:spPr bwMode="auto">
            <a:xfrm>
              <a:off x="515" y="3562"/>
              <a:ext cx="48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Char char="•"/>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 </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若                      即信号是</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奇函数</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，同样可以得出</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1035" name="Object 2"/>
            <p:cNvGraphicFramePr>
              <a:graphicFrameLocks noChangeAspect="1"/>
            </p:cNvGraphicFramePr>
            <p:nvPr/>
          </p:nvGraphicFramePr>
          <p:xfrm>
            <a:off x="914" y="3590"/>
            <a:ext cx="1225" cy="297"/>
          </p:xfrm>
          <a:graphic>
            <a:graphicData uri="http://schemas.openxmlformats.org/presentationml/2006/ole">
              <mc:AlternateContent xmlns:mc="http://schemas.openxmlformats.org/markup-compatibility/2006">
                <mc:Choice xmlns:v="urn:schemas-microsoft-com:vml" Requires="v">
                  <p:oleObj spid="_x0000_s30298" name="Equation" r:id="rId1" imgW="837565" imgH="203200" progId="Equation.DSMT4">
                    <p:embed/>
                  </p:oleObj>
                </mc:Choice>
                <mc:Fallback>
                  <p:oleObj name="Equation" r:id="rId1" imgW="837565"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 y="3590"/>
                          <a:ext cx="1225"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2"/>
          <p:cNvGrpSpPr/>
          <p:nvPr/>
        </p:nvGrpSpPr>
        <p:grpSpPr bwMode="auto">
          <a:xfrm>
            <a:off x="1504950" y="1982787"/>
            <a:ext cx="6265863" cy="523874"/>
            <a:chOff x="903" y="549"/>
            <a:chExt cx="3947" cy="330"/>
          </a:xfrm>
        </p:grpSpPr>
        <p:graphicFrame>
          <p:nvGraphicFramePr>
            <p:cNvPr id="1033" name="Object 3"/>
            <p:cNvGraphicFramePr>
              <a:graphicFrameLocks noChangeAspect="1"/>
            </p:cNvGraphicFramePr>
            <p:nvPr/>
          </p:nvGraphicFramePr>
          <p:xfrm>
            <a:off x="903" y="577"/>
            <a:ext cx="1646" cy="280"/>
          </p:xfrm>
          <a:graphic>
            <a:graphicData uri="http://schemas.openxmlformats.org/presentationml/2006/ole">
              <mc:AlternateContent xmlns:mc="http://schemas.openxmlformats.org/markup-compatibility/2006">
                <mc:Choice xmlns:v="urn:schemas-microsoft-com:vml" Requires="v">
                  <p:oleObj spid="_x0000_s30299" name="Equation" r:id="rId3" imgW="1193800" imgH="203200" progId="Equation.DSMT4">
                    <p:embed/>
                  </p:oleObj>
                </mc:Choice>
                <mc:Fallback>
                  <p:oleObj name="Equation" r:id="rId3" imgW="11938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3" y="577"/>
                          <a:ext cx="1646"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9" name="Text Box 4"/>
            <p:cNvSpPr txBox="1">
              <a:spLocks noChangeArrowheads="1"/>
            </p:cNvSpPr>
            <p:nvPr/>
          </p:nvSpPr>
          <p:spPr bwMode="auto">
            <a:xfrm>
              <a:off x="2472" y="549"/>
              <a:ext cx="237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，表明            是</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奇函数</a:t>
              </a:r>
              <a:endPar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1034" name="Object 4"/>
            <p:cNvGraphicFramePr>
              <a:graphicFrameLocks noChangeAspect="1"/>
            </p:cNvGraphicFramePr>
            <p:nvPr/>
          </p:nvGraphicFramePr>
          <p:xfrm>
            <a:off x="3259" y="573"/>
            <a:ext cx="574" cy="303"/>
          </p:xfrm>
          <a:graphic>
            <a:graphicData uri="http://schemas.openxmlformats.org/presentationml/2006/ole">
              <mc:AlternateContent xmlns:mc="http://schemas.openxmlformats.org/markup-compatibility/2006">
                <mc:Choice xmlns:v="urn:schemas-microsoft-com:vml" Requires="v">
                  <p:oleObj spid="_x0000_s30300" name="Equation" r:id="rId5" imgW="457200" imgH="203200" progId="Equation.DSMT4">
                    <p:embed/>
                  </p:oleObj>
                </mc:Choice>
                <mc:Fallback>
                  <p:oleObj name="Equation" r:id="rId5" imgW="4572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9" y="573"/>
                          <a:ext cx="574"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0"/>
          <p:cNvGrpSpPr/>
          <p:nvPr/>
        </p:nvGrpSpPr>
        <p:grpSpPr bwMode="auto">
          <a:xfrm>
            <a:off x="500063" y="4119563"/>
            <a:ext cx="5786437" cy="603250"/>
            <a:chOff x="576" y="1668"/>
            <a:chExt cx="3645" cy="380"/>
          </a:xfrm>
        </p:grpSpPr>
        <p:sp>
          <p:nvSpPr>
            <p:cNvPr id="1047" name="Text Box 11"/>
            <p:cNvSpPr txBox="1">
              <a:spLocks noChangeArrowheads="1"/>
            </p:cNvSpPr>
            <p:nvPr/>
          </p:nvSpPr>
          <p:spPr bwMode="auto">
            <a:xfrm>
              <a:off x="576" y="1693"/>
              <a:ext cx="115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Char char="•"/>
                <a:defRPr/>
              </a:pP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 </a:t>
              </a: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若实信号</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1032" name="Object 7"/>
            <p:cNvGraphicFramePr>
              <a:graphicFrameLocks noChangeAspect="1"/>
            </p:cNvGraphicFramePr>
            <p:nvPr/>
          </p:nvGraphicFramePr>
          <p:xfrm>
            <a:off x="1701" y="1668"/>
            <a:ext cx="1905" cy="380"/>
          </p:xfrm>
          <a:graphic>
            <a:graphicData uri="http://schemas.openxmlformats.org/presentationml/2006/ole">
              <mc:AlternateContent xmlns:mc="http://schemas.openxmlformats.org/markup-compatibility/2006">
                <mc:Choice xmlns:v="urn:schemas-microsoft-com:vml" Requires="v">
                  <p:oleObj spid="_x0000_s30301" name="Equation" r:id="rId7" imgW="1143000" imgH="228600" progId="Equation.DSMT4">
                    <p:embed/>
                  </p:oleObj>
                </mc:Choice>
                <mc:Fallback>
                  <p:oleObj name="Equation" r:id="rId7" imgW="1143000" imgH="228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1" y="1668"/>
                          <a:ext cx="1905"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8" name="Text Box 13"/>
            <p:cNvSpPr txBox="1">
              <a:spLocks noChangeArrowheads="1"/>
            </p:cNvSpPr>
            <p:nvPr/>
          </p:nvSpPr>
          <p:spPr bwMode="auto">
            <a:xfrm>
              <a:off x="3580" y="1683"/>
              <a:ext cx="6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则有</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aphicFrame>
        <p:nvGraphicFramePr>
          <p:cNvPr id="20" name="Object 8"/>
          <p:cNvGraphicFramePr>
            <a:graphicFrameLocks noChangeAspect="1"/>
          </p:cNvGraphicFramePr>
          <p:nvPr/>
        </p:nvGraphicFramePr>
        <p:xfrm>
          <a:off x="2500313" y="4902200"/>
          <a:ext cx="4194175" cy="563563"/>
        </p:xfrm>
        <a:graphic>
          <a:graphicData uri="http://schemas.openxmlformats.org/presentationml/2006/ole">
            <mc:AlternateContent xmlns:mc="http://schemas.openxmlformats.org/markup-compatibility/2006">
              <mc:Choice xmlns:v="urn:schemas-microsoft-com:vml" Requires="v">
                <p:oleObj spid="_x0000_s30302" name="Equation" r:id="rId9" imgW="1701800" imgH="228600" progId="Equation.DSMT4">
                  <p:embed/>
                </p:oleObj>
              </mc:Choice>
              <mc:Fallback>
                <p:oleObj name="Equation" r:id="rId9" imgW="1701800" imgH="2286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00313" y="4902200"/>
                        <a:ext cx="4194175"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组合 31"/>
          <p:cNvGrpSpPr/>
          <p:nvPr/>
        </p:nvGrpSpPr>
        <p:grpSpPr bwMode="auto">
          <a:xfrm>
            <a:off x="1871663" y="5643563"/>
            <a:ext cx="5335587" cy="534987"/>
            <a:chOff x="1871644" y="5362575"/>
            <a:chExt cx="5335606" cy="534988"/>
          </a:xfrm>
        </p:grpSpPr>
        <p:graphicFrame>
          <p:nvGraphicFramePr>
            <p:cNvPr id="1030" name="Object 9"/>
            <p:cNvGraphicFramePr>
              <a:graphicFrameLocks noChangeAspect="1"/>
            </p:cNvGraphicFramePr>
            <p:nvPr/>
          </p:nvGraphicFramePr>
          <p:xfrm>
            <a:off x="1871644" y="5365750"/>
            <a:ext cx="2346333" cy="528638"/>
          </p:xfrm>
          <a:graphic>
            <a:graphicData uri="http://schemas.openxmlformats.org/presentationml/2006/ole">
              <mc:AlternateContent xmlns:mc="http://schemas.openxmlformats.org/markup-compatibility/2006">
                <mc:Choice xmlns:v="urn:schemas-microsoft-com:vml" Requires="v">
                  <p:oleObj spid="_x0000_s30303" name="Equation" r:id="rId11" imgW="1016000" imgH="228600" progId="Equation.DSMT4">
                    <p:embed/>
                  </p:oleObj>
                </mc:Choice>
                <mc:Fallback>
                  <p:oleObj name="Equation" r:id="rId11" imgW="1016000" imgH="2286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71644" y="5365750"/>
                          <a:ext cx="2346333"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1" name="Object 11"/>
            <p:cNvGraphicFramePr>
              <a:graphicFrameLocks noChangeAspect="1"/>
            </p:cNvGraphicFramePr>
            <p:nvPr/>
          </p:nvGraphicFramePr>
          <p:xfrm>
            <a:off x="4705350" y="5362575"/>
            <a:ext cx="2501900" cy="534988"/>
          </p:xfrm>
          <a:graphic>
            <a:graphicData uri="http://schemas.openxmlformats.org/presentationml/2006/ole">
              <mc:AlternateContent xmlns:mc="http://schemas.openxmlformats.org/markup-compatibility/2006">
                <mc:Choice xmlns:v="urn:schemas-microsoft-com:vml" Requires="v">
                  <p:oleObj spid="_x0000_s30304" name="Equation" r:id="rId13" imgW="1066800" imgH="228600" progId="Equation.DSMT4">
                    <p:embed/>
                  </p:oleObj>
                </mc:Choice>
                <mc:Fallback>
                  <p:oleObj name="Equation" r:id="rId13" imgW="1066800" imgH="228600"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05350" y="5362575"/>
                          <a:ext cx="2501900"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Group 15"/>
          <p:cNvGrpSpPr/>
          <p:nvPr/>
        </p:nvGrpSpPr>
        <p:grpSpPr bwMode="auto">
          <a:xfrm>
            <a:off x="749300" y="2681288"/>
            <a:ext cx="6965950" cy="528637"/>
            <a:chOff x="672" y="2639"/>
            <a:chExt cx="4388" cy="333"/>
          </a:xfrm>
        </p:grpSpPr>
        <p:graphicFrame>
          <p:nvGraphicFramePr>
            <p:cNvPr id="1029" name="Object 13"/>
            <p:cNvGraphicFramePr>
              <a:graphicFrameLocks noChangeAspect="1"/>
            </p:cNvGraphicFramePr>
            <p:nvPr/>
          </p:nvGraphicFramePr>
          <p:xfrm>
            <a:off x="3355" y="2639"/>
            <a:ext cx="1705" cy="333"/>
          </p:xfrm>
          <a:graphic>
            <a:graphicData uri="http://schemas.openxmlformats.org/presentationml/2006/ole">
              <mc:AlternateContent xmlns:mc="http://schemas.openxmlformats.org/markup-compatibility/2006">
                <mc:Choice xmlns:v="urn:schemas-microsoft-com:vml" Requires="v">
                  <p:oleObj spid="_x0000_s30305" name="Equation" r:id="rId15" imgW="1168400" imgH="228600" progId="Equation.DSMT4">
                    <p:embed/>
                  </p:oleObj>
                </mc:Choice>
                <mc:Fallback>
                  <p:oleObj name="Equation" r:id="rId15" imgW="1168400" imgH="228600" progId="Equation.DSMT4">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55" y="2639"/>
                          <a:ext cx="1705"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6" name="Rectangle 19"/>
            <p:cNvSpPr>
              <a:spLocks noChangeArrowheads="1"/>
            </p:cNvSpPr>
            <p:nvPr/>
          </p:nvSpPr>
          <p:spPr bwMode="auto">
            <a:xfrm>
              <a:off x="672" y="2640"/>
              <a:ext cx="270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对于</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实奇信号</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x</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t</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，又因为</a:t>
              </a:r>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pSp>
        <p:nvGrpSpPr>
          <p:cNvPr id="8" name="组合 30"/>
          <p:cNvGrpSpPr/>
          <p:nvPr/>
        </p:nvGrpSpPr>
        <p:grpSpPr bwMode="auto">
          <a:xfrm>
            <a:off x="1428750" y="3387725"/>
            <a:ext cx="7176237" cy="554038"/>
            <a:chOff x="1099303" y="3191532"/>
            <a:chExt cx="7175435" cy="553381"/>
          </a:xfrm>
        </p:grpSpPr>
        <p:graphicFrame>
          <p:nvGraphicFramePr>
            <p:cNvPr id="1027" name="Object 5"/>
            <p:cNvGraphicFramePr>
              <a:graphicFrameLocks noChangeAspect="1"/>
            </p:cNvGraphicFramePr>
            <p:nvPr/>
          </p:nvGraphicFramePr>
          <p:xfrm>
            <a:off x="1657350" y="3214688"/>
            <a:ext cx="2706688" cy="530225"/>
          </p:xfrm>
          <a:graphic>
            <a:graphicData uri="http://schemas.openxmlformats.org/presentationml/2006/ole">
              <mc:AlternateContent xmlns:mc="http://schemas.openxmlformats.org/markup-compatibility/2006">
                <mc:Choice xmlns:v="urn:schemas-microsoft-com:vml" Requires="v">
                  <p:oleObj spid="_x0000_s30306" name="Equation" r:id="rId17" imgW="1168400" imgH="228600" progId="Equation.DSMT4">
                    <p:embed/>
                  </p:oleObj>
                </mc:Choice>
                <mc:Fallback>
                  <p:oleObj name="Equation" r:id="rId17" imgW="1168400" imgH="228600" progId="Equation.DSMT4">
                    <p:embed/>
                    <p:pic>
                      <p:nvPicPr>
                        <p:cNvPr id="0" name="Object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57350" y="3214688"/>
                          <a:ext cx="270668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4" name="Text Box 9"/>
            <p:cNvSpPr txBox="1">
              <a:spLocks noChangeArrowheads="1"/>
            </p:cNvSpPr>
            <p:nvPr/>
          </p:nvSpPr>
          <p:spPr bwMode="auto">
            <a:xfrm>
              <a:off x="4170202" y="3214686"/>
              <a:ext cx="4104536" cy="522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，表明           是</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虚</a:t>
              </a:r>
              <a:r>
                <a:rPr lang="zh-CN" altLang="en-US" sz="2800" dirty="0">
                  <a:solidFill>
                    <a:srgbClr val="FF0000"/>
                  </a:solidFill>
                  <a:latin typeface="Times New Roman" panose="02020603050405020304" pitchFamily="18" charset="0"/>
                  <a:ea typeface="华文楷体" pitchFamily="2" charset="-122"/>
                  <a:cs typeface="楷体_GB2312" panose="02010609030101010101" pitchFamily="49" charset="-122"/>
                </a:rPr>
                <a:t>奇</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函数</a:t>
              </a:r>
              <a:endPar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1028" name="Object 6"/>
            <p:cNvGraphicFramePr>
              <a:graphicFrameLocks noChangeAspect="1"/>
            </p:cNvGraphicFramePr>
            <p:nvPr/>
          </p:nvGraphicFramePr>
          <p:xfrm>
            <a:off x="5346975" y="3265488"/>
            <a:ext cx="911225" cy="457200"/>
          </p:xfrm>
          <a:graphic>
            <a:graphicData uri="http://schemas.openxmlformats.org/presentationml/2006/ole">
              <mc:AlternateContent xmlns:mc="http://schemas.openxmlformats.org/markup-compatibility/2006">
                <mc:Choice xmlns:v="urn:schemas-microsoft-com:vml" Requires="v">
                  <p:oleObj spid="_x0000_s30307" name="Equation" r:id="rId19" imgW="457200" imgH="203200" progId="Equation.DSMT4">
                    <p:embed/>
                  </p:oleObj>
                </mc:Choice>
                <mc:Fallback>
                  <p:oleObj name="Equation" r:id="rId19" imgW="457200" imgH="203200" progId="Equation.DSMT4">
                    <p:embed/>
                    <p:pic>
                      <p:nvPicPr>
                        <p:cNvPr id="0" name="Object 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46975" y="3265488"/>
                          <a:ext cx="911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5" name="Text Box 17"/>
            <p:cNvSpPr txBox="1">
              <a:spLocks noChangeArrowheads="1"/>
            </p:cNvSpPr>
            <p:nvPr/>
          </p:nvSpPr>
          <p:spPr bwMode="auto">
            <a:xfrm>
              <a:off x="1099303" y="3191532"/>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故</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endParaRPr lang="en-US" dirty="0"/>
          </a:p>
        </p:txBody>
      </p:sp>
      <p:sp>
        <p:nvSpPr>
          <p:cNvPr id="3" name="内容占位符 2"/>
          <p:cNvSpPr>
            <a:spLocks noGrp="1"/>
          </p:cNvSpPr>
          <p:nvPr>
            <p:ph idx="1"/>
          </p:nvPr>
        </p:nvSpPr>
        <p:spPr>
          <a:xfrm>
            <a:off x="457200" y="1285875"/>
            <a:ext cx="8229600" cy="608885"/>
          </a:xfrm>
        </p:spPr>
        <p:txBody>
          <a:bodyPr>
            <a:spAutoFit/>
          </a:bodyPr>
          <a:lstStyle/>
          <a:p>
            <a:pPr algn="just">
              <a:lnSpc>
                <a:spcPct val="130000"/>
              </a:lnSpc>
              <a:spcBef>
                <a:spcPts val="0"/>
              </a:spcBef>
              <a:spcAft>
                <a:spcPts val="600"/>
              </a:spcAft>
            </a:pPr>
            <a:r>
              <a:rPr lang="en-US" altLang="zh-CN" sz="2800" b="0" dirty="0"/>
              <a:t>4.21(h)</a:t>
            </a:r>
            <a:r>
              <a:rPr lang="zh-CN" altLang="en-US" sz="2800" b="0" dirty="0"/>
              <a:t>、</a:t>
            </a:r>
            <a:r>
              <a:rPr lang="en-US" altLang="zh-CN" sz="2800" b="0" dirty="0"/>
              <a:t>4.25(a, b, c, f)</a:t>
            </a:r>
            <a:endParaRPr lang="en-US" sz="2800" b="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EDE525B-BE64-441B-A6DC-3AF86793C6B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067" name="Group 2"/>
          <p:cNvGrpSpPr/>
          <p:nvPr/>
        </p:nvGrpSpPr>
        <p:grpSpPr bwMode="auto">
          <a:xfrm>
            <a:off x="841375" y="1428750"/>
            <a:ext cx="2730500" cy="519113"/>
            <a:chOff x="624" y="480"/>
            <a:chExt cx="1720" cy="327"/>
          </a:xfrm>
        </p:grpSpPr>
        <p:sp>
          <p:nvSpPr>
            <p:cNvPr id="2085" name="Text Box 3"/>
            <p:cNvSpPr txBox="1">
              <a:spLocks noChangeArrowheads="1"/>
            </p:cNvSpPr>
            <p:nvPr/>
          </p:nvSpPr>
          <p:spPr bwMode="auto">
            <a:xfrm>
              <a:off x="624" y="480"/>
              <a:ext cx="17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例</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         </a:t>
              </a: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的频谱</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4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064" name="Object 2"/>
            <p:cNvGraphicFramePr>
              <a:graphicFrameLocks noChangeAspect="1"/>
            </p:cNvGraphicFramePr>
            <p:nvPr/>
          </p:nvGraphicFramePr>
          <p:xfrm>
            <a:off x="1104" y="490"/>
            <a:ext cx="408" cy="311"/>
          </p:xfrm>
          <a:graphic>
            <a:graphicData uri="http://schemas.openxmlformats.org/presentationml/2006/ole">
              <mc:AlternateContent xmlns:mc="http://schemas.openxmlformats.org/markup-compatibility/2006">
                <mc:Choice xmlns:v="urn:schemas-microsoft-com:vml" Requires="v">
                  <p:oleObj spid="_x0000_s31622" name="Equation" r:id="rId1" imgW="279400" imgH="203200" progId="Equation.DSMT4">
                    <p:embed/>
                  </p:oleObj>
                </mc:Choice>
                <mc:Fallback>
                  <p:oleObj name="Equation" r:id="rId1" imgW="279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 y="490"/>
                          <a:ext cx="40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8" name="Object 3"/>
          <p:cNvGraphicFramePr>
            <a:graphicFrameLocks noChangeAspect="1"/>
          </p:cNvGraphicFramePr>
          <p:nvPr/>
        </p:nvGraphicFramePr>
        <p:xfrm>
          <a:off x="1190625" y="2857500"/>
          <a:ext cx="2952750" cy="588963"/>
        </p:xfrm>
        <a:graphic>
          <a:graphicData uri="http://schemas.openxmlformats.org/presentationml/2006/ole">
            <mc:AlternateContent xmlns:mc="http://schemas.openxmlformats.org/markup-compatibility/2006">
              <mc:Choice xmlns:v="urn:schemas-microsoft-com:vml" Requires="v">
                <p:oleObj spid="_x0000_s31623" name="Equation" r:id="rId3" imgW="1143000" imgH="228600" progId="Equation.DSMT4">
                  <p:embed/>
                </p:oleObj>
              </mc:Choice>
              <mc:Fallback>
                <p:oleObj name="Equation" r:id="rId3" imgW="11430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0625" y="2857500"/>
                        <a:ext cx="2952750" cy="58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4"/>
          <p:cNvGraphicFramePr>
            <a:graphicFrameLocks noChangeAspect="1"/>
          </p:cNvGraphicFramePr>
          <p:nvPr/>
        </p:nvGraphicFramePr>
        <p:xfrm>
          <a:off x="1214438" y="3571875"/>
          <a:ext cx="1752600" cy="563563"/>
        </p:xfrm>
        <a:graphic>
          <a:graphicData uri="http://schemas.openxmlformats.org/presentationml/2006/ole">
            <mc:AlternateContent xmlns:mc="http://schemas.openxmlformats.org/markup-compatibility/2006">
              <mc:Choice xmlns:v="urn:schemas-microsoft-com:vml" Requires="v">
                <p:oleObj spid="_x0000_s31624" name="Equation" r:id="rId5" imgW="711200" imgH="228600" progId="Equation.DSMT4">
                  <p:embed/>
                </p:oleObj>
              </mc:Choice>
              <mc:Fallback>
                <p:oleObj name="Equation" r:id="rId5" imgW="711200" imgH="2286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4438" y="3571875"/>
                        <a:ext cx="17526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17"/>
          <p:cNvGrpSpPr/>
          <p:nvPr/>
        </p:nvGrpSpPr>
        <p:grpSpPr bwMode="auto">
          <a:xfrm>
            <a:off x="5105400" y="2143125"/>
            <a:ext cx="3505200" cy="1847850"/>
            <a:chOff x="3216" y="1716"/>
            <a:chExt cx="2208" cy="1164"/>
          </a:xfrm>
        </p:grpSpPr>
        <p:sp>
          <p:nvSpPr>
            <p:cNvPr id="2080" name="Line 18"/>
            <p:cNvSpPr>
              <a:spLocks noChangeShapeType="1"/>
            </p:cNvSpPr>
            <p:nvPr/>
          </p:nvSpPr>
          <p:spPr bwMode="auto">
            <a:xfrm>
              <a:off x="3216" y="2651"/>
              <a:ext cx="220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081" name="Line 19"/>
            <p:cNvSpPr>
              <a:spLocks noChangeShapeType="1"/>
            </p:cNvSpPr>
            <p:nvPr/>
          </p:nvSpPr>
          <p:spPr bwMode="auto">
            <a:xfrm flipV="1">
              <a:off x="4198" y="1776"/>
              <a:ext cx="0" cy="1041"/>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082" name="Line 20"/>
            <p:cNvSpPr>
              <a:spLocks noChangeShapeType="1"/>
            </p:cNvSpPr>
            <p:nvPr/>
          </p:nvSpPr>
          <p:spPr bwMode="auto">
            <a:xfrm>
              <a:off x="3391" y="2359"/>
              <a:ext cx="168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083" name="Text Box 21"/>
            <p:cNvSpPr txBox="1">
              <a:spLocks noChangeArrowheads="1"/>
            </p:cNvSpPr>
            <p:nvPr/>
          </p:nvSpPr>
          <p:spPr bwMode="auto">
            <a:xfrm>
              <a:off x="3896" y="2135"/>
              <a:ext cx="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1/2</a:t>
              </a:r>
              <a:endPar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2084" name="Text Box 22"/>
            <p:cNvSpPr txBox="1">
              <a:spLocks noChangeArrowheads="1"/>
            </p:cNvSpPr>
            <p:nvPr/>
          </p:nvSpPr>
          <p:spPr bwMode="auto">
            <a:xfrm>
              <a:off x="4026" y="2628"/>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0</a:t>
              </a:r>
              <a:endPar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062" name="Object 7"/>
            <p:cNvGraphicFramePr>
              <a:graphicFrameLocks noChangeAspect="1"/>
            </p:cNvGraphicFramePr>
            <p:nvPr/>
          </p:nvGraphicFramePr>
          <p:xfrm>
            <a:off x="4224" y="1716"/>
            <a:ext cx="432" cy="299"/>
          </p:xfrm>
          <a:graphic>
            <a:graphicData uri="http://schemas.openxmlformats.org/presentationml/2006/ole">
              <mc:AlternateContent xmlns:mc="http://schemas.openxmlformats.org/markup-compatibility/2006">
                <mc:Choice xmlns:v="urn:schemas-microsoft-com:vml" Requires="v">
                  <p:oleObj spid="_x0000_s31625" name="Equation" r:id="rId7" imgW="330200" imgH="228600" progId="Equation.DSMT4">
                    <p:embed/>
                  </p:oleObj>
                </mc:Choice>
                <mc:Fallback>
                  <p:oleObj name="Equation" r:id="rId7" imgW="330200" imgH="228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4" y="1716"/>
                          <a:ext cx="432"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63" name="Object 8"/>
            <p:cNvGraphicFramePr>
              <a:graphicFrameLocks noChangeAspect="1"/>
            </p:cNvGraphicFramePr>
            <p:nvPr/>
          </p:nvGraphicFramePr>
          <p:xfrm>
            <a:off x="5184" y="2430"/>
            <a:ext cx="132" cy="227"/>
          </p:xfrm>
          <a:graphic>
            <a:graphicData uri="http://schemas.openxmlformats.org/presentationml/2006/ole">
              <mc:AlternateContent xmlns:mc="http://schemas.openxmlformats.org/markup-compatibility/2006">
                <mc:Choice xmlns:v="urn:schemas-microsoft-com:vml" Requires="v">
                  <p:oleObj spid="_x0000_s31626" name="Equation" r:id="rId9" imgW="88900" imgH="152400" progId="Equation.DSMT4">
                    <p:embed/>
                  </p:oleObj>
                </mc:Choice>
                <mc:Fallback>
                  <p:oleObj name="Equation" r:id="rId9" imgW="88900" imgH="1524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84" y="2430"/>
                          <a:ext cx="1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25"/>
          <p:cNvGrpSpPr/>
          <p:nvPr/>
        </p:nvGrpSpPr>
        <p:grpSpPr bwMode="auto">
          <a:xfrm>
            <a:off x="5194300" y="4151313"/>
            <a:ext cx="3236913" cy="2135187"/>
            <a:chOff x="3264" y="2848"/>
            <a:chExt cx="2039" cy="1345"/>
          </a:xfrm>
        </p:grpSpPr>
        <p:sp>
          <p:nvSpPr>
            <p:cNvPr id="2073" name="Line 26"/>
            <p:cNvSpPr>
              <a:spLocks noChangeShapeType="1"/>
            </p:cNvSpPr>
            <p:nvPr/>
          </p:nvSpPr>
          <p:spPr bwMode="auto">
            <a:xfrm>
              <a:off x="3264" y="3645"/>
              <a:ext cx="2039"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074" name="Line 27"/>
            <p:cNvSpPr>
              <a:spLocks noChangeShapeType="1"/>
            </p:cNvSpPr>
            <p:nvPr/>
          </p:nvSpPr>
          <p:spPr bwMode="auto">
            <a:xfrm flipV="1">
              <a:off x="4188" y="2928"/>
              <a:ext cx="0" cy="1265"/>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075" name="Line 28"/>
            <p:cNvSpPr>
              <a:spLocks noChangeShapeType="1"/>
            </p:cNvSpPr>
            <p:nvPr/>
          </p:nvSpPr>
          <p:spPr bwMode="auto">
            <a:xfrm>
              <a:off x="4188" y="3392"/>
              <a:ext cx="797"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076" name="Line 29"/>
            <p:cNvSpPr>
              <a:spLocks noChangeShapeType="1"/>
            </p:cNvSpPr>
            <p:nvPr/>
          </p:nvSpPr>
          <p:spPr bwMode="auto">
            <a:xfrm>
              <a:off x="3392" y="3939"/>
              <a:ext cx="79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077" name="Text Box 30"/>
            <p:cNvSpPr txBox="1">
              <a:spLocks noChangeArrowheads="1"/>
            </p:cNvSpPr>
            <p:nvPr/>
          </p:nvSpPr>
          <p:spPr bwMode="auto">
            <a:xfrm>
              <a:off x="4179" y="3810"/>
              <a:ext cx="3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-1/2</a:t>
              </a:r>
              <a:endPar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2078" name="Text Box 31"/>
            <p:cNvSpPr txBox="1">
              <a:spLocks noChangeArrowheads="1"/>
            </p:cNvSpPr>
            <p:nvPr/>
          </p:nvSpPr>
          <p:spPr bwMode="auto">
            <a:xfrm>
              <a:off x="3854" y="3261"/>
              <a:ext cx="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1/2</a:t>
              </a:r>
              <a:endPar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2079" name="Text Box 32"/>
            <p:cNvSpPr txBox="1">
              <a:spLocks noChangeArrowheads="1"/>
            </p:cNvSpPr>
            <p:nvPr/>
          </p:nvSpPr>
          <p:spPr bwMode="auto">
            <a:xfrm>
              <a:off x="4029" y="3602"/>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0</a:t>
              </a:r>
              <a:endPar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060" name="Object 9"/>
            <p:cNvGraphicFramePr>
              <a:graphicFrameLocks noChangeAspect="1"/>
            </p:cNvGraphicFramePr>
            <p:nvPr/>
          </p:nvGraphicFramePr>
          <p:xfrm>
            <a:off x="4224" y="2848"/>
            <a:ext cx="454" cy="303"/>
          </p:xfrm>
          <a:graphic>
            <a:graphicData uri="http://schemas.openxmlformats.org/presentationml/2006/ole">
              <mc:AlternateContent xmlns:mc="http://schemas.openxmlformats.org/markup-compatibility/2006">
                <mc:Choice xmlns:v="urn:schemas-microsoft-com:vml" Requires="v">
                  <p:oleObj spid="_x0000_s31627" name="Equation" r:id="rId11" imgW="342900" imgH="228600" progId="Equation.DSMT4">
                    <p:embed/>
                  </p:oleObj>
                </mc:Choice>
                <mc:Fallback>
                  <p:oleObj name="Equation" r:id="rId11" imgW="342900" imgH="2286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24" y="2848"/>
                          <a:ext cx="454"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61" name="Object 10"/>
            <p:cNvGraphicFramePr>
              <a:graphicFrameLocks noChangeAspect="1"/>
            </p:cNvGraphicFramePr>
            <p:nvPr/>
          </p:nvGraphicFramePr>
          <p:xfrm>
            <a:off x="5088" y="3408"/>
            <a:ext cx="136" cy="227"/>
          </p:xfrm>
          <a:graphic>
            <a:graphicData uri="http://schemas.openxmlformats.org/presentationml/2006/ole">
              <mc:AlternateContent xmlns:mc="http://schemas.openxmlformats.org/markup-compatibility/2006">
                <mc:Choice xmlns:v="urn:schemas-microsoft-com:vml" Requires="v">
                  <p:oleObj spid="_x0000_s31628" name="Equation" r:id="rId13" imgW="88900" imgH="152400" progId="Equation.DSMT4">
                    <p:embed/>
                  </p:oleObj>
                </mc:Choice>
                <mc:Fallback>
                  <p:oleObj name="Equation" r:id="rId13" imgW="88900" imgH="152400" progId="Equation.DSMT4">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88" y="3408"/>
                          <a:ext cx="13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35"/>
          <p:cNvGrpSpPr/>
          <p:nvPr/>
        </p:nvGrpSpPr>
        <p:grpSpPr bwMode="auto">
          <a:xfrm>
            <a:off x="838200" y="2214563"/>
            <a:ext cx="4494213" cy="523875"/>
            <a:chOff x="528" y="1632"/>
            <a:chExt cx="2831" cy="330"/>
          </a:xfrm>
        </p:grpSpPr>
        <p:sp>
          <p:nvSpPr>
            <p:cNvPr id="2072" name="Text Box 36"/>
            <p:cNvSpPr txBox="1">
              <a:spLocks noChangeArrowheads="1"/>
            </p:cNvSpPr>
            <p:nvPr/>
          </p:nvSpPr>
          <p:spPr bwMode="auto">
            <a:xfrm>
              <a:off x="528" y="1632"/>
              <a:ext cx="283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将        分解为偶部和奇部有</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059" name="Object 11"/>
            <p:cNvGraphicFramePr>
              <a:graphicFrameLocks noChangeAspect="1"/>
            </p:cNvGraphicFramePr>
            <p:nvPr/>
          </p:nvGraphicFramePr>
          <p:xfrm>
            <a:off x="807" y="1642"/>
            <a:ext cx="408" cy="311"/>
          </p:xfrm>
          <a:graphic>
            <a:graphicData uri="http://schemas.openxmlformats.org/presentationml/2006/ole">
              <mc:AlternateContent xmlns:mc="http://schemas.openxmlformats.org/markup-compatibility/2006">
                <mc:Choice xmlns:v="urn:schemas-microsoft-com:vml" Requires="v">
                  <p:oleObj spid="_x0000_s31629" name="Equation" r:id="rId15" imgW="279400" imgH="203200" progId="Equation.DSMT4">
                    <p:embed/>
                  </p:oleObj>
                </mc:Choice>
                <mc:Fallback>
                  <p:oleObj name="Equation" r:id="rId15" imgW="279400" imgH="203200" progId="Equation.DSMT4">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 y="1642"/>
                          <a:ext cx="40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2" name="Object 13"/>
          <p:cNvGraphicFramePr>
            <a:graphicFrameLocks noChangeAspect="1"/>
          </p:cNvGraphicFramePr>
          <p:nvPr/>
        </p:nvGraphicFramePr>
        <p:xfrm>
          <a:off x="1211263" y="4286250"/>
          <a:ext cx="2717800" cy="590550"/>
        </p:xfrm>
        <a:graphic>
          <a:graphicData uri="http://schemas.openxmlformats.org/presentationml/2006/ole">
            <mc:AlternateContent xmlns:mc="http://schemas.openxmlformats.org/markup-compatibility/2006">
              <mc:Choice xmlns:v="urn:schemas-microsoft-com:vml" Requires="v">
                <p:oleObj spid="_x0000_s31630" name="Equation" r:id="rId16" imgW="1054100" imgH="228600" progId="Equation.DSMT4">
                  <p:embed/>
                </p:oleObj>
              </mc:Choice>
              <mc:Fallback>
                <p:oleObj name="Equation" r:id="rId16" imgW="1054100" imgH="228600" progId="Equation.DSMT4">
                  <p:embed/>
                  <p:pic>
                    <p:nvPicPr>
                      <p:cNvPr id="0"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11263" y="4286250"/>
                        <a:ext cx="271780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40"/>
          <p:cNvGrpSpPr/>
          <p:nvPr/>
        </p:nvGrpSpPr>
        <p:grpSpPr bwMode="auto">
          <a:xfrm>
            <a:off x="1217003" y="4975225"/>
            <a:ext cx="3070226" cy="1285875"/>
            <a:chOff x="816" y="3272"/>
            <a:chExt cx="1934" cy="810"/>
          </a:xfrm>
        </p:grpSpPr>
        <p:graphicFrame>
          <p:nvGraphicFramePr>
            <p:cNvPr id="2053" name="Object 14"/>
            <p:cNvGraphicFramePr>
              <a:graphicFrameLocks noChangeAspect="1"/>
            </p:cNvGraphicFramePr>
            <p:nvPr/>
          </p:nvGraphicFramePr>
          <p:xfrm>
            <a:off x="816" y="3507"/>
            <a:ext cx="908" cy="330"/>
          </p:xfrm>
          <a:graphic>
            <a:graphicData uri="http://schemas.openxmlformats.org/presentationml/2006/ole">
              <mc:AlternateContent xmlns:mc="http://schemas.openxmlformats.org/markup-compatibility/2006">
                <mc:Choice xmlns:v="urn:schemas-microsoft-com:vml" Requires="v">
                  <p:oleObj spid="_x0000_s31631" name="Equation" r:id="rId18" imgW="558800" imgH="203200" progId="Equation.DSMT4">
                    <p:embed/>
                  </p:oleObj>
                </mc:Choice>
                <mc:Fallback>
                  <p:oleObj name="Equation" r:id="rId18" imgW="558800" imgH="203200" progId="Equation.DSMT4">
                    <p:embed/>
                    <p:pic>
                      <p:nvPicPr>
                        <p:cNvPr id="0" name="Object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16" y="3507"/>
                          <a:ext cx="90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4" name="Object 15"/>
            <p:cNvGraphicFramePr>
              <a:graphicFrameLocks noChangeAspect="1"/>
            </p:cNvGraphicFramePr>
            <p:nvPr/>
          </p:nvGraphicFramePr>
          <p:xfrm>
            <a:off x="1687" y="3272"/>
            <a:ext cx="335" cy="810"/>
          </p:xfrm>
          <a:graphic>
            <a:graphicData uri="http://schemas.openxmlformats.org/presentationml/2006/ole">
              <mc:AlternateContent xmlns:mc="http://schemas.openxmlformats.org/markup-compatibility/2006">
                <mc:Choice xmlns:v="urn:schemas-microsoft-com:vml" Requires="v">
                  <p:oleObj spid="_x0000_s31632" name="Equation" r:id="rId20" imgW="177800" imgH="253365" progId="Equation.DSMT4">
                    <p:embed/>
                  </p:oleObj>
                </mc:Choice>
                <mc:Fallback>
                  <p:oleObj name="Equation" r:id="rId20" imgW="177800" imgH="253365" progId="Equation.DSMT4">
                    <p:embed/>
                    <p:pic>
                      <p:nvPicPr>
                        <p:cNvPr id="0" name="Object 1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87" y="3272"/>
                          <a:ext cx="335" cy="810"/>
                        </a:xfrm>
                        <a:prstGeom prst="rect">
                          <a:avLst/>
                        </a:prstGeom>
                        <a:noFill/>
                        <a:ln>
                          <a:noFill/>
                        </a:ln>
                        <a:effectLst/>
                      </p:spPr>
                    </p:pic>
                  </p:oleObj>
                </mc:Fallback>
              </mc:AlternateContent>
            </a:graphicData>
          </a:graphic>
        </p:graphicFrame>
        <p:graphicFrame>
          <p:nvGraphicFramePr>
            <p:cNvPr id="2055" name="Object 16"/>
            <p:cNvGraphicFramePr>
              <a:graphicFrameLocks noChangeAspect="1"/>
            </p:cNvGraphicFramePr>
            <p:nvPr/>
          </p:nvGraphicFramePr>
          <p:xfrm>
            <a:off x="1895" y="3338"/>
            <a:ext cx="227" cy="310"/>
          </p:xfrm>
          <a:graphic>
            <a:graphicData uri="http://schemas.openxmlformats.org/presentationml/2006/ole">
              <mc:AlternateContent xmlns:mc="http://schemas.openxmlformats.org/markup-compatibility/2006">
                <mc:Choice xmlns:v="urn:schemas-microsoft-com:vml" Requires="v">
                  <p:oleObj spid="_x0000_s31633" name="Equation" r:id="rId22" imgW="139700" imgH="190500" progId="Equation.DSMT4">
                    <p:embed/>
                  </p:oleObj>
                </mc:Choice>
                <mc:Fallback>
                  <p:oleObj name="Equation" r:id="rId22" imgW="139700" imgH="190500" progId="Equation.DSMT4">
                    <p:embed/>
                    <p:pic>
                      <p:nvPicPr>
                        <p:cNvPr id="0" name="Object 1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95" y="3338"/>
                          <a:ext cx="227"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6" name="Object 17"/>
            <p:cNvGraphicFramePr>
              <a:graphicFrameLocks noChangeAspect="1"/>
            </p:cNvGraphicFramePr>
            <p:nvPr/>
          </p:nvGraphicFramePr>
          <p:xfrm>
            <a:off x="1813" y="3698"/>
            <a:ext cx="372" cy="310"/>
          </p:xfrm>
          <a:graphic>
            <a:graphicData uri="http://schemas.openxmlformats.org/presentationml/2006/ole">
              <mc:AlternateContent xmlns:mc="http://schemas.openxmlformats.org/markup-compatibility/2006">
                <mc:Choice xmlns:v="urn:schemas-microsoft-com:vml" Requires="v">
                  <p:oleObj spid="_x0000_s31634" name="Equation" r:id="rId24" imgW="228600" imgH="190500" progId="Equation.DSMT4">
                    <p:embed/>
                  </p:oleObj>
                </mc:Choice>
                <mc:Fallback>
                  <p:oleObj name="Equation" r:id="rId24" imgW="228600" imgH="190500" progId="Equation.DSMT4">
                    <p:embed/>
                    <p:pic>
                      <p:nvPicPr>
                        <p:cNvPr id="0" name="Object 1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813" y="3698"/>
                          <a:ext cx="372"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7" name="Object 18"/>
            <p:cNvGraphicFramePr/>
            <p:nvPr/>
          </p:nvGraphicFramePr>
          <p:xfrm>
            <a:off x="2231" y="3688"/>
            <a:ext cx="515" cy="288"/>
          </p:xfrm>
          <a:graphic>
            <a:graphicData uri="http://schemas.openxmlformats.org/presentationml/2006/ole">
              <mc:AlternateContent xmlns:mc="http://schemas.openxmlformats.org/markup-compatibility/2006">
                <mc:Choice xmlns:v="urn:schemas-microsoft-com:vml" Requires="v">
                  <p:oleObj spid="_x0000_s31635" name="Equation" r:id="rId26" imgW="316865" imgH="177800" progId="Equation.DSMT4">
                    <p:embed/>
                  </p:oleObj>
                </mc:Choice>
                <mc:Fallback>
                  <p:oleObj name="Equation" r:id="rId26" imgW="316865" imgH="177800" progId="Equation.DSMT4">
                    <p:embed/>
                    <p:pic>
                      <p:nvPicPr>
                        <p:cNvPr id="0" name="Object 1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231" y="3688"/>
                          <a:ext cx="51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 name="Object 19"/>
            <p:cNvGraphicFramePr>
              <a:graphicFrameLocks noChangeAspect="1"/>
            </p:cNvGraphicFramePr>
            <p:nvPr/>
          </p:nvGraphicFramePr>
          <p:xfrm>
            <a:off x="2235" y="3336"/>
            <a:ext cx="515" cy="288"/>
          </p:xfrm>
          <a:graphic>
            <a:graphicData uri="http://schemas.openxmlformats.org/presentationml/2006/ole">
              <mc:AlternateContent xmlns:mc="http://schemas.openxmlformats.org/markup-compatibility/2006">
                <mc:Choice xmlns:v="urn:schemas-microsoft-com:vml" Requires="v">
                  <p:oleObj spid="_x0000_s31636" name="Equation" r:id="rId28" imgW="316865" imgH="177800" progId="Equation.DSMT4">
                    <p:embed/>
                  </p:oleObj>
                </mc:Choice>
                <mc:Fallback>
                  <p:oleObj name="Equation" r:id="rId28" imgW="316865" imgH="177800" progId="Equation.DSMT4">
                    <p:embed/>
                    <p:pic>
                      <p:nvPicPr>
                        <p:cNvPr id="0" name="Object 1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35" y="3336"/>
                          <a:ext cx="51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blinds(horizontal)">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8"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A42A73F-8AAE-4084-B1B1-435765F613A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3074" name="Object 2"/>
          <p:cNvGraphicFramePr>
            <a:graphicFrameLocks noChangeAspect="1"/>
          </p:cNvGraphicFramePr>
          <p:nvPr/>
        </p:nvGraphicFramePr>
        <p:xfrm>
          <a:off x="814388" y="1368425"/>
          <a:ext cx="2520950" cy="612775"/>
        </p:xfrm>
        <a:graphic>
          <a:graphicData uri="http://schemas.openxmlformats.org/presentationml/2006/ole">
            <mc:AlternateContent xmlns:mc="http://schemas.openxmlformats.org/markup-compatibility/2006">
              <mc:Choice xmlns:v="urn:schemas-microsoft-com:vml" Requires="v">
                <p:oleObj spid="_x0000_s32586" name="Equation" r:id="rId1" imgW="951865" imgH="228600" progId="Equation.DSMT4">
                  <p:embed/>
                </p:oleObj>
              </mc:Choice>
              <mc:Fallback>
                <p:oleObj name="Equation" r:id="rId1" imgW="951865"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388" y="1368425"/>
                        <a:ext cx="2520950"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3"/>
          <p:cNvGraphicFramePr>
            <a:graphicFrameLocks noChangeAspect="1"/>
          </p:cNvGraphicFramePr>
          <p:nvPr/>
        </p:nvGraphicFramePr>
        <p:xfrm>
          <a:off x="2225675" y="4286250"/>
          <a:ext cx="2892425" cy="1004888"/>
        </p:xfrm>
        <a:graphic>
          <a:graphicData uri="http://schemas.openxmlformats.org/presentationml/2006/ole">
            <mc:AlternateContent xmlns:mc="http://schemas.openxmlformats.org/markup-compatibility/2006">
              <mc:Choice xmlns:v="urn:schemas-microsoft-com:vml" Requires="v">
                <p:oleObj spid="_x0000_s32587" name="Equation" r:id="rId3" imgW="1206500" imgH="419100" progId="Equation.DSMT4">
                  <p:embed/>
                </p:oleObj>
              </mc:Choice>
              <mc:Fallback>
                <p:oleObj name="Equation" r:id="rId3" imgW="1206500" imgH="4191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675" y="4286250"/>
                        <a:ext cx="289242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90" name="Text Box 4"/>
          <p:cNvSpPr txBox="1">
            <a:spLocks noChangeArrowheads="1"/>
          </p:cNvSpPr>
          <p:nvPr/>
        </p:nvSpPr>
        <p:spPr bwMode="auto">
          <a:xfrm>
            <a:off x="1042988" y="551021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prstClr val="black"/>
              </a:solidFill>
              <a:effectLst/>
              <a:uLnTx/>
              <a:uFillTx/>
              <a:latin typeface="Arial" panose="020B0604020202020204" pitchFamily="34" charset="0"/>
              <a:ea typeface="楷体_GB2312" panose="02010609030101010101" pitchFamily="49" charset="-122"/>
              <a:cs typeface="+mn-cs"/>
            </a:endParaRPr>
          </a:p>
        </p:txBody>
      </p:sp>
      <p:graphicFrame>
        <p:nvGraphicFramePr>
          <p:cNvPr id="8" name="Object 4"/>
          <p:cNvGraphicFramePr>
            <a:graphicFrameLocks noChangeAspect="1"/>
          </p:cNvGraphicFramePr>
          <p:nvPr/>
        </p:nvGraphicFramePr>
        <p:xfrm>
          <a:off x="5184775" y="5457825"/>
          <a:ext cx="3527425" cy="1095375"/>
        </p:xfrm>
        <a:graphic>
          <a:graphicData uri="http://schemas.openxmlformats.org/presentationml/2006/ole">
            <mc:AlternateContent xmlns:mc="http://schemas.openxmlformats.org/markup-compatibility/2006">
              <mc:Choice xmlns:v="urn:schemas-microsoft-com:vml" Requires="v">
                <p:oleObj spid="_x0000_s32588" name="Equation" r:id="rId5" imgW="1219200" imgH="419100" progId="Equation.DSMT4">
                  <p:embed/>
                </p:oleObj>
              </mc:Choice>
              <mc:Fallback>
                <p:oleObj name="Equation" r:id="rId5" imgW="1219200" imgH="4191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4775" y="5457825"/>
                        <a:ext cx="3527425" cy="1095375"/>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5"/>
          <p:cNvGraphicFramePr>
            <a:graphicFrameLocks noChangeAspect="1"/>
          </p:cNvGraphicFramePr>
          <p:nvPr/>
        </p:nvGraphicFramePr>
        <p:xfrm>
          <a:off x="755650" y="2176463"/>
          <a:ext cx="4608513" cy="741362"/>
        </p:xfrm>
        <a:graphic>
          <a:graphicData uri="http://schemas.openxmlformats.org/presentationml/2006/ole">
            <mc:AlternateContent xmlns:mc="http://schemas.openxmlformats.org/markup-compatibility/2006">
              <mc:Choice xmlns:v="urn:schemas-microsoft-com:vml" Requires="v">
                <p:oleObj spid="_x0000_s32589" name="Equation" r:id="rId7" imgW="1943100" imgH="279400" progId="Equation.DSMT4">
                  <p:embed/>
                </p:oleObj>
              </mc:Choice>
              <mc:Fallback>
                <p:oleObj name="Equation" r:id="rId7" imgW="1943100" imgH="2794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2176463"/>
                        <a:ext cx="4608513" cy="74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6"/>
          <p:cNvGraphicFramePr>
            <a:graphicFrameLocks noChangeAspect="1"/>
          </p:cNvGraphicFramePr>
          <p:nvPr/>
        </p:nvGraphicFramePr>
        <p:xfrm>
          <a:off x="2306638" y="3170238"/>
          <a:ext cx="3206750" cy="958850"/>
        </p:xfrm>
        <a:graphic>
          <a:graphicData uri="http://schemas.openxmlformats.org/presentationml/2006/ole">
            <mc:AlternateContent xmlns:mc="http://schemas.openxmlformats.org/markup-compatibility/2006">
              <mc:Choice xmlns:v="urn:schemas-microsoft-com:vml" Requires="v">
                <p:oleObj spid="_x0000_s32590" name="Equation" r:id="rId9" imgW="1409700" imgH="419100" progId="Equation.DSMT4">
                  <p:embed/>
                </p:oleObj>
              </mc:Choice>
              <mc:Fallback>
                <p:oleObj name="Equation" r:id="rId9" imgW="1409700" imgH="4191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6638" y="3170238"/>
                        <a:ext cx="3206750"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7"/>
          <p:cNvGraphicFramePr>
            <a:graphicFrameLocks noChangeAspect="1"/>
          </p:cNvGraphicFramePr>
          <p:nvPr/>
        </p:nvGraphicFramePr>
        <p:xfrm>
          <a:off x="655638" y="3367088"/>
          <a:ext cx="1603375" cy="539750"/>
        </p:xfrm>
        <a:graphic>
          <a:graphicData uri="http://schemas.openxmlformats.org/presentationml/2006/ole">
            <mc:AlternateContent xmlns:mc="http://schemas.openxmlformats.org/markup-compatibility/2006">
              <mc:Choice xmlns:v="urn:schemas-microsoft-com:vml" Requires="v">
                <p:oleObj spid="_x0000_s32591" name="Equation" r:id="rId11" imgW="711200" imgH="203200" progId="Equation.DSMT4">
                  <p:embed/>
                </p:oleObj>
              </mc:Choice>
              <mc:Fallback>
                <p:oleObj name="Equation" r:id="rId11" imgW="711200" imgH="203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5638" y="3367088"/>
                        <a:ext cx="160337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0"/>
          <p:cNvGrpSpPr/>
          <p:nvPr/>
        </p:nvGrpSpPr>
        <p:grpSpPr bwMode="auto">
          <a:xfrm>
            <a:off x="928688" y="5457825"/>
            <a:ext cx="3643312" cy="987425"/>
            <a:chOff x="965" y="3216"/>
            <a:chExt cx="2295" cy="622"/>
          </a:xfrm>
        </p:grpSpPr>
        <p:graphicFrame>
          <p:nvGraphicFramePr>
            <p:cNvPr id="3086" name="Object 8"/>
            <p:cNvGraphicFramePr>
              <a:graphicFrameLocks noChangeAspect="1"/>
            </p:cNvGraphicFramePr>
            <p:nvPr/>
          </p:nvGraphicFramePr>
          <p:xfrm>
            <a:off x="2561" y="3236"/>
            <a:ext cx="699" cy="600"/>
          </p:xfrm>
          <a:graphic>
            <a:graphicData uri="http://schemas.openxmlformats.org/presentationml/2006/ole">
              <mc:AlternateContent xmlns:mc="http://schemas.openxmlformats.org/markup-compatibility/2006">
                <mc:Choice xmlns:v="urn:schemas-microsoft-com:vml" Requires="v">
                  <p:oleObj spid="_x0000_s32592" name="Equation" r:id="rId13" imgW="431800" imgH="419100" progId="Equation.DSMT4">
                    <p:embed/>
                  </p:oleObj>
                </mc:Choice>
                <mc:Fallback>
                  <p:oleObj name="Equation" r:id="rId13" imgW="431800" imgH="4191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61" y="3236"/>
                          <a:ext cx="699" cy="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7" name="Object 9"/>
            <p:cNvGraphicFramePr>
              <a:graphicFrameLocks noChangeAspect="1"/>
            </p:cNvGraphicFramePr>
            <p:nvPr/>
          </p:nvGraphicFramePr>
          <p:xfrm>
            <a:off x="965" y="3216"/>
            <a:ext cx="1607" cy="622"/>
          </p:xfrm>
          <a:graphic>
            <a:graphicData uri="http://schemas.openxmlformats.org/presentationml/2006/ole">
              <mc:AlternateContent xmlns:mc="http://schemas.openxmlformats.org/markup-compatibility/2006">
                <mc:Choice xmlns:v="urn:schemas-microsoft-com:vml" Requires="v">
                  <p:oleObj spid="_x0000_s32593" name="Equation" r:id="rId15" imgW="1116965" imgH="393700" progId="Equation.DSMT4">
                    <p:embed/>
                  </p:oleObj>
                </mc:Choice>
                <mc:Fallback>
                  <p:oleObj name="Equation" r:id="rId15" imgW="1116965" imgH="3937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65" y="3216"/>
                          <a:ext cx="1607" cy="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13"/>
          <p:cNvGrpSpPr/>
          <p:nvPr/>
        </p:nvGrpSpPr>
        <p:grpSpPr bwMode="auto">
          <a:xfrm>
            <a:off x="5651500" y="1577975"/>
            <a:ext cx="3095625" cy="2136775"/>
            <a:chOff x="3560" y="633"/>
            <a:chExt cx="1950" cy="1346"/>
          </a:xfrm>
        </p:grpSpPr>
        <p:grpSp>
          <p:nvGrpSpPr>
            <p:cNvPr id="3093" name="Group 14"/>
            <p:cNvGrpSpPr/>
            <p:nvPr/>
          </p:nvGrpSpPr>
          <p:grpSpPr bwMode="auto">
            <a:xfrm>
              <a:off x="3560" y="633"/>
              <a:ext cx="1950" cy="1346"/>
              <a:chOff x="3652" y="496"/>
              <a:chExt cx="1950" cy="1346"/>
            </a:xfrm>
          </p:grpSpPr>
          <p:pic>
            <p:nvPicPr>
              <p:cNvPr id="3094" name="Picture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64" y="541"/>
                <a:ext cx="1294"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5" name="Picture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67" y="1280"/>
                <a:ext cx="782"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6" name="Line 17"/>
              <p:cNvSpPr>
                <a:spLocks noChangeShapeType="1"/>
              </p:cNvSpPr>
              <p:nvPr/>
            </p:nvSpPr>
            <p:spPr bwMode="auto">
              <a:xfrm>
                <a:off x="3652" y="1239"/>
                <a:ext cx="1915"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97" name="Line 18"/>
              <p:cNvSpPr>
                <a:spLocks noChangeShapeType="1"/>
              </p:cNvSpPr>
              <p:nvPr/>
            </p:nvSpPr>
            <p:spPr bwMode="auto">
              <a:xfrm flipV="1">
                <a:off x="4554" y="632"/>
                <a:ext cx="0" cy="121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98" name="Line 19"/>
              <p:cNvSpPr>
                <a:spLocks noChangeShapeType="1"/>
              </p:cNvSpPr>
              <p:nvPr/>
            </p:nvSpPr>
            <p:spPr bwMode="auto">
              <a:xfrm>
                <a:off x="4554" y="762"/>
                <a:ext cx="91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99" name="Line 20"/>
              <p:cNvSpPr>
                <a:spLocks noChangeShapeType="1"/>
              </p:cNvSpPr>
              <p:nvPr/>
            </p:nvSpPr>
            <p:spPr bwMode="auto">
              <a:xfrm flipH="1">
                <a:off x="3772" y="1741"/>
                <a:ext cx="78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00" name="Rectangle 21"/>
              <p:cNvSpPr>
                <a:spLocks noChangeArrowheads="1"/>
              </p:cNvSpPr>
              <p:nvPr/>
            </p:nvSpPr>
            <p:spPr bwMode="auto">
              <a:xfrm>
                <a:off x="4488" y="561"/>
                <a:ext cx="136" cy="8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3082" name="Object 10"/>
              <p:cNvGraphicFramePr>
                <a:graphicFrameLocks noChangeAspect="1"/>
              </p:cNvGraphicFramePr>
              <p:nvPr/>
            </p:nvGraphicFramePr>
            <p:xfrm>
              <a:off x="4456" y="711"/>
              <a:ext cx="86" cy="148"/>
            </p:xfrm>
            <a:graphic>
              <a:graphicData uri="http://schemas.openxmlformats.org/presentationml/2006/ole">
                <mc:AlternateContent xmlns:mc="http://schemas.openxmlformats.org/markup-compatibility/2006">
                  <mc:Choice xmlns:v="urn:schemas-microsoft-com:vml" Requires="v">
                    <p:oleObj spid="_x0000_s32594" name="Equation" r:id="rId19" imgW="101600" imgH="165100" progId="Equation.DSMT4">
                      <p:embed/>
                    </p:oleObj>
                  </mc:Choice>
                  <mc:Fallback>
                    <p:oleObj name="Equation" r:id="rId19" imgW="101600" imgH="165100" progId="Equation.DSMT4">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56" y="711"/>
                            <a:ext cx="86" cy="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83" name="Object 11"/>
              <p:cNvGraphicFramePr>
                <a:graphicFrameLocks noChangeAspect="1"/>
              </p:cNvGraphicFramePr>
              <p:nvPr/>
            </p:nvGraphicFramePr>
            <p:xfrm>
              <a:off x="4570" y="1684"/>
              <a:ext cx="137" cy="120"/>
            </p:xfrm>
            <a:graphic>
              <a:graphicData uri="http://schemas.openxmlformats.org/presentationml/2006/ole">
                <mc:AlternateContent xmlns:mc="http://schemas.openxmlformats.org/markup-compatibility/2006">
                  <mc:Choice xmlns:v="urn:schemas-microsoft-com:vml" Requires="v">
                    <p:oleObj spid="_x0000_s32595" name="Equation" r:id="rId21" imgW="203200" imgH="165100" progId="Equation.DSMT4">
                      <p:embed/>
                    </p:oleObj>
                  </mc:Choice>
                  <mc:Fallback>
                    <p:oleObj name="Equation" r:id="rId21" imgW="203200" imgH="165100" progId="Equation.DSMT4">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570" y="1684"/>
                            <a:ext cx="137" cy="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84" name="Object 12"/>
              <p:cNvGraphicFramePr>
                <a:graphicFrameLocks noChangeAspect="1"/>
              </p:cNvGraphicFramePr>
              <p:nvPr/>
            </p:nvGraphicFramePr>
            <p:xfrm>
              <a:off x="5486" y="1040"/>
              <a:ext cx="116" cy="212"/>
            </p:xfrm>
            <a:graphic>
              <a:graphicData uri="http://schemas.openxmlformats.org/presentationml/2006/ole">
                <mc:AlternateContent xmlns:mc="http://schemas.openxmlformats.org/markup-compatibility/2006">
                  <mc:Choice xmlns:v="urn:schemas-microsoft-com:vml" Requires="v">
                    <p:oleObj spid="_x0000_s32596" name="Equation" r:id="rId23" imgW="88900" imgH="152400" progId="Equation.DSMT4">
                      <p:embed/>
                    </p:oleObj>
                  </mc:Choice>
                  <mc:Fallback>
                    <p:oleObj name="Equation" r:id="rId23" imgW="88900" imgH="152400" progId="Equation.DSMT4">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486" y="1040"/>
                            <a:ext cx="1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85" name="Object 13"/>
              <p:cNvGraphicFramePr>
                <a:graphicFrameLocks noChangeAspect="1"/>
              </p:cNvGraphicFramePr>
              <p:nvPr/>
            </p:nvGraphicFramePr>
            <p:xfrm>
              <a:off x="4059" y="496"/>
              <a:ext cx="491" cy="242"/>
            </p:xfrm>
            <a:graphic>
              <a:graphicData uri="http://schemas.openxmlformats.org/presentationml/2006/ole">
                <mc:AlternateContent xmlns:mc="http://schemas.openxmlformats.org/markup-compatibility/2006">
                  <mc:Choice xmlns:v="urn:schemas-microsoft-com:vml" Requires="v">
                    <p:oleObj spid="_x0000_s32597" name="Equation" r:id="rId25" imgW="431800" imgH="203200" progId="Equation.DSMT4">
                      <p:embed/>
                    </p:oleObj>
                  </mc:Choice>
                  <mc:Fallback>
                    <p:oleObj name="Equation" r:id="rId25" imgW="431800" imgH="203200" progId="Equation.DSMT4">
                      <p:embed/>
                      <p:pic>
                        <p:nvPicPr>
                          <p:cNvPr id="0"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059" y="496"/>
                            <a:ext cx="491"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080" name="Object 14"/>
            <p:cNvGraphicFramePr>
              <a:graphicFrameLocks noChangeAspect="1"/>
            </p:cNvGraphicFramePr>
            <p:nvPr/>
          </p:nvGraphicFramePr>
          <p:xfrm>
            <a:off x="4876" y="976"/>
            <a:ext cx="408" cy="286"/>
          </p:xfrm>
          <a:graphic>
            <a:graphicData uri="http://schemas.openxmlformats.org/presentationml/2006/ole">
              <mc:AlternateContent xmlns:mc="http://schemas.openxmlformats.org/markup-compatibility/2006">
                <mc:Choice xmlns:v="urn:schemas-microsoft-com:vml" Requires="v">
                  <p:oleObj spid="_x0000_s32598" name="Equation" r:id="rId27" imgW="254000" imgH="203200" progId="Equation.DSMT4">
                    <p:embed/>
                  </p:oleObj>
                </mc:Choice>
                <mc:Fallback>
                  <p:oleObj name="Equation" r:id="rId27" imgW="254000" imgH="203200" progId="Equation.DSMT4">
                    <p:embed/>
                    <p:pic>
                      <p:nvPicPr>
                        <p:cNvPr id="0"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76" y="976"/>
                          <a:ext cx="408"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81" name="Object 15"/>
            <p:cNvGraphicFramePr>
              <a:graphicFrameLocks noChangeAspect="1"/>
            </p:cNvGraphicFramePr>
            <p:nvPr/>
          </p:nvGraphicFramePr>
          <p:xfrm>
            <a:off x="3878" y="1525"/>
            <a:ext cx="317" cy="282"/>
          </p:xfrm>
          <a:graphic>
            <a:graphicData uri="http://schemas.openxmlformats.org/presentationml/2006/ole">
              <mc:AlternateContent xmlns:mc="http://schemas.openxmlformats.org/markup-compatibility/2006">
                <mc:Choice xmlns:v="urn:schemas-microsoft-com:vml" Requires="v">
                  <p:oleObj spid="_x0000_s32599" name="Equation" r:id="rId29" imgW="190500" imgH="203200" progId="Equation.DSMT4">
                    <p:embed/>
                  </p:oleObj>
                </mc:Choice>
                <mc:Fallback>
                  <p:oleObj name="Equation" r:id="rId29" imgW="190500" imgH="203200" progId="Equation.DSMT4">
                    <p:embed/>
                    <p:pic>
                      <p:nvPicPr>
                        <p:cNvPr id="0" name="Object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878" y="1525"/>
                          <a:ext cx="317"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标题 1"/>
          <p:cNvSpPr>
            <a:spLocks noGrp="1"/>
          </p:cNvSpPr>
          <p:nvPr>
            <p:ph type="title"/>
          </p:nvPr>
        </p:nvSpPr>
        <p:spPr/>
        <p:txBody>
          <a:bodyPr/>
          <a:lstStyle/>
          <a:p>
            <a:r>
              <a:rPr lang="en-US" altLang="zh-CN" dirty="0"/>
              <a:t>4.3 </a:t>
            </a:r>
            <a:r>
              <a:rPr lang="zh-CN" altLang="en-US" dirty="0"/>
              <a:t>连续时间傅里叶变换的性质</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6E1FBD7-0CCD-46F9-9EFF-45BE935858E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Text Box 3"/>
          <p:cNvSpPr txBox="1">
            <a:spLocks noChangeArrowheads="1"/>
          </p:cNvSpPr>
          <p:nvPr/>
        </p:nvSpPr>
        <p:spPr bwMode="auto">
          <a:xfrm>
            <a:off x="785813" y="3195638"/>
            <a:ext cx="5065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可将</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微分运算转变为代数运算</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2" name="Group 4"/>
          <p:cNvGrpSpPr/>
          <p:nvPr/>
        </p:nvGrpSpPr>
        <p:grpSpPr bwMode="auto">
          <a:xfrm>
            <a:off x="357188" y="4210050"/>
            <a:ext cx="8429625" cy="862013"/>
            <a:chOff x="432" y="1872"/>
            <a:chExt cx="5310" cy="543"/>
          </a:xfrm>
        </p:grpSpPr>
        <p:sp>
          <p:nvSpPr>
            <p:cNvPr id="4109" name="Text Box 5"/>
            <p:cNvSpPr txBox="1">
              <a:spLocks noChangeArrowheads="1"/>
            </p:cNvSpPr>
            <p:nvPr/>
          </p:nvSpPr>
          <p:spPr bwMode="auto">
            <a:xfrm>
              <a:off x="432" y="1964"/>
              <a:ext cx="4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a:t>
              </a: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将</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4100" name="Object 2"/>
            <p:cNvGraphicFramePr>
              <a:graphicFrameLocks noChangeAspect="1"/>
            </p:cNvGraphicFramePr>
            <p:nvPr/>
          </p:nvGraphicFramePr>
          <p:xfrm>
            <a:off x="818" y="1872"/>
            <a:ext cx="2269" cy="543"/>
          </p:xfrm>
          <a:graphic>
            <a:graphicData uri="http://schemas.openxmlformats.org/presentationml/2006/ole">
              <mc:AlternateContent xmlns:mc="http://schemas.openxmlformats.org/markup-compatibility/2006">
                <mc:Choice xmlns:v="urn:schemas-microsoft-com:vml" Requires="v">
                  <p:oleObj spid="_x0000_s33014" name="Equation" r:id="rId1" imgW="1651000" imgH="393700" progId="Equation.DSMT4">
                    <p:embed/>
                  </p:oleObj>
                </mc:Choice>
                <mc:Fallback>
                  <p:oleObj name="Equation" r:id="rId1" imgW="1651000" imgH="3937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 y="1872"/>
                          <a:ext cx="2269"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10" name="Text Box 7"/>
            <p:cNvSpPr txBox="1">
              <a:spLocks noChangeArrowheads="1"/>
            </p:cNvSpPr>
            <p:nvPr/>
          </p:nvSpPr>
          <p:spPr bwMode="auto">
            <a:xfrm>
              <a:off x="3051" y="1958"/>
              <a:ext cx="26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两边对   微分即得该性质</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4101" name="Object 3"/>
            <p:cNvGraphicFramePr>
              <a:graphicFrameLocks noChangeAspect="1"/>
            </p:cNvGraphicFramePr>
            <p:nvPr/>
          </p:nvGraphicFramePr>
          <p:xfrm>
            <a:off x="3783" y="2002"/>
            <a:ext cx="159" cy="272"/>
          </p:xfrm>
          <a:graphic>
            <a:graphicData uri="http://schemas.openxmlformats.org/presentationml/2006/ole">
              <mc:AlternateContent xmlns:mc="http://schemas.openxmlformats.org/markup-compatibility/2006">
                <mc:Choice xmlns:v="urn:schemas-microsoft-com:vml" Requires="v">
                  <p:oleObj spid="_x0000_s33015" name="Equation" r:id="rId3" imgW="88900" imgH="152400" progId="Equation.DSMT4">
                    <p:embed/>
                  </p:oleObj>
                </mc:Choice>
                <mc:Fallback>
                  <p:oleObj name="Equation" r:id="rId3" imgW="88900" imgH="1524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3" y="2002"/>
                          <a:ext cx="159"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5" name="Object 5"/>
          <p:cNvGraphicFramePr>
            <a:graphicFrameLocks noChangeAspect="1"/>
          </p:cNvGraphicFramePr>
          <p:nvPr/>
        </p:nvGraphicFramePr>
        <p:xfrm>
          <a:off x="1285875" y="2195513"/>
          <a:ext cx="2182813" cy="485775"/>
        </p:xfrm>
        <a:graphic>
          <a:graphicData uri="http://schemas.openxmlformats.org/presentationml/2006/ole">
            <mc:AlternateContent xmlns:mc="http://schemas.openxmlformats.org/markup-compatibility/2006">
              <mc:Choice xmlns:v="urn:schemas-microsoft-com:vml" Requires="v">
                <p:oleObj spid="_x0000_s33016" name="Equation" r:id="rId5" imgW="914400" imgH="203200" progId="Equation.DSMT4">
                  <p:embed/>
                </p:oleObj>
              </mc:Choice>
              <mc:Fallback>
                <p:oleObj name="Equation" r:id="rId5" imgW="914400" imgH="203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5875" y="2195513"/>
                        <a:ext cx="2182813"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19"/>
          <p:cNvSpPr txBox="1">
            <a:spLocks noChangeArrowheads="1"/>
          </p:cNvSpPr>
          <p:nvPr/>
        </p:nvSpPr>
        <p:spPr bwMode="auto">
          <a:xfrm>
            <a:off x="3651250" y="213995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则</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17" name="Object 6"/>
          <p:cNvGraphicFramePr>
            <a:graphicFrameLocks noChangeAspect="1"/>
          </p:cNvGraphicFramePr>
          <p:nvPr/>
        </p:nvGraphicFramePr>
        <p:xfrm>
          <a:off x="4311650" y="2012950"/>
          <a:ext cx="2468563" cy="822325"/>
        </p:xfrm>
        <a:graphic>
          <a:graphicData uri="http://schemas.openxmlformats.org/presentationml/2006/ole">
            <mc:AlternateContent xmlns:mc="http://schemas.openxmlformats.org/markup-compatibility/2006">
              <mc:Choice xmlns:v="urn:schemas-microsoft-com:vml" Requires="v">
                <p:oleObj spid="_x0000_s33017" name="Equation" r:id="rId7" imgW="1180465" imgH="393700" progId="Equation.DSMT4">
                  <p:embed/>
                </p:oleObj>
              </mc:Choice>
              <mc:Fallback>
                <p:oleObj name="Equation" r:id="rId7" imgW="1180465" imgH="3937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11650" y="2012950"/>
                        <a:ext cx="2468563" cy="822325"/>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sp>
        <p:nvSpPr>
          <p:cNvPr id="18" name="Rectangle 21"/>
          <p:cNvSpPr>
            <a:spLocks noChangeArrowheads="1"/>
          </p:cNvSpPr>
          <p:nvPr/>
        </p:nvSpPr>
        <p:spPr bwMode="auto">
          <a:xfrm>
            <a:off x="701675" y="2243138"/>
            <a:ext cx="5445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若</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4108" name="Text Box 2"/>
          <p:cNvSpPr txBox="1">
            <a:spLocks noChangeArrowheads="1"/>
          </p:cNvSpPr>
          <p:nvPr/>
        </p:nvSpPr>
        <p:spPr bwMode="auto">
          <a:xfrm>
            <a:off x="571500" y="1497013"/>
            <a:ext cx="3087705" cy="43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0"/>
              </a:spcBef>
              <a:spcAft>
                <a:spcPct val="0"/>
              </a:spcAft>
              <a:buClrTx/>
              <a:buSzTx/>
              <a:buFontTx/>
              <a:buNone/>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4.</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时域微分与积分</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linds(horizontal)">
                                      <p:cBhvr>
                                        <p:cTn id="13" dur="500"/>
                                        <p:tgtEl>
                                          <p:spTgt spid="16"/>
                                        </p:tgtEl>
                                      </p:cBhvr>
                                    </p:animEffect>
                                  </p:childTnLst>
                                </p:cTn>
                              </p:par>
                              <p:par>
                                <p:cTn id="14" presetID="3" presetClass="entr" presetSubtype="1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linds(horizontal)">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horizontal)">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P spid="1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9"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57AE94B-2084-4EAF-BC7C-4CD5F2050F7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5131" name="Group 14"/>
          <p:cNvGrpSpPr/>
          <p:nvPr/>
        </p:nvGrpSpPr>
        <p:grpSpPr bwMode="auto">
          <a:xfrm>
            <a:off x="571500" y="1285875"/>
            <a:ext cx="8007350" cy="881063"/>
            <a:chOff x="602" y="2492"/>
            <a:chExt cx="5044" cy="555"/>
          </a:xfrm>
        </p:grpSpPr>
        <p:graphicFrame>
          <p:nvGraphicFramePr>
            <p:cNvPr id="5128" name="Object 2"/>
            <p:cNvGraphicFramePr>
              <a:graphicFrameLocks noChangeAspect="1"/>
            </p:cNvGraphicFramePr>
            <p:nvPr/>
          </p:nvGraphicFramePr>
          <p:xfrm>
            <a:off x="602" y="2492"/>
            <a:ext cx="3266" cy="555"/>
          </p:xfrm>
          <a:graphic>
            <a:graphicData uri="http://schemas.openxmlformats.org/presentationml/2006/ole">
              <mc:AlternateContent xmlns:mc="http://schemas.openxmlformats.org/markup-compatibility/2006">
                <mc:Choice xmlns:v="urn:schemas-microsoft-com:vml" Requires="v">
                  <p:oleObj spid="_x0000_s34214" name="Equation" r:id="rId1" imgW="2362200" imgH="419100" progId="Equation.DSMT4">
                    <p:embed/>
                  </p:oleObj>
                </mc:Choice>
                <mc:Fallback>
                  <p:oleObj name="Equation" r:id="rId1" imgW="2362200" imgH="4191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 y="2492"/>
                          <a:ext cx="3266"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3" name="Rectangle 16"/>
            <p:cNvSpPr>
              <a:spLocks noChangeArrowheads="1"/>
            </p:cNvSpPr>
            <p:nvPr/>
          </p:nvSpPr>
          <p:spPr bwMode="auto">
            <a:xfrm>
              <a:off x="3726" y="2598"/>
              <a:ext cx="19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（时域积分特性）</a:t>
              </a:r>
              <a:endPar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endParaRPr>
            </a:p>
          </p:txBody>
        </p:sp>
      </p:grpSp>
      <p:sp>
        <p:nvSpPr>
          <p:cNvPr id="8" name="Text Box 19"/>
          <p:cNvSpPr txBox="1">
            <a:spLocks noChangeArrowheads="1"/>
          </p:cNvSpPr>
          <p:nvPr/>
        </p:nvSpPr>
        <p:spPr bwMode="auto">
          <a:xfrm>
            <a:off x="500063" y="2214563"/>
            <a:ext cx="126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证明：</a:t>
            </a:r>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9" name="Object 3"/>
          <p:cNvGraphicFramePr>
            <a:graphicFrameLocks noChangeAspect="1"/>
          </p:cNvGraphicFramePr>
          <p:nvPr/>
        </p:nvGraphicFramePr>
        <p:xfrm>
          <a:off x="1889125" y="2286000"/>
          <a:ext cx="5211763" cy="695325"/>
        </p:xfrm>
        <a:graphic>
          <a:graphicData uri="http://schemas.openxmlformats.org/presentationml/2006/ole">
            <mc:AlternateContent xmlns:mc="http://schemas.openxmlformats.org/markup-compatibility/2006">
              <mc:Choice xmlns:v="urn:schemas-microsoft-com:vml" Requires="v">
                <p:oleObj spid="_x0000_s34215" name="Equation" r:id="rId3" imgW="2374900" imgH="330200" progId="Equation.DSMT4">
                  <p:embed/>
                </p:oleObj>
              </mc:Choice>
              <mc:Fallback>
                <p:oleObj name="Equation" r:id="rId3" imgW="2374900" imgH="330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9125" y="2286000"/>
                        <a:ext cx="5211763"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6" name="Object 4"/>
          <p:cNvGraphicFramePr>
            <a:graphicFrameLocks noChangeAspect="1"/>
          </p:cNvGraphicFramePr>
          <p:nvPr/>
        </p:nvGraphicFramePr>
        <p:xfrm>
          <a:off x="1643063" y="3124200"/>
          <a:ext cx="4124325" cy="695325"/>
        </p:xfrm>
        <a:graphic>
          <a:graphicData uri="http://schemas.openxmlformats.org/presentationml/2006/ole">
            <mc:AlternateContent xmlns:mc="http://schemas.openxmlformats.org/markup-compatibility/2006">
              <mc:Choice xmlns:v="urn:schemas-microsoft-com:vml" Requires="v">
                <p:oleObj spid="_x0000_s34216" name="Equation" r:id="rId5" imgW="1879600" imgH="330200" progId="Equation.DSMT4">
                  <p:embed/>
                </p:oleObj>
              </mc:Choice>
              <mc:Fallback>
                <p:oleObj name="Equation" r:id="rId5" imgW="1879600" imgH="330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3063" y="3124200"/>
                        <a:ext cx="4124325"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7" name="Object 5"/>
          <p:cNvGraphicFramePr>
            <a:graphicFrameLocks noChangeAspect="1"/>
          </p:cNvGraphicFramePr>
          <p:nvPr/>
        </p:nvGraphicFramePr>
        <p:xfrm>
          <a:off x="1643063" y="3857625"/>
          <a:ext cx="4125912" cy="695325"/>
        </p:xfrm>
        <a:graphic>
          <a:graphicData uri="http://schemas.openxmlformats.org/presentationml/2006/ole">
            <mc:AlternateContent xmlns:mc="http://schemas.openxmlformats.org/markup-compatibility/2006">
              <mc:Choice xmlns:v="urn:schemas-microsoft-com:vml" Requires="v">
                <p:oleObj spid="_x0000_s34217" name="Equation" r:id="rId7" imgW="1879600" imgH="330200" progId="Equation.DSMT4">
                  <p:embed/>
                </p:oleObj>
              </mc:Choice>
              <mc:Fallback>
                <p:oleObj name="Equation" r:id="rId7" imgW="1879600" imgH="330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43063" y="3857625"/>
                        <a:ext cx="4125912"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8" name="Object 6"/>
          <p:cNvGraphicFramePr>
            <a:graphicFrameLocks noChangeAspect="1"/>
          </p:cNvGraphicFramePr>
          <p:nvPr/>
        </p:nvGraphicFramePr>
        <p:xfrm>
          <a:off x="1643063" y="4624388"/>
          <a:ext cx="4097337" cy="882650"/>
        </p:xfrm>
        <a:graphic>
          <a:graphicData uri="http://schemas.openxmlformats.org/presentationml/2006/ole">
            <mc:AlternateContent xmlns:mc="http://schemas.openxmlformats.org/markup-compatibility/2006">
              <mc:Choice xmlns:v="urn:schemas-microsoft-com:vml" Requires="v">
                <p:oleObj spid="_x0000_s34218" name="Equation" r:id="rId9" imgW="1866900" imgH="419100" progId="Equation.DSMT4">
                  <p:embed/>
                </p:oleObj>
              </mc:Choice>
              <mc:Fallback>
                <p:oleObj name="Equation" r:id="rId9" imgW="1866900" imgH="4191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43063" y="4624388"/>
                        <a:ext cx="409733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399" name="Object 7"/>
          <p:cNvGraphicFramePr>
            <a:graphicFrameLocks noChangeAspect="1"/>
          </p:cNvGraphicFramePr>
          <p:nvPr/>
        </p:nvGraphicFramePr>
        <p:xfrm>
          <a:off x="1663700" y="5599113"/>
          <a:ext cx="3038475" cy="882650"/>
        </p:xfrm>
        <a:graphic>
          <a:graphicData uri="http://schemas.openxmlformats.org/presentationml/2006/ole">
            <mc:AlternateContent xmlns:mc="http://schemas.openxmlformats.org/markup-compatibility/2006">
              <mc:Choice xmlns:v="urn:schemas-microsoft-com:vml" Requires="v">
                <p:oleObj spid="_x0000_s34219" name="Equation" r:id="rId11" imgW="1384300" imgH="419100" progId="Equation.DSMT4">
                  <p:embed/>
                </p:oleObj>
              </mc:Choice>
              <mc:Fallback>
                <p:oleObj name="Equation" r:id="rId11" imgW="1384300" imgH="4191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63700" y="5599113"/>
                        <a:ext cx="3038475"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00" name="Object 8"/>
          <p:cNvGraphicFramePr>
            <a:graphicFrameLocks noChangeAspect="1"/>
          </p:cNvGraphicFramePr>
          <p:nvPr/>
        </p:nvGraphicFramePr>
        <p:xfrm>
          <a:off x="4689475" y="5624513"/>
          <a:ext cx="3597275" cy="882650"/>
        </p:xfrm>
        <a:graphic>
          <a:graphicData uri="http://schemas.openxmlformats.org/presentationml/2006/ole">
            <mc:AlternateContent xmlns:mc="http://schemas.openxmlformats.org/markup-compatibility/2006">
              <mc:Choice xmlns:v="urn:schemas-microsoft-com:vml" Requires="v">
                <p:oleObj spid="_x0000_s34220" name="Equation" r:id="rId13" imgW="1638300" imgH="419100" progId="Equation.DSMT4">
                  <p:embed/>
                </p:oleObj>
              </mc:Choice>
              <mc:Fallback>
                <p:oleObj name="Equation" r:id="rId13" imgW="1638300" imgH="4191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89475" y="5624513"/>
                        <a:ext cx="3597275"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9396"/>
                                        </p:tgtEl>
                                        <p:attrNameLst>
                                          <p:attrName>style.visibility</p:attrName>
                                        </p:attrNameLst>
                                      </p:cBhvr>
                                      <p:to>
                                        <p:strVal val="visible"/>
                                      </p:to>
                                    </p:set>
                                    <p:animEffect transition="in" filter="blinds(horizontal)">
                                      <p:cBhvr>
                                        <p:cTn id="17" dur="500"/>
                                        <p:tgtEl>
                                          <p:spTgt spid="5939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9397"/>
                                        </p:tgtEl>
                                        <p:attrNameLst>
                                          <p:attrName>style.visibility</p:attrName>
                                        </p:attrNameLst>
                                      </p:cBhvr>
                                      <p:to>
                                        <p:strVal val="visible"/>
                                      </p:to>
                                    </p:set>
                                    <p:animEffect transition="in" filter="blinds(horizontal)">
                                      <p:cBhvr>
                                        <p:cTn id="22" dur="500"/>
                                        <p:tgtEl>
                                          <p:spTgt spid="5939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9398"/>
                                        </p:tgtEl>
                                        <p:attrNameLst>
                                          <p:attrName>style.visibility</p:attrName>
                                        </p:attrNameLst>
                                      </p:cBhvr>
                                      <p:to>
                                        <p:strVal val="visible"/>
                                      </p:to>
                                    </p:set>
                                    <p:animEffect transition="in" filter="blinds(horizontal)">
                                      <p:cBhvr>
                                        <p:cTn id="27" dur="500"/>
                                        <p:tgtEl>
                                          <p:spTgt spid="5939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9399"/>
                                        </p:tgtEl>
                                        <p:attrNameLst>
                                          <p:attrName>style.visibility</p:attrName>
                                        </p:attrNameLst>
                                      </p:cBhvr>
                                      <p:to>
                                        <p:strVal val="visible"/>
                                      </p:to>
                                    </p:set>
                                    <p:animEffect transition="in" filter="blinds(horizontal)">
                                      <p:cBhvr>
                                        <p:cTn id="32" dur="500"/>
                                        <p:tgtEl>
                                          <p:spTgt spid="5939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9400"/>
                                        </p:tgtEl>
                                        <p:attrNameLst>
                                          <p:attrName>style.visibility</p:attrName>
                                        </p:attrNameLst>
                                      </p:cBhvr>
                                      <p:to>
                                        <p:strVal val="visible"/>
                                      </p:to>
                                    </p:set>
                                    <p:animEffect transition="in" filter="blinds(horizontal)">
                                      <p:cBhvr>
                                        <p:cTn id="37" dur="500"/>
                                        <p:tgtEl>
                                          <p:spTgt spid="59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2A8D7D5-C8A2-424F-8586-CA16305B8A4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6" name="Text Box 2"/>
          <p:cNvSpPr txBox="1">
            <a:spLocks noChangeArrowheads="1"/>
          </p:cNvSpPr>
          <p:nvPr/>
        </p:nvSpPr>
        <p:spPr bwMode="auto">
          <a:xfrm>
            <a:off x="471488" y="1285875"/>
            <a:ext cx="41440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5.</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时域和频域的尺度变换</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2" name="Group 3"/>
          <p:cNvGrpSpPr/>
          <p:nvPr/>
        </p:nvGrpSpPr>
        <p:grpSpPr bwMode="auto">
          <a:xfrm>
            <a:off x="714375" y="4767263"/>
            <a:ext cx="5305425" cy="519112"/>
            <a:chOff x="720" y="1440"/>
            <a:chExt cx="3342" cy="327"/>
          </a:xfrm>
        </p:grpSpPr>
        <p:sp>
          <p:nvSpPr>
            <p:cNvPr id="6163" name="Text Box 4"/>
            <p:cNvSpPr txBox="1">
              <a:spLocks noChangeArrowheads="1"/>
            </p:cNvSpPr>
            <p:nvPr/>
          </p:nvSpPr>
          <p:spPr bwMode="auto">
            <a:xfrm>
              <a:off x="720" y="1440"/>
              <a:ext cx="18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当             时，有</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6152" name="Object 2"/>
            <p:cNvGraphicFramePr>
              <a:graphicFrameLocks noChangeAspect="1"/>
            </p:cNvGraphicFramePr>
            <p:nvPr/>
          </p:nvGraphicFramePr>
          <p:xfrm>
            <a:off x="1056" y="1460"/>
            <a:ext cx="680" cy="280"/>
          </p:xfrm>
          <a:graphic>
            <a:graphicData uri="http://schemas.openxmlformats.org/presentationml/2006/ole">
              <mc:AlternateContent xmlns:mc="http://schemas.openxmlformats.org/markup-compatibility/2006">
                <mc:Choice xmlns:v="urn:schemas-microsoft-com:vml" Requires="v">
                  <p:oleObj spid="_x0000_s35298" name="Equation" r:id="rId1" imgW="431165" imgH="177800" progId="Equation.DSMT4">
                    <p:embed/>
                  </p:oleObj>
                </mc:Choice>
                <mc:Fallback>
                  <p:oleObj name="Equation" r:id="rId1" imgW="431165" imgH="177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 y="1460"/>
                          <a:ext cx="680"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3" name="Object 3"/>
            <p:cNvGraphicFramePr>
              <a:graphicFrameLocks noChangeAspect="1"/>
            </p:cNvGraphicFramePr>
            <p:nvPr/>
          </p:nvGraphicFramePr>
          <p:xfrm>
            <a:off x="2534" y="1457"/>
            <a:ext cx="1528" cy="285"/>
          </p:xfrm>
          <a:graphic>
            <a:graphicData uri="http://schemas.openxmlformats.org/presentationml/2006/ole">
              <mc:AlternateContent xmlns:mc="http://schemas.openxmlformats.org/markup-compatibility/2006">
                <mc:Choice xmlns:v="urn:schemas-microsoft-com:vml" Requires="v">
                  <p:oleObj spid="_x0000_s35299" name="Equation" r:id="rId3" imgW="1091565" imgH="203200" progId="Equation.DSMT4">
                    <p:embed/>
                  </p:oleObj>
                </mc:Choice>
                <mc:Fallback>
                  <p:oleObj name="Equation" r:id="rId3" imgW="1091565"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4" y="1457"/>
                          <a:ext cx="1528" cy="285"/>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grpSp>
      <p:sp>
        <p:nvSpPr>
          <p:cNvPr id="10" name="Text Box 7"/>
          <p:cNvSpPr txBox="1">
            <a:spLocks noChangeArrowheads="1"/>
          </p:cNvSpPr>
          <p:nvPr/>
        </p:nvSpPr>
        <p:spPr bwMode="auto">
          <a:xfrm>
            <a:off x="714375" y="5403850"/>
            <a:ext cx="77089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尺度变换特性表明：</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信号如果在时域扩展 </a:t>
            </a:r>
            <a:r>
              <a:rPr kumimoji="0" lang="en-US" altLang="zh-CN" sz="2800" i="1"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a</a:t>
            </a:r>
            <a:r>
              <a:rPr kumimoji="0" lang="en-US" altLang="zh-CN"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 </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倍，则其带宽相应压缩 </a:t>
            </a:r>
            <a:r>
              <a:rPr kumimoji="0" lang="en-US" altLang="zh-CN" sz="2800" i="1"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a</a:t>
            </a:r>
            <a:r>
              <a:rPr kumimoji="0" lang="en-US" altLang="zh-CN"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 </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倍，反之亦然</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a:t>
            </a:r>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3" name="Group 8"/>
          <p:cNvGrpSpPr/>
          <p:nvPr/>
        </p:nvGrpSpPr>
        <p:grpSpPr bwMode="auto">
          <a:xfrm>
            <a:off x="788988" y="1784350"/>
            <a:ext cx="6477000" cy="1014413"/>
            <a:chOff x="864" y="842"/>
            <a:chExt cx="4080" cy="639"/>
          </a:xfrm>
        </p:grpSpPr>
        <p:graphicFrame>
          <p:nvGraphicFramePr>
            <p:cNvPr id="6150" name="Object 4"/>
            <p:cNvGraphicFramePr>
              <a:graphicFrameLocks noChangeAspect="1"/>
            </p:cNvGraphicFramePr>
            <p:nvPr/>
          </p:nvGraphicFramePr>
          <p:xfrm>
            <a:off x="1291" y="979"/>
            <a:ext cx="1376" cy="306"/>
          </p:xfrm>
          <a:graphic>
            <a:graphicData uri="http://schemas.openxmlformats.org/presentationml/2006/ole">
              <mc:AlternateContent xmlns:mc="http://schemas.openxmlformats.org/markup-compatibility/2006">
                <mc:Choice xmlns:v="urn:schemas-microsoft-com:vml" Requires="v">
                  <p:oleObj spid="_x0000_s35300" name="Equation" r:id="rId5" imgW="914400" imgH="203200" progId="Equation.DSMT4">
                    <p:embed/>
                  </p:oleObj>
                </mc:Choice>
                <mc:Fallback>
                  <p:oleObj name="Equation" r:id="rId5" imgW="9144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1" y="979"/>
                          <a:ext cx="1376"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61" name="Text Box 10"/>
            <p:cNvSpPr txBox="1">
              <a:spLocks noChangeArrowheads="1"/>
            </p:cNvSpPr>
            <p:nvPr/>
          </p:nvSpPr>
          <p:spPr bwMode="auto">
            <a:xfrm>
              <a:off x="2866" y="948"/>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则</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6151" name="Object 5"/>
            <p:cNvGraphicFramePr>
              <a:graphicFrameLocks noChangeAspect="1"/>
            </p:cNvGraphicFramePr>
            <p:nvPr/>
          </p:nvGraphicFramePr>
          <p:xfrm>
            <a:off x="3229" y="842"/>
            <a:ext cx="1715" cy="639"/>
          </p:xfrm>
          <a:graphic>
            <a:graphicData uri="http://schemas.openxmlformats.org/presentationml/2006/ole">
              <mc:AlternateContent xmlns:mc="http://schemas.openxmlformats.org/markup-compatibility/2006">
                <mc:Choice xmlns:v="urn:schemas-microsoft-com:vml" Requires="v">
                  <p:oleObj spid="_x0000_s35301" name="Equation" r:id="rId7" imgW="1193800" imgH="444500" progId="Equation.DSMT4">
                    <p:embed/>
                  </p:oleObj>
                </mc:Choice>
                <mc:Fallback>
                  <p:oleObj name="Equation" r:id="rId7" imgW="1193800" imgH="4445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9" y="842"/>
                          <a:ext cx="1715" cy="639"/>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sp>
          <p:nvSpPr>
            <p:cNvPr id="6162" name="Rectangle 12"/>
            <p:cNvSpPr>
              <a:spLocks noChangeArrowheads="1"/>
            </p:cNvSpPr>
            <p:nvPr/>
          </p:nvSpPr>
          <p:spPr bwMode="auto">
            <a:xfrm>
              <a:off x="864" y="942"/>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若</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aphicFrame>
        <p:nvGraphicFramePr>
          <p:cNvPr id="17" name="Object 6"/>
          <p:cNvGraphicFramePr>
            <a:graphicFrameLocks noChangeAspect="1"/>
          </p:cNvGraphicFramePr>
          <p:nvPr/>
        </p:nvGraphicFramePr>
        <p:xfrm>
          <a:off x="1420813" y="3098800"/>
          <a:ext cx="1420812" cy="463550"/>
        </p:xfrm>
        <a:graphic>
          <a:graphicData uri="http://schemas.openxmlformats.org/presentationml/2006/ole">
            <mc:AlternateContent xmlns:mc="http://schemas.openxmlformats.org/markup-compatibility/2006">
              <mc:Choice xmlns:v="urn:schemas-microsoft-com:vml" Requires="v">
                <p:oleObj spid="_x0000_s35302" name="Equation" r:id="rId9" imgW="622300" imgH="203200" progId="Equation.DSMT4">
                  <p:embed/>
                </p:oleObj>
              </mc:Choice>
              <mc:Fallback>
                <p:oleObj name="Equation" r:id="rId9" imgW="622300" imgH="203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0813" y="3098800"/>
                        <a:ext cx="142081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423" name="Object 7"/>
          <p:cNvGraphicFramePr>
            <a:graphicFrameLocks noChangeAspect="1"/>
          </p:cNvGraphicFramePr>
          <p:nvPr/>
        </p:nvGraphicFramePr>
        <p:xfrm>
          <a:off x="2849563" y="2928938"/>
          <a:ext cx="2435225" cy="754062"/>
        </p:xfrm>
        <a:graphic>
          <a:graphicData uri="http://schemas.openxmlformats.org/presentationml/2006/ole">
            <mc:AlternateContent xmlns:mc="http://schemas.openxmlformats.org/markup-compatibility/2006">
              <mc:Choice xmlns:v="urn:schemas-microsoft-com:vml" Requires="v">
                <p:oleObj spid="_x0000_s35303" name="Equation" r:id="rId11" imgW="1066800" imgH="330200" progId="Equation.DSMT4">
                  <p:embed/>
                </p:oleObj>
              </mc:Choice>
              <mc:Fallback>
                <p:oleObj name="Equation" r:id="rId11" imgW="1066800" imgH="330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9563" y="2928938"/>
                        <a:ext cx="2435225" cy="754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424" name="Object 8"/>
          <p:cNvGraphicFramePr>
            <a:graphicFrameLocks noChangeAspect="1"/>
          </p:cNvGraphicFramePr>
          <p:nvPr/>
        </p:nvGraphicFramePr>
        <p:xfrm>
          <a:off x="2849563" y="3633788"/>
          <a:ext cx="3275012" cy="957262"/>
        </p:xfrm>
        <a:graphic>
          <a:graphicData uri="http://schemas.openxmlformats.org/presentationml/2006/ole">
            <mc:AlternateContent xmlns:mc="http://schemas.openxmlformats.org/markup-compatibility/2006">
              <mc:Choice xmlns:v="urn:schemas-microsoft-com:vml" Requires="v">
                <p:oleObj spid="_x0000_s35304" name="Equation" r:id="rId13" imgW="1435100" imgH="419100" progId="Equation.DSMT4">
                  <p:embed/>
                </p:oleObj>
              </mc:Choice>
              <mc:Fallback>
                <p:oleObj name="Equation" r:id="rId13" imgW="1435100" imgH="4191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49563" y="3633788"/>
                        <a:ext cx="3275012"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425" name="Object 9"/>
          <p:cNvGraphicFramePr>
            <a:graphicFrameLocks noChangeAspect="1"/>
          </p:cNvGraphicFramePr>
          <p:nvPr/>
        </p:nvGraphicFramePr>
        <p:xfrm>
          <a:off x="6259513" y="3633788"/>
          <a:ext cx="1884362" cy="957262"/>
        </p:xfrm>
        <a:graphic>
          <a:graphicData uri="http://schemas.openxmlformats.org/presentationml/2006/ole">
            <mc:AlternateContent xmlns:mc="http://schemas.openxmlformats.org/markup-compatibility/2006">
              <mc:Choice xmlns:v="urn:schemas-microsoft-com:vml" Requires="v">
                <p:oleObj spid="_x0000_s35305" name="Equation" r:id="rId15" imgW="825500" imgH="419100" progId="Equation.DSMT4">
                  <p:embed/>
                </p:oleObj>
              </mc:Choice>
              <mc:Fallback>
                <p:oleObj name="Equation" r:id="rId15" imgW="825500" imgH="4191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59513" y="3633788"/>
                        <a:ext cx="1884362"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19"/>
          <p:cNvSpPr txBox="1">
            <a:spLocks noChangeArrowheads="1"/>
          </p:cNvSpPr>
          <p:nvPr/>
        </p:nvSpPr>
        <p:spPr bwMode="auto">
          <a:xfrm>
            <a:off x="785813" y="2571750"/>
            <a:ext cx="126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证明：</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0423"/>
                                        </p:tgtEl>
                                        <p:attrNameLst>
                                          <p:attrName>style.visibility</p:attrName>
                                        </p:attrNameLst>
                                      </p:cBhvr>
                                      <p:to>
                                        <p:strVal val="visible"/>
                                      </p:to>
                                    </p:set>
                                    <p:animEffect transition="in" filter="blinds(horizontal)">
                                      <p:cBhvr>
                                        <p:cTn id="22" dur="500"/>
                                        <p:tgtEl>
                                          <p:spTgt spid="6042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0424"/>
                                        </p:tgtEl>
                                        <p:attrNameLst>
                                          <p:attrName>style.visibility</p:attrName>
                                        </p:attrNameLst>
                                      </p:cBhvr>
                                      <p:to>
                                        <p:strVal val="visible"/>
                                      </p:to>
                                    </p:set>
                                    <p:animEffect transition="in" filter="blinds(horizontal)">
                                      <p:cBhvr>
                                        <p:cTn id="27" dur="500"/>
                                        <p:tgtEl>
                                          <p:spTgt spid="6042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0425"/>
                                        </p:tgtEl>
                                        <p:attrNameLst>
                                          <p:attrName>style.visibility</p:attrName>
                                        </p:attrNameLst>
                                      </p:cBhvr>
                                      <p:to>
                                        <p:strVal val="visible"/>
                                      </p:to>
                                    </p:set>
                                    <p:animEffect transition="in" filter="blinds(horizontal)">
                                      <p:cBhvr>
                                        <p:cTn id="32" dur="500"/>
                                        <p:tgtEl>
                                          <p:spTgt spid="6042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blinds(horizontal)">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04397E7-1337-41BB-B99C-80C1E1D5873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8" name="Text Box 2"/>
          <p:cNvSpPr txBox="1">
            <a:spLocks noChangeArrowheads="1"/>
          </p:cNvSpPr>
          <p:nvPr/>
        </p:nvSpPr>
        <p:spPr bwMode="auto">
          <a:xfrm>
            <a:off x="860425" y="1285875"/>
            <a:ext cx="16305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6.</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对偶性</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2" name="Group 3"/>
          <p:cNvGrpSpPr/>
          <p:nvPr/>
        </p:nvGrpSpPr>
        <p:grpSpPr bwMode="auto">
          <a:xfrm>
            <a:off x="1524000" y="1971675"/>
            <a:ext cx="5889625" cy="525463"/>
            <a:chOff x="960" y="1012"/>
            <a:chExt cx="3710" cy="331"/>
          </a:xfrm>
        </p:grpSpPr>
        <p:sp>
          <p:nvSpPr>
            <p:cNvPr id="7182" name="Text Box 4"/>
            <p:cNvSpPr txBox="1">
              <a:spLocks noChangeArrowheads="1"/>
            </p:cNvSpPr>
            <p:nvPr/>
          </p:nvSpPr>
          <p:spPr bwMode="auto">
            <a:xfrm>
              <a:off x="960" y="1012"/>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若</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7174" name="Object 2"/>
            <p:cNvGraphicFramePr>
              <a:graphicFrameLocks noChangeAspect="1"/>
            </p:cNvGraphicFramePr>
            <p:nvPr/>
          </p:nvGraphicFramePr>
          <p:xfrm>
            <a:off x="1287" y="1046"/>
            <a:ext cx="1267" cy="281"/>
          </p:xfrm>
          <a:graphic>
            <a:graphicData uri="http://schemas.openxmlformats.org/presentationml/2006/ole">
              <mc:AlternateContent xmlns:mc="http://schemas.openxmlformats.org/markup-compatibility/2006">
                <mc:Choice xmlns:v="urn:schemas-microsoft-com:vml" Requires="v">
                  <p:oleObj spid="_x0000_s36202" name="Equation" r:id="rId1" imgW="914400" imgH="203200" progId="Equation.DSMT4">
                    <p:embed/>
                  </p:oleObj>
                </mc:Choice>
                <mc:Fallback>
                  <p:oleObj name="Equation" r:id="rId1" imgW="914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7" y="1046"/>
                          <a:ext cx="1267"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3" name="Text Box 6"/>
            <p:cNvSpPr txBox="1">
              <a:spLocks noChangeArrowheads="1"/>
            </p:cNvSpPr>
            <p:nvPr/>
          </p:nvSpPr>
          <p:spPr bwMode="auto">
            <a:xfrm>
              <a:off x="2688" y="1016"/>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则</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7175" name="Object 3"/>
            <p:cNvGraphicFramePr>
              <a:graphicFrameLocks noChangeAspect="1"/>
            </p:cNvGraphicFramePr>
            <p:nvPr/>
          </p:nvGraphicFramePr>
          <p:xfrm>
            <a:off x="3033" y="1056"/>
            <a:ext cx="1637" cy="281"/>
          </p:xfrm>
          <a:graphic>
            <a:graphicData uri="http://schemas.openxmlformats.org/presentationml/2006/ole">
              <mc:AlternateContent xmlns:mc="http://schemas.openxmlformats.org/markup-compatibility/2006">
                <mc:Choice xmlns:v="urn:schemas-microsoft-com:vml" Requires="v">
                  <p:oleObj spid="_x0000_s36203" name="Equation" r:id="rId3" imgW="1180465" imgH="203200" progId="Equation.DSMT4">
                    <p:embed/>
                  </p:oleObj>
                </mc:Choice>
                <mc:Fallback>
                  <p:oleObj name="Equation" r:id="rId3" imgW="1180465"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3" y="1056"/>
                          <a:ext cx="1637" cy="281"/>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grpSp>
      <p:graphicFrame>
        <p:nvGraphicFramePr>
          <p:cNvPr id="11" name="Object 4"/>
          <p:cNvGraphicFramePr>
            <a:graphicFrameLocks noChangeAspect="1"/>
          </p:cNvGraphicFramePr>
          <p:nvPr/>
        </p:nvGraphicFramePr>
        <p:xfrm>
          <a:off x="2549525" y="3717925"/>
          <a:ext cx="4522788" cy="838200"/>
        </p:xfrm>
        <a:graphic>
          <a:graphicData uri="http://schemas.openxmlformats.org/presentationml/2006/ole">
            <mc:AlternateContent xmlns:mc="http://schemas.openxmlformats.org/markup-compatibility/2006">
              <mc:Choice xmlns:v="urn:schemas-microsoft-com:vml" Requires="v">
                <p:oleObj spid="_x0000_s36204" name="Equation" r:id="rId5" imgW="1562100" imgH="330200" progId="Equation.DSMT4">
                  <p:embed/>
                </p:oleObj>
              </mc:Choice>
              <mc:Fallback>
                <p:oleObj name="Equation" r:id="rId5" imgW="1562100" imgH="330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9525" y="3717925"/>
                        <a:ext cx="4522788"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5"/>
          <p:cNvGraphicFramePr>
            <a:graphicFrameLocks noChangeAspect="1"/>
          </p:cNvGraphicFramePr>
          <p:nvPr/>
        </p:nvGraphicFramePr>
        <p:xfrm>
          <a:off x="2233613" y="4743450"/>
          <a:ext cx="5105400" cy="879475"/>
        </p:xfrm>
        <a:graphic>
          <a:graphicData uri="http://schemas.openxmlformats.org/presentationml/2006/ole">
            <mc:AlternateContent xmlns:mc="http://schemas.openxmlformats.org/markup-compatibility/2006">
              <mc:Choice xmlns:v="urn:schemas-microsoft-com:vml" Requires="v">
                <p:oleObj spid="_x0000_s36205" name="Equation" r:id="rId7" imgW="1701800" imgH="330200" progId="Equation.DSMT4">
                  <p:embed/>
                </p:oleObj>
              </mc:Choice>
              <mc:Fallback>
                <p:oleObj name="Equation" r:id="rId7" imgW="1701800" imgH="330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3613" y="4743450"/>
                        <a:ext cx="5105400" cy="87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6"/>
          <p:cNvGraphicFramePr>
            <a:graphicFrameLocks noChangeAspect="1"/>
          </p:cNvGraphicFramePr>
          <p:nvPr/>
        </p:nvGraphicFramePr>
        <p:xfrm>
          <a:off x="2959100" y="5857875"/>
          <a:ext cx="3470275" cy="533400"/>
        </p:xfrm>
        <a:graphic>
          <a:graphicData uri="http://schemas.openxmlformats.org/presentationml/2006/ole">
            <mc:AlternateContent xmlns:mc="http://schemas.openxmlformats.org/markup-compatibility/2006">
              <mc:Choice xmlns:v="urn:schemas-microsoft-com:vml" Requires="v">
                <p:oleObj spid="_x0000_s36206" name="Equation" r:id="rId9" imgW="1295400" imgH="203200" progId="Equation.DSMT4">
                  <p:embed/>
                </p:oleObj>
              </mc:Choice>
              <mc:Fallback>
                <p:oleObj name="Equation" r:id="rId9" imgW="1295400" imgH="203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59100" y="5857875"/>
                        <a:ext cx="347027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1"/>
          <p:cNvGrpSpPr/>
          <p:nvPr/>
        </p:nvGrpSpPr>
        <p:grpSpPr bwMode="auto">
          <a:xfrm>
            <a:off x="1371600" y="2681288"/>
            <a:ext cx="5524500" cy="927100"/>
            <a:chOff x="864" y="1459"/>
            <a:chExt cx="3480" cy="584"/>
          </a:xfrm>
        </p:grpSpPr>
        <p:graphicFrame>
          <p:nvGraphicFramePr>
            <p:cNvPr id="7173" name="Object 7"/>
            <p:cNvGraphicFramePr>
              <a:graphicFrameLocks noChangeAspect="1"/>
            </p:cNvGraphicFramePr>
            <p:nvPr/>
          </p:nvGraphicFramePr>
          <p:xfrm>
            <a:off x="1638" y="1459"/>
            <a:ext cx="2706" cy="584"/>
          </p:xfrm>
          <a:graphic>
            <a:graphicData uri="http://schemas.openxmlformats.org/presentationml/2006/ole">
              <mc:AlternateContent xmlns:mc="http://schemas.openxmlformats.org/markup-compatibility/2006">
                <mc:Choice xmlns:v="urn:schemas-microsoft-com:vml" Requires="v">
                  <p:oleObj spid="_x0000_s36207" name="Equation" r:id="rId11" imgW="1675765" imgH="393700" progId="Equation.DSMT4">
                    <p:embed/>
                  </p:oleObj>
                </mc:Choice>
                <mc:Fallback>
                  <p:oleObj name="Equation" r:id="rId11" imgW="1675765" imgH="3937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38" y="1459"/>
                          <a:ext cx="2706" cy="5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1" name="Rectangle 13"/>
            <p:cNvSpPr>
              <a:spLocks noChangeArrowheads="1"/>
            </p:cNvSpPr>
            <p:nvPr/>
          </p:nvSpPr>
          <p:spPr bwMode="auto">
            <a:xfrm>
              <a:off x="864" y="1594"/>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证明：</a:t>
              </a:r>
              <a:endParaRPr kumimoji="1"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2EDAB27-689B-4280-ADB9-CC1CCC8FB05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3789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7250" y="1314450"/>
            <a:ext cx="7391400" cy="517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2C59F61-153A-41C2-BDDA-D9FDE655DD0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8204" name="Group 2"/>
          <p:cNvGrpSpPr/>
          <p:nvPr/>
        </p:nvGrpSpPr>
        <p:grpSpPr bwMode="auto">
          <a:xfrm>
            <a:off x="655638" y="1152525"/>
            <a:ext cx="6345237" cy="744538"/>
            <a:chOff x="574" y="480"/>
            <a:chExt cx="3997" cy="469"/>
          </a:xfrm>
        </p:grpSpPr>
        <p:sp>
          <p:nvSpPr>
            <p:cNvPr id="8212" name="Text Box 3"/>
            <p:cNvSpPr txBox="1">
              <a:spLocks noChangeArrowheads="1"/>
            </p:cNvSpPr>
            <p:nvPr/>
          </p:nvSpPr>
          <p:spPr bwMode="auto">
            <a:xfrm>
              <a:off x="574" y="537"/>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也可由</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8201" name="Object 2"/>
            <p:cNvGraphicFramePr>
              <a:graphicFrameLocks noChangeAspect="1"/>
            </p:cNvGraphicFramePr>
            <p:nvPr/>
          </p:nvGraphicFramePr>
          <p:xfrm>
            <a:off x="1314" y="480"/>
            <a:ext cx="2012" cy="469"/>
          </p:xfrm>
          <a:graphic>
            <a:graphicData uri="http://schemas.openxmlformats.org/presentationml/2006/ole">
              <mc:AlternateContent xmlns:mc="http://schemas.openxmlformats.org/markup-compatibility/2006">
                <mc:Choice xmlns:v="urn:schemas-microsoft-com:vml" Requires="v">
                  <p:oleObj spid="_x0000_s37346" name="Equation" r:id="rId1" imgW="1422400" imgH="330200" progId="Equation.DSMT4">
                    <p:embed/>
                  </p:oleObj>
                </mc:Choice>
                <mc:Fallback>
                  <p:oleObj name="Equation" r:id="rId1" imgW="1422400" imgH="330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 y="480"/>
                          <a:ext cx="2012" cy="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13" name="Text Box 5"/>
            <p:cNvSpPr txBox="1">
              <a:spLocks noChangeArrowheads="1"/>
            </p:cNvSpPr>
            <p:nvPr/>
          </p:nvSpPr>
          <p:spPr bwMode="auto">
            <a:xfrm>
              <a:off x="3330" y="538"/>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得到证明。</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aphicFrame>
        <p:nvGraphicFramePr>
          <p:cNvPr id="9" name="Object 3"/>
          <p:cNvGraphicFramePr>
            <a:graphicFrameLocks noChangeAspect="1"/>
          </p:cNvGraphicFramePr>
          <p:nvPr/>
        </p:nvGraphicFramePr>
        <p:xfrm>
          <a:off x="976313" y="1838325"/>
          <a:ext cx="7040562" cy="876300"/>
        </p:xfrm>
        <a:graphic>
          <a:graphicData uri="http://schemas.openxmlformats.org/presentationml/2006/ole">
            <mc:AlternateContent xmlns:mc="http://schemas.openxmlformats.org/markup-compatibility/2006">
              <mc:Choice xmlns:v="urn:schemas-microsoft-com:vml" Requires="v">
                <p:oleObj spid="_x0000_s37347" name="Equation" r:id="rId3" imgW="2997200" imgH="393700" progId="Equation.DSMT4">
                  <p:embed/>
                </p:oleObj>
              </mc:Choice>
              <mc:Fallback>
                <p:oleObj name="Equation" r:id="rId3" imgW="2997200" imgH="393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6313" y="1838325"/>
                        <a:ext cx="7040562"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8"/>
          <p:cNvGrpSpPr/>
          <p:nvPr/>
        </p:nvGrpSpPr>
        <p:grpSpPr bwMode="auto">
          <a:xfrm>
            <a:off x="642938" y="5470525"/>
            <a:ext cx="4173537" cy="531813"/>
            <a:chOff x="591" y="3200"/>
            <a:chExt cx="2629" cy="335"/>
          </a:xfrm>
        </p:grpSpPr>
        <p:sp>
          <p:nvSpPr>
            <p:cNvPr id="8210" name="Text Box 9"/>
            <p:cNvSpPr txBox="1">
              <a:spLocks noChangeArrowheads="1"/>
            </p:cNvSpPr>
            <p:nvPr/>
          </p:nvSpPr>
          <p:spPr bwMode="auto">
            <a:xfrm>
              <a:off x="591" y="3200"/>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根据</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8200" name="Object 4"/>
            <p:cNvGraphicFramePr>
              <a:graphicFrameLocks noChangeAspect="1"/>
            </p:cNvGraphicFramePr>
            <p:nvPr/>
          </p:nvGraphicFramePr>
          <p:xfrm>
            <a:off x="1250" y="3234"/>
            <a:ext cx="1548" cy="288"/>
          </p:xfrm>
          <a:graphic>
            <a:graphicData uri="http://schemas.openxmlformats.org/presentationml/2006/ole">
              <mc:AlternateContent xmlns:mc="http://schemas.openxmlformats.org/markup-compatibility/2006">
                <mc:Choice xmlns:v="urn:schemas-microsoft-com:vml" Requires="v">
                  <p:oleObj spid="_x0000_s37348" name="Equation" r:id="rId5" imgW="1091565" imgH="203200" progId="Equation.DSMT4">
                    <p:embed/>
                  </p:oleObj>
                </mc:Choice>
                <mc:Fallback>
                  <p:oleObj name="Equation" r:id="rId5" imgW="1091565"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0" y="3234"/>
                          <a:ext cx="15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11" name="Text Box 11"/>
            <p:cNvSpPr txBox="1">
              <a:spLocks noChangeArrowheads="1"/>
            </p:cNvSpPr>
            <p:nvPr/>
          </p:nvSpPr>
          <p:spPr bwMode="auto">
            <a:xfrm>
              <a:off x="2880" y="3208"/>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得</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sp>
        <p:nvSpPr>
          <p:cNvPr id="16" name="Text Box 13"/>
          <p:cNvSpPr txBox="1">
            <a:spLocks noChangeArrowheads="1"/>
          </p:cNvSpPr>
          <p:nvPr/>
        </p:nvSpPr>
        <p:spPr bwMode="auto">
          <a:xfrm>
            <a:off x="5154613" y="6181725"/>
            <a:ext cx="2684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这就是</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移频特性</a:t>
            </a:r>
            <a:endPar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5" name="Group 14"/>
          <p:cNvGrpSpPr/>
          <p:nvPr/>
        </p:nvGrpSpPr>
        <p:grpSpPr bwMode="auto">
          <a:xfrm>
            <a:off x="630238" y="3362325"/>
            <a:ext cx="8105775" cy="1970088"/>
            <a:chOff x="558" y="1872"/>
            <a:chExt cx="5106" cy="1241"/>
          </a:xfrm>
        </p:grpSpPr>
        <p:sp>
          <p:nvSpPr>
            <p:cNvPr id="8209" name="Text Box 15"/>
            <p:cNvSpPr txBox="1">
              <a:spLocks noChangeArrowheads="1"/>
            </p:cNvSpPr>
            <p:nvPr/>
          </p:nvSpPr>
          <p:spPr bwMode="auto">
            <a:xfrm>
              <a:off x="558" y="1872"/>
              <a:ext cx="5106" cy="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例如</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 </a:t>
              </a: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设                     </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a:t>
              </a: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 有对偶关系</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a:p>
              <a:pPr marL="0" marR="0" lvl="0" indent="0" algn="l" defTabSz="914400" rtl="0" eaLnBrk="1" fontAlgn="base" latinLnBrk="0" hangingPunct="1">
                <a:lnSpc>
                  <a:spcPct val="16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利用时移特性有</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a:p>
              <a:pPr marL="0" marR="0" lvl="0" indent="0" algn="l" defTabSz="914400" rtl="0" eaLnBrk="1" fontAlgn="base" latinLnBrk="0" hangingPunct="1">
                <a:lnSpc>
                  <a:spcPct val="16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再次对偶有</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8196" name="Object 6"/>
            <p:cNvGraphicFramePr>
              <a:graphicFrameLocks noChangeAspect="1"/>
            </p:cNvGraphicFramePr>
            <p:nvPr/>
          </p:nvGraphicFramePr>
          <p:xfrm>
            <a:off x="1465" y="1938"/>
            <a:ext cx="1125" cy="288"/>
          </p:xfrm>
          <a:graphic>
            <a:graphicData uri="http://schemas.openxmlformats.org/presentationml/2006/ole">
              <mc:AlternateContent xmlns:mc="http://schemas.openxmlformats.org/markup-compatibility/2006">
                <mc:Choice xmlns:v="urn:schemas-microsoft-com:vml" Requires="v">
                  <p:oleObj spid="_x0000_s37349" name="Equation" r:id="rId7" imgW="914400" imgH="203200" progId="Equation.DSMT4">
                    <p:embed/>
                  </p:oleObj>
                </mc:Choice>
                <mc:Fallback>
                  <p:oleObj name="Equation" r:id="rId7" imgW="914400" imgH="2032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65" y="1938"/>
                          <a:ext cx="11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7" name="Object 7"/>
            <p:cNvGraphicFramePr>
              <a:graphicFrameLocks noChangeAspect="1"/>
            </p:cNvGraphicFramePr>
            <p:nvPr/>
          </p:nvGraphicFramePr>
          <p:xfrm>
            <a:off x="3884" y="1943"/>
            <a:ext cx="1579" cy="286"/>
          </p:xfrm>
          <a:graphic>
            <a:graphicData uri="http://schemas.openxmlformats.org/presentationml/2006/ole">
              <mc:AlternateContent xmlns:mc="http://schemas.openxmlformats.org/markup-compatibility/2006">
                <mc:Choice xmlns:v="urn:schemas-microsoft-com:vml" Requires="v">
                  <p:oleObj spid="_x0000_s37350" name="Equation" r:id="rId9" imgW="1180465" imgH="203200" progId="Equation.DSMT4">
                    <p:embed/>
                  </p:oleObj>
                </mc:Choice>
                <mc:Fallback>
                  <p:oleObj name="Equation" r:id="rId9" imgW="1180465" imgH="2032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4" y="1943"/>
                          <a:ext cx="1579"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8" name="Object 8"/>
            <p:cNvGraphicFramePr>
              <a:graphicFrameLocks noChangeAspect="1"/>
            </p:cNvGraphicFramePr>
            <p:nvPr/>
          </p:nvGraphicFramePr>
          <p:xfrm>
            <a:off x="2205" y="2319"/>
            <a:ext cx="2772" cy="325"/>
          </p:xfrm>
          <a:graphic>
            <a:graphicData uri="http://schemas.openxmlformats.org/presentationml/2006/ole">
              <mc:AlternateContent xmlns:mc="http://schemas.openxmlformats.org/markup-compatibility/2006">
                <mc:Choice xmlns:v="urn:schemas-microsoft-com:vml" Requires="v">
                  <p:oleObj spid="_x0000_s37351" name="Equation" r:id="rId11" imgW="1778000" imgH="241300" progId="Equation.DSMT4">
                    <p:embed/>
                  </p:oleObj>
                </mc:Choice>
                <mc:Fallback>
                  <p:oleObj name="Equation" r:id="rId11" imgW="1778000" imgH="2413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05" y="2319"/>
                          <a:ext cx="2772"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9" name="Object 9"/>
            <p:cNvGraphicFramePr>
              <a:graphicFrameLocks noChangeAspect="1"/>
            </p:cNvGraphicFramePr>
            <p:nvPr/>
          </p:nvGraphicFramePr>
          <p:xfrm>
            <a:off x="1841" y="2740"/>
            <a:ext cx="3114" cy="346"/>
          </p:xfrm>
          <a:graphic>
            <a:graphicData uri="http://schemas.openxmlformats.org/presentationml/2006/ole">
              <mc:AlternateContent xmlns:mc="http://schemas.openxmlformats.org/markup-compatibility/2006">
                <mc:Choice xmlns:v="urn:schemas-microsoft-com:vml" Requires="v">
                  <p:oleObj spid="_x0000_s37352" name="Equation" r:id="rId13" imgW="2108200" imgH="241300" progId="Equation.DSMT4">
                    <p:embed/>
                  </p:oleObj>
                </mc:Choice>
                <mc:Fallback>
                  <p:oleObj name="Equation" r:id="rId13" imgW="2108200" imgH="241300"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41" y="2740"/>
                          <a:ext cx="3114"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3" name="Rectangle 20"/>
          <p:cNvSpPr>
            <a:spLocks noChangeArrowheads="1"/>
          </p:cNvSpPr>
          <p:nvPr/>
        </p:nvSpPr>
        <p:spPr bwMode="auto">
          <a:xfrm>
            <a:off x="571500" y="2759075"/>
            <a:ext cx="800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由对偶性可以方便地将时域的某些特性对偶到频域</a:t>
            </a:r>
            <a:endPar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4" name="Object 10"/>
          <p:cNvGraphicFramePr>
            <a:graphicFrameLocks noChangeAspect="1"/>
          </p:cNvGraphicFramePr>
          <p:nvPr/>
        </p:nvGraphicFramePr>
        <p:xfrm>
          <a:off x="1501775" y="6143625"/>
          <a:ext cx="3570288" cy="533400"/>
        </p:xfrm>
        <a:graphic>
          <a:graphicData uri="http://schemas.openxmlformats.org/presentationml/2006/ole">
            <mc:AlternateContent xmlns:mc="http://schemas.openxmlformats.org/markup-compatibility/2006">
              <mc:Choice xmlns:v="urn:schemas-microsoft-com:vml" Requires="v">
                <p:oleObj spid="_x0000_s37353" name="Equation" r:id="rId15" imgW="1524000" imgH="241300" progId="Equation.DSMT4">
                  <p:embed/>
                </p:oleObj>
              </mc:Choice>
              <mc:Fallback>
                <p:oleObj name="Equation" r:id="rId15" imgW="1524000" imgH="2413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01775" y="6143625"/>
                        <a:ext cx="357028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linds(horizont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blinds(horizontal)">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linds(horizontal)">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27E29F6-5AE8-48C5-BF65-B9541522661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 name="Group 2"/>
          <p:cNvGrpSpPr/>
          <p:nvPr/>
        </p:nvGrpSpPr>
        <p:grpSpPr bwMode="auto">
          <a:xfrm>
            <a:off x="908050" y="1954213"/>
            <a:ext cx="4438650" cy="715962"/>
            <a:chOff x="664" y="992"/>
            <a:chExt cx="2796" cy="451"/>
          </a:xfrm>
        </p:grpSpPr>
        <p:sp>
          <p:nvSpPr>
            <p:cNvPr id="9231" name="Text Box 3"/>
            <p:cNvSpPr txBox="1">
              <a:spLocks noChangeArrowheads="1"/>
            </p:cNvSpPr>
            <p:nvPr/>
          </p:nvSpPr>
          <p:spPr bwMode="auto">
            <a:xfrm>
              <a:off x="664" y="1046"/>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由</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9222" name="Object 2"/>
            <p:cNvGraphicFramePr>
              <a:graphicFrameLocks noChangeAspect="1"/>
            </p:cNvGraphicFramePr>
            <p:nvPr/>
          </p:nvGraphicFramePr>
          <p:xfrm>
            <a:off x="979" y="992"/>
            <a:ext cx="2142" cy="451"/>
          </p:xfrm>
          <a:graphic>
            <a:graphicData uri="http://schemas.openxmlformats.org/presentationml/2006/ole">
              <mc:AlternateContent xmlns:mc="http://schemas.openxmlformats.org/markup-compatibility/2006">
                <mc:Choice xmlns:v="urn:schemas-microsoft-com:vml" Requires="v">
                  <p:oleObj spid="_x0000_s38190" name="Equation" r:id="rId1" imgW="1422400" imgH="330200" progId="Equation.DSMT4">
                    <p:embed/>
                  </p:oleObj>
                </mc:Choice>
                <mc:Fallback>
                  <p:oleObj name="Equation" r:id="rId1" imgW="1422400" imgH="330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 y="992"/>
                          <a:ext cx="2142" cy="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32" name="Text Box 5"/>
            <p:cNvSpPr txBox="1">
              <a:spLocks noChangeArrowheads="1"/>
            </p:cNvSpPr>
            <p:nvPr/>
          </p:nvSpPr>
          <p:spPr bwMode="auto">
            <a:xfrm>
              <a:off x="3120" y="1056"/>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得</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pSp>
        <p:nvGrpSpPr>
          <p:cNvPr id="3" name="Group 7"/>
          <p:cNvGrpSpPr/>
          <p:nvPr/>
        </p:nvGrpSpPr>
        <p:grpSpPr bwMode="auto">
          <a:xfrm>
            <a:off x="920750" y="3870325"/>
            <a:ext cx="4311650" cy="892175"/>
            <a:chOff x="672" y="2144"/>
            <a:chExt cx="2716" cy="562"/>
          </a:xfrm>
        </p:grpSpPr>
        <p:sp>
          <p:nvSpPr>
            <p:cNvPr id="9230" name="Text Box 8"/>
            <p:cNvSpPr txBox="1">
              <a:spLocks noChangeArrowheads="1"/>
            </p:cNvSpPr>
            <p:nvPr/>
          </p:nvSpPr>
          <p:spPr bwMode="auto">
            <a:xfrm>
              <a:off x="672" y="2256"/>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所以</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9221" name="Object 4"/>
            <p:cNvGraphicFramePr>
              <a:graphicFrameLocks noChangeAspect="1"/>
            </p:cNvGraphicFramePr>
            <p:nvPr/>
          </p:nvGraphicFramePr>
          <p:xfrm>
            <a:off x="1323" y="2144"/>
            <a:ext cx="2065" cy="562"/>
          </p:xfrm>
          <a:graphic>
            <a:graphicData uri="http://schemas.openxmlformats.org/presentationml/2006/ole">
              <mc:AlternateContent xmlns:mc="http://schemas.openxmlformats.org/markup-compatibility/2006">
                <mc:Choice xmlns:v="urn:schemas-microsoft-com:vml" Requires="v">
                  <p:oleObj spid="_x0000_s38191" name="Equation" r:id="rId3" imgW="1333500" imgH="393700" progId="Equation.DSMT4">
                    <p:embed/>
                  </p:oleObj>
                </mc:Choice>
                <mc:Fallback>
                  <p:oleObj name="Equation" r:id="rId3" imgW="1333500" imgH="3937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3" y="2144"/>
                          <a:ext cx="2065" cy="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227" name="Text Box 10"/>
          <p:cNvSpPr txBox="1">
            <a:spLocks noChangeArrowheads="1"/>
          </p:cNvSpPr>
          <p:nvPr/>
        </p:nvSpPr>
        <p:spPr bwMode="auto">
          <a:xfrm>
            <a:off x="955675" y="1231900"/>
            <a:ext cx="2317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频域微分特性</a:t>
            </a:r>
            <a:endPar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14" name="Text Box 11"/>
          <p:cNvSpPr txBox="1">
            <a:spLocks noChangeArrowheads="1"/>
          </p:cNvSpPr>
          <p:nvPr/>
        </p:nvSpPr>
        <p:spPr bwMode="auto">
          <a:xfrm>
            <a:off x="939800" y="4903788"/>
            <a:ext cx="6704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该特性也可由对偶性从时域微分特性得出</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5" name="Group 12"/>
          <p:cNvGrpSpPr/>
          <p:nvPr/>
        </p:nvGrpSpPr>
        <p:grpSpPr bwMode="auto">
          <a:xfrm>
            <a:off x="1682750" y="5715000"/>
            <a:ext cx="5889625" cy="552450"/>
            <a:chOff x="929" y="3284"/>
            <a:chExt cx="3343" cy="348"/>
          </a:xfrm>
        </p:grpSpPr>
        <p:graphicFrame>
          <p:nvGraphicFramePr>
            <p:cNvPr id="9219" name="Object 5"/>
            <p:cNvGraphicFramePr>
              <a:graphicFrameLocks noChangeAspect="1"/>
            </p:cNvGraphicFramePr>
            <p:nvPr/>
          </p:nvGraphicFramePr>
          <p:xfrm>
            <a:off x="929" y="3285"/>
            <a:ext cx="1244" cy="347"/>
          </p:xfrm>
          <a:graphic>
            <a:graphicData uri="http://schemas.openxmlformats.org/presentationml/2006/ole">
              <mc:AlternateContent xmlns:mc="http://schemas.openxmlformats.org/markup-compatibility/2006">
                <mc:Choice xmlns:v="urn:schemas-microsoft-com:vml" Requires="v">
                  <p:oleObj spid="_x0000_s38192" name="Equation" r:id="rId5" imgW="914400" imgH="203200" progId="Equation.DSMT4">
                    <p:embed/>
                  </p:oleObj>
                </mc:Choice>
                <mc:Fallback>
                  <p:oleObj name="Equation" r:id="rId5" imgW="914400" imgH="203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 y="3285"/>
                          <a:ext cx="1244"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0" name="Object 6"/>
            <p:cNvGraphicFramePr>
              <a:graphicFrameLocks noChangeAspect="1"/>
            </p:cNvGraphicFramePr>
            <p:nvPr/>
          </p:nvGraphicFramePr>
          <p:xfrm>
            <a:off x="2784" y="3284"/>
            <a:ext cx="1488" cy="323"/>
          </p:xfrm>
          <a:graphic>
            <a:graphicData uri="http://schemas.openxmlformats.org/presentationml/2006/ole">
              <mc:AlternateContent xmlns:mc="http://schemas.openxmlformats.org/markup-compatibility/2006">
                <mc:Choice xmlns:v="urn:schemas-microsoft-com:vml" Requires="v">
                  <p:oleObj spid="_x0000_s38193" name="Equation" r:id="rId7" imgW="1180465" imgH="203200" progId="Equation.DSMT4">
                    <p:embed/>
                  </p:oleObj>
                </mc:Choice>
                <mc:Fallback>
                  <p:oleObj name="Equation" r:id="rId7" imgW="1180465" imgH="2032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4" y="3284"/>
                          <a:ext cx="1488"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8" name="Object 7"/>
          <p:cNvGraphicFramePr>
            <a:graphicFrameLocks noChangeAspect="1"/>
          </p:cNvGraphicFramePr>
          <p:nvPr/>
        </p:nvGraphicFramePr>
        <p:xfrm>
          <a:off x="2419350" y="2800350"/>
          <a:ext cx="4179888" cy="893763"/>
        </p:xfrm>
        <a:graphic>
          <a:graphicData uri="http://schemas.openxmlformats.org/presentationml/2006/ole">
            <mc:AlternateContent xmlns:mc="http://schemas.openxmlformats.org/markup-compatibility/2006">
              <mc:Choice xmlns:v="urn:schemas-microsoft-com:vml" Requires="v">
                <p:oleObj spid="_x0000_s38194" name="Equation" r:id="rId9" imgW="1841500" imgH="393700" progId="Equation.DSMT4">
                  <p:embed/>
                </p:oleObj>
              </mc:Choice>
              <mc:Fallback>
                <p:oleObj name="Equation" r:id="rId9" imgW="1841500" imgH="3937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9350" y="2800350"/>
                        <a:ext cx="4179888" cy="89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3D1D3C0-93B7-403C-895E-45112156042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 name="Group 2"/>
          <p:cNvGrpSpPr/>
          <p:nvPr/>
        </p:nvGrpSpPr>
        <p:grpSpPr bwMode="auto">
          <a:xfrm>
            <a:off x="1135063" y="4487863"/>
            <a:ext cx="3806825" cy="552450"/>
            <a:chOff x="715" y="2383"/>
            <a:chExt cx="2398" cy="348"/>
          </a:xfrm>
        </p:grpSpPr>
        <p:sp>
          <p:nvSpPr>
            <p:cNvPr id="10257" name="Text Box 4"/>
            <p:cNvSpPr txBox="1">
              <a:spLocks noChangeArrowheads="1"/>
            </p:cNvSpPr>
            <p:nvPr/>
          </p:nvSpPr>
          <p:spPr bwMode="auto">
            <a:xfrm>
              <a:off x="715" y="2383"/>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由</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10246" name="Object 3"/>
            <p:cNvGraphicFramePr>
              <a:graphicFrameLocks noChangeAspect="1"/>
            </p:cNvGraphicFramePr>
            <p:nvPr/>
          </p:nvGraphicFramePr>
          <p:xfrm>
            <a:off x="1079" y="2431"/>
            <a:ext cx="1633" cy="300"/>
          </p:xfrm>
          <a:graphic>
            <a:graphicData uri="http://schemas.openxmlformats.org/presentationml/2006/ole">
              <mc:AlternateContent xmlns:mc="http://schemas.openxmlformats.org/markup-compatibility/2006">
                <mc:Choice xmlns:v="urn:schemas-microsoft-com:vml" Requires="v">
                  <p:oleObj spid="_x0000_s39214" name="Equation" r:id="rId1" imgW="1104900" imgH="203200" progId="Equation.DSMT4">
                    <p:embed/>
                  </p:oleObj>
                </mc:Choice>
                <mc:Fallback>
                  <p:oleObj name="Equation" r:id="rId1" imgW="1104900" imgH="2032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 y="2431"/>
                          <a:ext cx="1633"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8" name="Text Box 6"/>
            <p:cNvSpPr txBox="1">
              <a:spLocks noChangeArrowheads="1"/>
            </p:cNvSpPr>
            <p:nvPr/>
          </p:nvSpPr>
          <p:spPr bwMode="auto">
            <a:xfrm>
              <a:off x="2773" y="240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有</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pSp>
        <p:nvGrpSpPr>
          <p:cNvPr id="3" name="Group 7"/>
          <p:cNvGrpSpPr/>
          <p:nvPr/>
        </p:nvGrpSpPr>
        <p:grpSpPr bwMode="auto">
          <a:xfrm>
            <a:off x="1130300" y="2343150"/>
            <a:ext cx="7243763" cy="985838"/>
            <a:chOff x="712" y="1175"/>
            <a:chExt cx="4563" cy="621"/>
          </a:xfrm>
        </p:grpSpPr>
        <p:graphicFrame>
          <p:nvGraphicFramePr>
            <p:cNvPr id="10245" name="Object 4"/>
            <p:cNvGraphicFramePr>
              <a:graphicFrameLocks noChangeAspect="1"/>
            </p:cNvGraphicFramePr>
            <p:nvPr/>
          </p:nvGraphicFramePr>
          <p:xfrm>
            <a:off x="2893" y="1175"/>
            <a:ext cx="2382" cy="621"/>
          </p:xfrm>
          <a:graphic>
            <a:graphicData uri="http://schemas.openxmlformats.org/presentationml/2006/ole">
              <mc:AlternateContent xmlns:mc="http://schemas.openxmlformats.org/markup-compatibility/2006">
                <mc:Choice xmlns:v="urn:schemas-microsoft-com:vml" Requires="v">
                  <p:oleObj spid="_x0000_s39215" name="Equation" r:id="rId3" imgW="1511300" imgH="393700" progId="Equation.DSMT4">
                    <p:embed/>
                  </p:oleObj>
                </mc:Choice>
                <mc:Fallback>
                  <p:oleObj name="Equation" r:id="rId3" imgW="1511300" imgH="3937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3" y="1175"/>
                          <a:ext cx="2382" cy="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6" name="Text Box 9"/>
            <p:cNvSpPr txBox="1">
              <a:spLocks noChangeArrowheads="1"/>
            </p:cNvSpPr>
            <p:nvPr/>
          </p:nvSpPr>
          <p:spPr bwMode="auto">
            <a:xfrm>
              <a:off x="712" y="1327"/>
              <a:ext cx="22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利用时域微分特性有</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pSp>
        <p:nvGrpSpPr>
          <p:cNvPr id="10251" name="Group 10"/>
          <p:cNvGrpSpPr/>
          <p:nvPr/>
        </p:nvGrpSpPr>
        <p:grpSpPr bwMode="auto">
          <a:xfrm>
            <a:off x="1187450" y="1514475"/>
            <a:ext cx="3500438" cy="533400"/>
            <a:chOff x="962" y="792"/>
            <a:chExt cx="2205" cy="336"/>
          </a:xfrm>
        </p:grpSpPr>
        <p:graphicFrame>
          <p:nvGraphicFramePr>
            <p:cNvPr id="10244" name="Object 5"/>
            <p:cNvGraphicFramePr>
              <a:graphicFrameLocks noChangeAspect="1"/>
            </p:cNvGraphicFramePr>
            <p:nvPr/>
          </p:nvGraphicFramePr>
          <p:xfrm>
            <a:off x="1290" y="808"/>
            <a:ext cx="1877" cy="320"/>
          </p:xfrm>
          <a:graphic>
            <a:graphicData uri="http://schemas.openxmlformats.org/presentationml/2006/ole">
              <mc:AlternateContent xmlns:mc="http://schemas.openxmlformats.org/markup-compatibility/2006">
                <mc:Choice xmlns:v="urn:schemas-microsoft-com:vml" Requires="v">
                  <p:oleObj spid="_x0000_s39216" name="Equation" r:id="rId5" imgW="1180465" imgH="203200" progId="Equation.DSMT4">
                    <p:embed/>
                  </p:oleObj>
                </mc:Choice>
                <mc:Fallback>
                  <p:oleObj name="Equation" r:id="rId5" imgW="1180465" imgH="203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0" y="808"/>
                          <a:ext cx="1877"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5" name="Text Box 12"/>
            <p:cNvSpPr txBox="1">
              <a:spLocks noChangeArrowheads="1"/>
            </p:cNvSpPr>
            <p:nvPr/>
          </p:nvSpPr>
          <p:spPr bwMode="auto">
            <a:xfrm>
              <a:off x="962" y="792"/>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对</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pSp>
        <p:nvGrpSpPr>
          <p:cNvPr id="6" name="Group 13"/>
          <p:cNvGrpSpPr/>
          <p:nvPr/>
        </p:nvGrpSpPr>
        <p:grpSpPr bwMode="auto">
          <a:xfrm>
            <a:off x="1139825" y="3397250"/>
            <a:ext cx="7431088" cy="1050925"/>
            <a:chOff x="718" y="1734"/>
            <a:chExt cx="4681" cy="662"/>
          </a:xfrm>
        </p:grpSpPr>
        <p:graphicFrame>
          <p:nvGraphicFramePr>
            <p:cNvPr id="10243" name="Object 6"/>
            <p:cNvGraphicFramePr>
              <a:graphicFrameLocks noChangeAspect="1"/>
            </p:cNvGraphicFramePr>
            <p:nvPr/>
          </p:nvGraphicFramePr>
          <p:xfrm>
            <a:off x="1953" y="1734"/>
            <a:ext cx="3446" cy="662"/>
          </p:xfrm>
          <a:graphic>
            <a:graphicData uri="http://schemas.openxmlformats.org/presentationml/2006/ole">
              <mc:AlternateContent xmlns:mc="http://schemas.openxmlformats.org/markup-compatibility/2006">
                <mc:Choice xmlns:v="urn:schemas-microsoft-com:vml" Requires="v">
                  <p:oleObj spid="_x0000_s39217" name="Equation" r:id="rId7" imgW="1981200" imgH="419100" progId="Equation.DSMT4">
                    <p:embed/>
                  </p:oleObj>
                </mc:Choice>
                <mc:Fallback>
                  <p:oleObj name="Equation" r:id="rId7" imgW="1981200" imgH="4191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3" y="1734"/>
                          <a:ext cx="3446" cy="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4" name="Text Box 15"/>
            <p:cNvSpPr txBox="1">
              <a:spLocks noChangeArrowheads="1"/>
            </p:cNvSpPr>
            <p:nvPr/>
          </p:nvSpPr>
          <p:spPr bwMode="auto">
            <a:xfrm>
              <a:off x="718" y="1863"/>
              <a:ext cx="13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再次对偶得</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aphicFrame>
        <p:nvGraphicFramePr>
          <p:cNvPr id="20" name="Object 7"/>
          <p:cNvGraphicFramePr>
            <a:graphicFrameLocks noChangeAspect="1"/>
          </p:cNvGraphicFramePr>
          <p:nvPr/>
        </p:nvGraphicFramePr>
        <p:xfrm>
          <a:off x="3247429" y="5221288"/>
          <a:ext cx="3052763" cy="903287"/>
        </p:xfrm>
        <a:graphic>
          <a:graphicData uri="http://schemas.openxmlformats.org/presentationml/2006/ole">
            <mc:AlternateContent xmlns:mc="http://schemas.openxmlformats.org/markup-compatibility/2006">
              <mc:Choice xmlns:v="urn:schemas-microsoft-com:vml" Requires="v">
                <p:oleObj spid="_x0000_s39218" name="Equation" r:id="rId9" imgW="1333500" imgH="393700" progId="Equation.DSMT4">
                  <p:embed/>
                </p:oleObj>
              </mc:Choice>
              <mc:Fallback>
                <p:oleObj name="Equation" r:id="rId9" imgW="1333500" imgH="3937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47429" y="5221288"/>
                        <a:ext cx="3052763" cy="9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文本框 4"/>
          <p:cNvSpPr txBox="1"/>
          <p:nvPr/>
        </p:nvSpPr>
        <p:spPr>
          <a:xfrm>
            <a:off x="4114800" y="2971800"/>
            <a:ext cx="65" cy="276999"/>
          </a:xfrm>
          <a:prstGeom prst="rect">
            <a:avLst/>
          </a:prstGeom>
          <a:noFill/>
        </p:spPr>
        <p:txBody>
          <a:bodyPr wrap="none" lIns="0" tIns="0" rIns="0" bIns="0" rtlCol="0">
            <a:spAutoFit/>
          </a:bodyPr>
          <a:lstStyle/>
          <a:p>
            <a:endParaRPr lang="zh-CN" altLang="en-US" dirty="0"/>
          </a:p>
        </p:txBody>
      </p:sp>
      <mc:AlternateContent xmlns:mc="http://schemas.openxmlformats.org/markup-compatibility/2006">
        <mc:Choice xmlns:a14="http://schemas.microsoft.com/office/drawing/2010/main" Requires="a14">
          <p:sp>
            <p:nvSpPr>
              <p:cNvPr id="7" name="矩形 6"/>
              <p:cNvSpPr/>
              <p:nvPr/>
            </p:nvSpPr>
            <p:spPr>
              <a:xfrm>
                <a:off x="4711700" y="1518970"/>
                <a:ext cx="4432300" cy="613886"/>
              </a:xfrm>
              <a:prstGeom prst="rect">
                <a:avLst/>
              </a:prstGeom>
            </p:spPr>
            <p:txBody>
              <a:bodyPr wrap="square">
                <a:spAutoFit/>
              </a:bodyPr>
              <a:lstStyle/>
              <a:p>
                <a:r>
                  <a:rPr lang="en-US" altLang="zh-CN" sz="2400" dirty="0" smtClean="0"/>
                  <a:t>,X(</a:t>
                </a:r>
                <a:r>
                  <a:rPr lang="en-US" altLang="zh-CN" sz="2400" dirty="0" err="1" smtClean="0"/>
                  <a:t>jt</a:t>
                </a:r>
                <a:r>
                  <a:rPr lang="en-US" altLang="zh-CN" sz="2400" dirty="0" smtClean="0"/>
                  <a:t>)=</a:t>
                </a:r>
                <a14:m>
                  <m:oMath xmlns:m="http://schemas.openxmlformats.org/officeDocument/2006/math">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2</m:t>
                        </m:r>
                        <m:r>
                          <a:rPr lang="zh-CN" altLang="en-US" sz="2400" b="0" i="1" smtClean="0">
                            <a:latin typeface="Cambria Math" panose="02040503050406030204" pitchFamily="18" charset="0"/>
                          </a:rPr>
                          <m:t>𝜋</m:t>
                        </m:r>
                      </m:den>
                    </m:f>
                    <m:nary>
                      <m:naryPr>
                        <m:ctrlPr>
                          <a:rPr lang="en-US" altLang="zh-CN" sz="240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m:t>
                        </m:r>
                        <m:r>
                          <a:rPr lang="en-US" altLang="zh-CN" sz="2400" i="1" smtClean="0">
                            <a:latin typeface="Cambria Math" panose="02040503050406030204" pitchFamily="18" charset="0"/>
                            <a:ea typeface="Cambria Math" panose="02040503050406030204" pitchFamily="18" charset="0"/>
                          </a:rPr>
                          <m:t>∞</m:t>
                        </m:r>
                      </m:sub>
                      <m:sup>
                        <m:r>
                          <a:rPr lang="en-US" altLang="zh-CN" sz="2400" i="1" smtClean="0">
                            <a:latin typeface="Cambria Math" panose="02040503050406030204" pitchFamily="18" charset="0"/>
                            <a:ea typeface="Cambria Math" panose="02040503050406030204" pitchFamily="18" charset="0"/>
                          </a:rPr>
                          <m:t>∞</m:t>
                        </m:r>
                      </m:sup>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zh-CN" altLang="en-US" sz="2400" b="0" i="1" smtClean="0">
                            <a:latin typeface="Cambria Math" panose="02040503050406030204" pitchFamily="18" charset="0"/>
                          </a:rPr>
                          <m:t>𝜋</m:t>
                        </m:r>
                        <m:r>
                          <a:rPr lang="en-US" altLang="zh-CN" sz="2400" b="0" i="1" smtClean="0">
                            <a:latin typeface="Cambria Math" panose="02040503050406030204" pitchFamily="18" charset="0"/>
                          </a:rPr>
                          <m:t>𝑥</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𝜔</m:t>
                            </m:r>
                          </m:e>
                        </m:d>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𝑖</m:t>
                            </m:r>
                            <m:r>
                              <a:rPr lang="el-GR" altLang="zh-CN" sz="2400" b="0" i="1" smtClean="0">
                                <a:latin typeface="Cambria Math" panose="02040503050406030204" pitchFamily="18" charset="0"/>
                              </a:rPr>
                              <m:t>𝜔</m:t>
                            </m:r>
                            <m:r>
                              <a:rPr lang="en-US" altLang="zh-CN" sz="2400" b="0" i="1" smtClean="0">
                                <a:latin typeface="Cambria Math" panose="02040503050406030204" pitchFamily="18" charset="0"/>
                              </a:rPr>
                              <m:t>𝑡</m:t>
                            </m:r>
                          </m:sup>
                        </m:sSup>
                        <m:r>
                          <a:rPr lang="en-US" altLang="zh-CN" sz="2400" b="0" i="1" smtClean="0">
                            <a:latin typeface="Cambria Math" panose="02040503050406030204" pitchFamily="18" charset="0"/>
                          </a:rPr>
                          <m:t>𝑑</m:t>
                        </m:r>
                        <m:r>
                          <a:rPr lang="zh-CN" altLang="en-US" sz="2400" b="0" i="1" smtClean="0">
                            <a:latin typeface="Cambria Math" panose="02040503050406030204" pitchFamily="18" charset="0"/>
                          </a:rPr>
                          <m:t>𝜔</m:t>
                        </m:r>
                      </m:e>
                    </m:nary>
                  </m:oMath>
                </a14:m>
                <a:endParaRPr lang="zh-CN" altLang="en-US" sz="2400" dirty="0"/>
              </a:p>
            </p:txBody>
          </p:sp>
        </mc:Choice>
        <mc:Fallback>
          <p:sp>
            <p:nvSpPr>
              <p:cNvPr id="7" name="矩形 6"/>
              <p:cNvSpPr>
                <a:spLocks noRot="1" noChangeAspect="1" noMove="1" noResize="1" noEditPoints="1" noAdjustHandles="1" noChangeArrowheads="1" noChangeShapeType="1" noTextEdit="1"/>
              </p:cNvSpPr>
              <p:nvPr/>
            </p:nvSpPr>
            <p:spPr>
              <a:xfrm>
                <a:off x="4711700" y="1518970"/>
                <a:ext cx="4432300" cy="613886"/>
              </a:xfrm>
              <a:prstGeom prst="rect">
                <a:avLst/>
              </a:prstGeom>
              <a:blipFill rotWithShape="1">
                <a:blip r:embed="rId11"/>
                <a:stretch>
                  <a:fillRect t="-8" b="8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2"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E06B935-7301-4BBF-924A-312D848B1D8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274" name="Text Box 3"/>
          <p:cNvSpPr txBox="1">
            <a:spLocks noChangeArrowheads="1"/>
          </p:cNvSpPr>
          <p:nvPr/>
        </p:nvSpPr>
        <p:spPr bwMode="auto">
          <a:xfrm>
            <a:off x="887413" y="1233488"/>
            <a:ext cx="6613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由时域积分特性，可对偶出频域积分特性</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2" name="Group 4"/>
          <p:cNvGrpSpPr/>
          <p:nvPr/>
        </p:nvGrpSpPr>
        <p:grpSpPr bwMode="auto">
          <a:xfrm>
            <a:off x="1296988" y="1933575"/>
            <a:ext cx="5611812" cy="466725"/>
            <a:chOff x="817" y="1032"/>
            <a:chExt cx="3535" cy="294"/>
          </a:xfrm>
        </p:grpSpPr>
        <p:graphicFrame>
          <p:nvGraphicFramePr>
            <p:cNvPr id="11270" name="Object 2"/>
            <p:cNvGraphicFramePr>
              <a:graphicFrameLocks noChangeAspect="1"/>
            </p:cNvGraphicFramePr>
            <p:nvPr/>
          </p:nvGraphicFramePr>
          <p:xfrm>
            <a:off x="817" y="1038"/>
            <a:ext cx="1299" cy="288"/>
          </p:xfrm>
          <a:graphic>
            <a:graphicData uri="http://schemas.openxmlformats.org/presentationml/2006/ole">
              <mc:AlternateContent xmlns:mc="http://schemas.openxmlformats.org/markup-compatibility/2006">
                <mc:Choice xmlns:v="urn:schemas-microsoft-com:vml" Requires="v">
                  <p:oleObj spid="_x0000_s40298" name="Equation" r:id="rId1" imgW="914400" imgH="203200" progId="Equation.DSMT4">
                    <p:embed/>
                  </p:oleObj>
                </mc:Choice>
                <mc:Fallback>
                  <p:oleObj name="Equation" r:id="rId1" imgW="914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 y="1038"/>
                          <a:ext cx="12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1" name="Object 3"/>
            <p:cNvGraphicFramePr>
              <a:graphicFrameLocks noChangeAspect="1"/>
            </p:cNvGraphicFramePr>
            <p:nvPr/>
          </p:nvGraphicFramePr>
          <p:xfrm>
            <a:off x="2647" y="1032"/>
            <a:ext cx="1705" cy="293"/>
          </p:xfrm>
          <a:graphic>
            <a:graphicData uri="http://schemas.openxmlformats.org/presentationml/2006/ole">
              <mc:AlternateContent xmlns:mc="http://schemas.openxmlformats.org/markup-compatibility/2006">
                <mc:Choice xmlns:v="urn:schemas-microsoft-com:vml" Requires="v">
                  <p:oleObj spid="_x0000_s40299" name="Equation" r:id="rId3" imgW="1180465" imgH="203200" progId="Equation.DSMT4">
                    <p:embed/>
                  </p:oleObj>
                </mc:Choice>
                <mc:Fallback>
                  <p:oleObj name="Equation" r:id="rId3" imgW="1180465"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7" y="1032"/>
                          <a:ext cx="1705"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0" name="Object 4"/>
          <p:cNvGraphicFramePr>
            <a:graphicFrameLocks noChangeAspect="1"/>
          </p:cNvGraphicFramePr>
          <p:nvPr/>
        </p:nvGraphicFramePr>
        <p:xfrm>
          <a:off x="1846263" y="3043238"/>
          <a:ext cx="5845175" cy="896937"/>
        </p:xfrm>
        <a:graphic>
          <a:graphicData uri="http://schemas.openxmlformats.org/presentationml/2006/ole">
            <mc:AlternateContent xmlns:mc="http://schemas.openxmlformats.org/markup-compatibility/2006">
              <mc:Choice xmlns:v="urn:schemas-microsoft-com:vml" Requires="v">
                <p:oleObj spid="_x0000_s40300" name="Equation" r:id="rId5" imgW="2616200" imgH="419100" progId="Equation.DSMT4">
                  <p:embed/>
                </p:oleObj>
              </mc:Choice>
              <mc:Fallback>
                <p:oleObj name="Equation" r:id="rId5" imgW="2616200" imgH="4191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6263" y="3043238"/>
                        <a:ext cx="5845175" cy="89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8"/>
          <p:cNvSpPr>
            <a:spLocks noChangeArrowheads="1"/>
          </p:cNvSpPr>
          <p:nvPr/>
        </p:nvSpPr>
        <p:spPr bwMode="auto">
          <a:xfrm>
            <a:off x="895350" y="2505075"/>
            <a:ext cx="320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利用时域积分特性</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3" name="Group 9"/>
          <p:cNvGrpSpPr/>
          <p:nvPr/>
        </p:nvGrpSpPr>
        <p:grpSpPr bwMode="auto">
          <a:xfrm>
            <a:off x="860425" y="3924300"/>
            <a:ext cx="7813675" cy="947738"/>
            <a:chOff x="542" y="2286"/>
            <a:chExt cx="4922" cy="597"/>
          </a:xfrm>
        </p:grpSpPr>
        <p:graphicFrame>
          <p:nvGraphicFramePr>
            <p:cNvPr id="11269" name="Object 5"/>
            <p:cNvGraphicFramePr>
              <a:graphicFrameLocks noChangeAspect="1"/>
            </p:cNvGraphicFramePr>
            <p:nvPr/>
          </p:nvGraphicFramePr>
          <p:xfrm>
            <a:off x="1598" y="2286"/>
            <a:ext cx="3866" cy="597"/>
          </p:xfrm>
          <a:graphic>
            <a:graphicData uri="http://schemas.openxmlformats.org/presentationml/2006/ole">
              <mc:AlternateContent xmlns:mc="http://schemas.openxmlformats.org/markup-compatibility/2006">
                <mc:Choice xmlns:v="urn:schemas-microsoft-com:vml" Requires="v">
                  <p:oleObj spid="_x0000_s40301" name="Equation" r:id="rId7" imgW="2578100" imgH="419100" progId="Equation.DSMT4">
                    <p:embed/>
                  </p:oleObj>
                </mc:Choice>
                <mc:Fallback>
                  <p:oleObj name="Equation" r:id="rId7" imgW="2578100" imgH="4191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98" y="2286"/>
                          <a:ext cx="3866" cy="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2" name="Rectangle 11"/>
            <p:cNvSpPr>
              <a:spLocks noChangeArrowheads="1"/>
            </p:cNvSpPr>
            <p:nvPr/>
          </p:nvSpPr>
          <p:spPr bwMode="auto">
            <a:xfrm>
              <a:off x="542" y="2382"/>
              <a:ext cx="10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再次对偶</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pSp>
        <p:nvGrpSpPr>
          <p:cNvPr id="5" name="Group 12"/>
          <p:cNvGrpSpPr/>
          <p:nvPr/>
        </p:nvGrpSpPr>
        <p:grpSpPr bwMode="auto">
          <a:xfrm>
            <a:off x="857250" y="4946650"/>
            <a:ext cx="3663950" cy="519113"/>
            <a:chOff x="734" y="2930"/>
            <a:chExt cx="2308" cy="327"/>
          </a:xfrm>
        </p:grpSpPr>
        <p:graphicFrame>
          <p:nvGraphicFramePr>
            <p:cNvPr id="11268" name="Object 7"/>
            <p:cNvGraphicFramePr>
              <a:graphicFrameLocks noChangeAspect="1"/>
            </p:cNvGraphicFramePr>
            <p:nvPr/>
          </p:nvGraphicFramePr>
          <p:xfrm>
            <a:off x="1070" y="2945"/>
            <a:ext cx="1633" cy="300"/>
          </p:xfrm>
          <a:graphic>
            <a:graphicData uri="http://schemas.openxmlformats.org/presentationml/2006/ole">
              <mc:AlternateContent xmlns:mc="http://schemas.openxmlformats.org/markup-compatibility/2006">
                <mc:Choice xmlns:v="urn:schemas-microsoft-com:vml" Requires="v">
                  <p:oleObj spid="_x0000_s40302" name="Equation" r:id="rId9" imgW="1104900" imgH="203200" progId="Equation.DSMT4">
                    <p:embed/>
                  </p:oleObj>
                </mc:Choice>
                <mc:Fallback>
                  <p:oleObj name="Equation" r:id="rId9" imgW="1104900" imgH="2032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0" y="2945"/>
                          <a:ext cx="1633"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0" name="Text Box 15"/>
            <p:cNvSpPr txBox="1">
              <a:spLocks noChangeArrowheads="1"/>
            </p:cNvSpPr>
            <p:nvPr/>
          </p:nvSpPr>
          <p:spPr bwMode="auto">
            <a:xfrm>
              <a:off x="734" y="293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由</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11281" name="Text Box 16"/>
            <p:cNvSpPr txBox="1">
              <a:spLocks noChangeArrowheads="1"/>
            </p:cNvSpPr>
            <p:nvPr/>
          </p:nvSpPr>
          <p:spPr bwMode="auto">
            <a:xfrm>
              <a:off x="2702" y="293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有</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sp>
        <p:nvSpPr>
          <p:cNvPr id="20" name="Rectangle 17"/>
          <p:cNvSpPr>
            <a:spLocks noChangeArrowheads="1"/>
          </p:cNvSpPr>
          <p:nvPr/>
        </p:nvSpPr>
        <p:spPr bwMode="auto">
          <a:xfrm>
            <a:off x="6173788" y="5811838"/>
            <a:ext cx="2327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频域积分特性</a:t>
            </a:r>
            <a:endPar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1" name="Object 8"/>
          <p:cNvGraphicFramePr>
            <a:graphicFrameLocks noChangeAspect="1"/>
          </p:cNvGraphicFramePr>
          <p:nvPr/>
        </p:nvGraphicFramePr>
        <p:xfrm>
          <a:off x="1042988" y="5629275"/>
          <a:ext cx="5105400" cy="942975"/>
        </p:xfrm>
        <a:graphic>
          <a:graphicData uri="http://schemas.openxmlformats.org/presentationml/2006/ole">
            <mc:AlternateContent xmlns:mc="http://schemas.openxmlformats.org/markup-compatibility/2006">
              <mc:Choice xmlns:v="urn:schemas-microsoft-com:vml" Requires="v">
                <p:oleObj spid="_x0000_s40303" name="Equation" r:id="rId11" imgW="2019300" imgH="419100" progId="Equation.DSMT4">
                  <p:embed/>
                </p:oleObj>
              </mc:Choice>
              <mc:Fallback>
                <p:oleObj name="Equation" r:id="rId11" imgW="2019300" imgH="4191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2988" y="5629275"/>
                        <a:ext cx="510540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linds(horizont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linds(horizontal)">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标题 1"/>
          <p:cNvSpPr>
            <a:spLocks noGrp="1"/>
          </p:cNvSpPr>
          <p:nvPr>
            <p:ph type="title"/>
          </p:nvPr>
        </p:nvSpPr>
        <p:spPr/>
        <p:txBody>
          <a:bodyPr/>
          <a:lstStyle/>
          <a:p>
            <a:r>
              <a:rPr lang="en-US" altLang="zh-CN"/>
              <a:t>4.3 </a:t>
            </a:r>
            <a:r>
              <a:rPr lang="zh-CN" altLang="en-US"/>
              <a:t>连续时间傅里叶变换的性质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09A3C2A-B8E1-4B92-8411-B172D9551614}"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298" name="Text Box 2"/>
          <p:cNvSpPr txBox="1">
            <a:spLocks noChangeArrowheads="1"/>
          </p:cNvSpPr>
          <p:nvPr/>
        </p:nvSpPr>
        <p:spPr bwMode="auto">
          <a:xfrm>
            <a:off x="714375" y="1247775"/>
            <a:ext cx="25763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7. Parseval</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定理</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12299" name="Group 3"/>
          <p:cNvGrpSpPr/>
          <p:nvPr/>
        </p:nvGrpSpPr>
        <p:grpSpPr bwMode="auto">
          <a:xfrm>
            <a:off x="946150" y="1928813"/>
            <a:ext cx="3054350" cy="519112"/>
            <a:chOff x="794" y="1050"/>
            <a:chExt cx="1924" cy="327"/>
          </a:xfrm>
        </p:grpSpPr>
        <p:sp>
          <p:nvSpPr>
            <p:cNvPr id="12301" name="Text Box 4"/>
            <p:cNvSpPr txBox="1">
              <a:spLocks noChangeArrowheads="1"/>
            </p:cNvSpPr>
            <p:nvPr/>
          </p:nvSpPr>
          <p:spPr bwMode="auto">
            <a:xfrm>
              <a:off x="794" y="105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若</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12295" name="Object 2"/>
            <p:cNvGraphicFramePr>
              <a:graphicFrameLocks noChangeAspect="1"/>
            </p:cNvGraphicFramePr>
            <p:nvPr/>
          </p:nvGraphicFramePr>
          <p:xfrm>
            <a:off x="1116" y="1073"/>
            <a:ext cx="1299" cy="288"/>
          </p:xfrm>
          <a:graphic>
            <a:graphicData uri="http://schemas.openxmlformats.org/presentationml/2006/ole">
              <mc:AlternateContent xmlns:mc="http://schemas.openxmlformats.org/markup-compatibility/2006">
                <mc:Choice xmlns:v="urn:schemas-microsoft-com:vml" Requires="v">
                  <p:oleObj spid="_x0000_s41328" name="Equation" r:id="rId1" imgW="914400" imgH="203200" progId="Equation.DSMT4">
                    <p:embed/>
                  </p:oleObj>
                </mc:Choice>
                <mc:Fallback>
                  <p:oleObj name="Equation" r:id="rId1" imgW="914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 y="1073"/>
                          <a:ext cx="12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02" name="Text Box 6"/>
            <p:cNvSpPr txBox="1">
              <a:spLocks noChangeArrowheads="1"/>
            </p:cNvSpPr>
            <p:nvPr/>
          </p:nvSpPr>
          <p:spPr bwMode="auto">
            <a:xfrm>
              <a:off x="2378" y="105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则</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graphicFrame>
        <p:nvGraphicFramePr>
          <p:cNvPr id="12290" name="Object 5"/>
          <p:cNvGraphicFramePr>
            <a:graphicFrameLocks noChangeAspect="1"/>
          </p:cNvGraphicFramePr>
          <p:nvPr/>
        </p:nvGraphicFramePr>
        <p:xfrm>
          <a:off x="1922463" y="2428875"/>
          <a:ext cx="4792662" cy="944563"/>
        </p:xfrm>
        <a:graphic>
          <a:graphicData uri="http://schemas.openxmlformats.org/presentationml/2006/ole">
            <mc:AlternateContent xmlns:mc="http://schemas.openxmlformats.org/markup-compatibility/2006">
              <mc:Choice xmlns:v="urn:schemas-microsoft-com:vml" Requires="v">
                <p:oleObj spid="_x0000_s41329" name="Equation" r:id="rId3" imgW="1993900" imgH="393700" progId="Equation.DSMT4">
                  <p:embed/>
                </p:oleObj>
              </mc:Choice>
              <mc:Fallback>
                <p:oleObj name="Equation" r:id="rId3" imgW="1993900" imgH="3937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2463" y="2428875"/>
                        <a:ext cx="4792662" cy="944563"/>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sp>
        <p:nvSpPr>
          <p:cNvPr id="15" name="Rectangle 13"/>
          <p:cNvSpPr>
            <a:spLocks noChangeArrowheads="1"/>
          </p:cNvSpPr>
          <p:nvPr/>
        </p:nvSpPr>
        <p:spPr bwMode="auto">
          <a:xfrm>
            <a:off x="458788" y="3624263"/>
            <a:ext cx="1255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证明：</a:t>
            </a:r>
            <a:endParaRPr kumimoji="1"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66566" name="Object 6"/>
          <p:cNvGraphicFramePr>
            <a:graphicFrameLocks noChangeAspect="1"/>
          </p:cNvGraphicFramePr>
          <p:nvPr/>
        </p:nvGraphicFramePr>
        <p:xfrm>
          <a:off x="1643063" y="3429000"/>
          <a:ext cx="2778125" cy="944563"/>
        </p:xfrm>
        <a:graphic>
          <a:graphicData uri="http://schemas.openxmlformats.org/presentationml/2006/ole">
            <mc:AlternateContent xmlns:mc="http://schemas.openxmlformats.org/markup-compatibility/2006">
              <mc:Choice xmlns:v="urn:schemas-microsoft-com:vml" Requires="v">
                <p:oleObj spid="_x0000_s41330" name="Equation" r:id="rId5" imgW="1155700" imgH="393700" progId="Equation.DSMT4">
                  <p:embed/>
                </p:oleObj>
              </mc:Choice>
              <mc:Fallback>
                <p:oleObj name="Equation" r:id="rId5" imgW="1155700" imgH="3937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3063" y="3429000"/>
                        <a:ext cx="2778125"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7" name="Object 7"/>
          <p:cNvGraphicFramePr>
            <a:graphicFrameLocks noChangeAspect="1"/>
          </p:cNvGraphicFramePr>
          <p:nvPr/>
        </p:nvGraphicFramePr>
        <p:xfrm>
          <a:off x="4532313" y="3429000"/>
          <a:ext cx="3968750" cy="944563"/>
        </p:xfrm>
        <a:graphic>
          <a:graphicData uri="http://schemas.openxmlformats.org/presentationml/2006/ole">
            <mc:AlternateContent xmlns:mc="http://schemas.openxmlformats.org/markup-compatibility/2006">
              <mc:Choice xmlns:v="urn:schemas-microsoft-com:vml" Requires="v">
                <p:oleObj spid="_x0000_s41331" name="Equation" r:id="rId7" imgW="1651000" imgH="393700" progId="Equation.DSMT4">
                  <p:embed/>
                </p:oleObj>
              </mc:Choice>
              <mc:Fallback>
                <p:oleObj name="Equation" r:id="rId7" imgW="1651000" imgH="3937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2313" y="3429000"/>
                        <a:ext cx="3968750"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8" name="Object 8"/>
          <p:cNvGraphicFramePr>
            <a:graphicFrameLocks noChangeAspect="1"/>
          </p:cNvGraphicFramePr>
          <p:nvPr/>
        </p:nvGraphicFramePr>
        <p:xfrm>
          <a:off x="1357313" y="4500563"/>
          <a:ext cx="4762500" cy="944562"/>
        </p:xfrm>
        <a:graphic>
          <a:graphicData uri="http://schemas.openxmlformats.org/presentationml/2006/ole">
            <mc:AlternateContent xmlns:mc="http://schemas.openxmlformats.org/markup-compatibility/2006">
              <mc:Choice xmlns:v="urn:schemas-microsoft-com:vml" Requires="v">
                <p:oleObj spid="_x0000_s41332" name="Equation" r:id="rId9" imgW="1981200" imgH="393700" progId="Equation.DSMT4">
                  <p:embed/>
                </p:oleObj>
              </mc:Choice>
              <mc:Fallback>
                <p:oleObj name="Equation" r:id="rId9" imgW="1981200" imgH="3937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57313" y="4500563"/>
                        <a:ext cx="4762500"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69" name="Object 9"/>
          <p:cNvGraphicFramePr>
            <a:graphicFrameLocks noChangeAspect="1"/>
          </p:cNvGraphicFramePr>
          <p:nvPr/>
        </p:nvGraphicFramePr>
        <p:xfrm>
          <a:off x="1370013" y="5500688"/>
          <a:ext cx="5037137" cy="944562"/>
        </p:xfrm>
        <a:graphic>
          <a:graphicData uri="http://schemas.openxmlformats.org/presentationml/2006/ole">
            <mc:AlternateContent xmlns:mc="http://schemas.openxmlformats.org/markup-compatibility/2006">
              <mc:Choice xmlns:v="urn:schemas-microsoft-com:vml" Requires="v">
                <p:oleObj spid="_x0000_s41333" name="Equation" r:id="rId11" imgW="2095500" imgH="393700" progId="Equation.DSMT4">
                  <p:embed/>
                </p:oleObj>
              </mc:Choice>
              <mc:Fallback>
                <p:oleObj name="Equation" r:id="rId11" imgW="2095500" imgH="3937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0013" y="5500688"/>
                        <a:ext cx="5037137"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6566"/>
                                        </p:tgtEl>
                                        <p:attrNameLst>
                                          <p:attrName>style.visibility</p:attrName>
                                        </p:attrNameLst>
                                      </p:cBhvr>
                                      <p:to>
                                        <p:strVal val="visible"/>
                                      </p:to>
                                    </p:set>
                                    <p:animEffect transition="in" filter="blinds(horizontal)">
                                      <p:cBhvr>
                                        <p:cTn id="12" dur="500"/>
                                        <p:tgtEl>
                                          <p:spTgt spid="6656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6567"/>
                                        </p:tgtEl>
                                        <p:attrNameLst>
                                          <p:attrName>style.visibility</p:attrName>
                                        </p:attrNameLst>
                                      </p:cBhvr>
                                      <p:to>
                                        <p:strVal val="visible"/>
                                      </p:to>
                                    </p:set>
                                    <p:animEffect transition="in" filter="blinds(horizontal)">
                                      <p:cBhvr>
                                        <p:cTn id="17" dur="500"/>
                                        <p:tgtEl>
                                          <p:spTgt spid="6656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6568"/>
                                        </p:tgtEl>
                                        <p:attrNameLst>
                                          <p:attrName>style.visibility</p:attrName>
                                        </p:attrNameLst>
                                      </p:cBhvr>
                                      <p:to>
                                        <p:strVal val="visible"/>
                                      </p:to>
                                    </p:set>
                                    <p:animEffect transition="in" filter="blinds(horizontal)">
                                      <p:cBhvr>
                                        <p:cTn id="22" dur="500"/>
                                        <p:tgtEl>
                                          <p:spTgt spid="6656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6569"/>
                                        </p:tgtEl>
                                        <p:attrNameLst>
                                          <p:attrName>style.visibility</p:attrName>
                                        </p:attrNameLst>
                                      </p:cBhvr>
                                      <p:to>
                                        <p:strVal val="visible"/>
                                      </p:to>
                                    </p:set>
                                    <p:animEffect transition="in" filter="blinds(horizontal)">
                                      <p:cBhvr>
                                        <p:cTn id="27" dur="500"/>
                                        <p:tgtEl>
                                          <p:spTgt spid="66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标题 1"/>
          <p:cNvSpPr>
            <a:spLocks noGrp="1"/>
          </p:cNvSpPr>
          <p:nvPr>
            <p:ph type="title"/>
          </p:nvPr>
        </p:nvSpPr>
        <p:spPr/>
        <p:txBody>
          <a:bodyPr/>
          <a:lstStyle/>
          <a:p>
            <a:r>
              <a:rPr lang="en-US" altLang="zh-CN" dirty="0"/>
              <a:t>4.3 </a:t>
            </a:r>
            <a:r>
              <a:rPr lang="zh-CN" altLang="en-US" dirty="0"/>
              <a:t>连续时间傅里叶变换的性质</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5B7271B-E95E-41AC-AED5-0267ECD5B1A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 name="Group 8"/>
          <p:cNvGrpSpPr/>
          <p:nvPr/>
        </p:nvGrpSpPr>
        <p:grpSpPr bwMode="auto">
          <a:xfrm>
            <a:off x="714375" y="4214813"/>
            <a:ext cx="7772400" cy="2016125"/>
            <a:chOff x="528" y="2250"/>
            <a:chExt cx="4896" cy="1270"/>
          </a:xfrm>
        </p:grpSpPr>
        <p:sp>
          <p:nvSpPr>
            <p:cNvPr id="13322" name="Text Box 9"/>
            <p:cNvSpPr txBox="1">
              <a:spLocks noChangeArrowheads="1"/>
            </p:cNvSpPr>
            <p:nvPr/>
          </p:nvSpPr>
          <p:spPr bwMode="auto">
            <a:xfrm>
              <a:off x="528" y="2250"/>
              <a:ext cx="4896" cy="1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这表明：信号的能量既可以在时域求得，也可以在频域求得。由于              表示了信号能量在频域的分布，因而称其为“</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能量谱密度</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”函数。</a:t>
              </a:r>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13318" name="Object 2"/>
            <p:cNvGraphicFramePr>
              <a:graphicFrameLocks noChangeAspect="1"/>
            </p:cNvGraphicFramePr>
            <p:nvPr/>
          </p:nvGraphicFramePr>
          <p:xfrm>
            <a:off x="2426" y="2730"/>
            <a:ext cx="754" cy="376"/>
          </p:xfrm>
          <a:graphic>
            <a:graphicData uri="http://schemas.openxmlformats.org/presentationml/2006/ole">
              <mc:AlternateContent xmlns:mc="http://schemas.openxmlformats.org/markup-compatibility/2006">
                <mc:Choice xmlns:v="urn:schemas-microsoft-com:vml" Requires="v">
                  <p:oleObj spid="_x0000_s42296" name="Equation" r:id="rId1" imgW="558800" imgH="279400" progId="Equation.DSMT4">
                    <p:embed/>
                  </p:oleObj>
                </mc:Choice>
                <mc:Fallback>
                  <p:oleObj name="Equation" r:id="rId1" imgW="558800" imgH="2794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6" y="2730"/>
                          <a:ext cx="754"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3314" name="Object 3"/>
          <p:cNvGraphicFramePr>
            <a:graphicFrameLocks noChangeAspect="1"/>
          </p:cNvGraphicFramePr>
          <p:nvPr/>
        </p:nvGraphicFramePr>
        <p:xfrm>
          <a:off x="3455988" y="1312863"/>
          <a:ext cx="5045075" cy="946150"/>
        </p:xfrm>
        <a:graphic>
          <a:graphicData uri="http://schemas.openxmlformats.org/presentationml/2006/ole">
            <mc:AlternateContent xmlns:mc="http://schemas.openxmlformats.org/markup-compatibility/2006">
              <mc:Choice xmlns:v="urn:schemas-microsoft-com:vml" Requires="v">
                <p:oleObj spid="_x0000_s42297" name="Equation" r:id="rId3" imgW="2095500" imgH="393700" progId="Equation.DSMT4">
                  <p:embed/>
                </p:oleObj>
              </mc:Choice>
              <mc:Fallback>
                <p:oleObj name="Equation" r:id="rId3" imgW="2095500" imgH="393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5988" y="1312863"/>
                        <a:ext cx="50450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5" name="Object 4"/>
          <p:cNvGraphicFramePr>
            <a:graphicFrameLocks noChangeAspect="1"/>
          </p:cNvGraphicFramePr>
          <p:nvPr/>
        </p:nvGraphicFramePr>
        <p:xfrm>
          <a:off x="609600" y="1314450"/>
          <a:ext cx="2774950" cy="942975"/>
        </p:xfrm>
        <a:graphic>
          <a:graphicData uri="http://schemas.openxmlformats.org/presentationml/2006/ole">
            <mc:AlternateContent xmlns:mc="http://schemas.openxmlformats.org/markup-compatibility/2006">
              <mc:Choice xmlns:v="urn:schemas-microsoft-com:vml" Requires="v">
                <p:oleObj spid="_x0000_s42298" name="Equation" r:id="rId5" imgW="1155700" imgH="393700" progId="Equation.DSMT4">
                  <p:embed/>
                </p:oleObj>
              </mc:Choice>
              <mc:Fallback>
                <p:oleObj name="Equation" r:id="rId5" imgW="1155700" imgH="393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1314450"/>
                        <a:ext cx="27749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589" name="Object 5"/>
          <p:cNvGraphicFramePr>
            <a:graphicFrameLocks noChangeAspect="1"/>
          </p:cNvGraphicFramePr>
          <p:nvPr/>
        </p:nvGraphicFramePr>
        <p:xfrm>
          <a:off x="3460750" y="2422525"/>
          <a:ext cx="2443163" cy="792163"/>
        </p:xfrm>
        <a:graphic>
          <a:graphicData uri="http://schemas.openxmlformats.org/presentationml/2006/ole">
            <mc:AlternateContent xmlns:mc="http://schemas.openxmlformats.org/markup-compatibility/2006">
              <mc:Choice xmlns:v="urn:schemas-microsoft-com:vml" Requires="v">
                <p:oleObj spid="_x0000_s42299" name="Equation" r:id="rId7" imgW="1016000" imgH="330200" progId="Equation.DSMT4">
                  <p:embed/>
                </p:oleObj>
              </mc:Choice>
              <mc:Fallback>
                <p:oleObj name="Equation" r:id="rId7" imgW="1016000" imgH="330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0750" y="2422525"/>
                        <a:ext cx="2443163"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590" name="Object 6"/>
          <p:cNvGraphicFramePr>
            <a:graphicFrameLocks noChangeAspect="1"/>
          </p:cNvGraphicFramePr>
          <p:nvPr/>
        </p:nvGraphicFramePr>
        <p:xfrm>
          <a:off x="3490913" y="3351213"/>
          <a:ext cx="2198687" cy="792162"/>
        </p:xfrm>
        <a:graphic>
          <a:graphicData uri="http://schemas.openxmlformats.org/presentationml/2006/ole">
            <mc:AlternateContent xmlns:mc="http://schemas.openxmlformats.org/markup-compatibility/2006">
              <mc:Choice xmlns:v="urn:schemas-microsoft-com:vml" Requires="v">
                <p:oleObj spid="_x0000_s42300" name="Equation" r:id="rId9" imgW="914400" imgH="330200" progId="Equation.DSMT4">
                  <p:embed/>
                </p:oleObj>
              </mc:Choice>
              <mc:Fallback>
                <p:oleObj name="Equation" r:id="rId9" imgW="914400" imgH="330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0913" y="3351213"/>
                        <a:ext cx="2198687"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589"/>
                                        </p:tgtEl>
                                        <p:attrNameLst>
                                          <p:attrName>style.visibility</p:attrName>
                                        </p:attrNameLst>
                                      </p:cBhvr>
                                      <p:to>
                                        <p:strVal val="visible"/>
                                      </p:to>
                                    </p:set>
                                    <p:animEffect transition="in" filter="blinds(horizontal)">
                                      <p:cBhvr>
                                        <p:cTn id="7" dur="500"/>
                                        <p:tgtEl>
                                          <p:spTgt spid="6758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7590"/>
                                        </p:tgtEl>
                                        <p:attrNameLst>
                                          <p:attrName>style.visibility</p:attrName>
                                        </p:attrNameLst>
                                      </p:cBhvr>
                                      <p:to>
                                        <p:strVal val="visible"/>
                                      </p:to>
                                    </p:set>
                                    <p:animEffect transition="in" filter="blinds(horizontal)">
                                      <p:cBhvr>
                                        <p:cTn id="12" dur="500"/>
                                        <p:tgtEl>
                                          <p:spTgt spid="6759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文本框 13"/>
              <p:cNvSpPr txBox="1"/>
              <p:nvPr/>
            </p:nvSpPr>
            <p:spPr>
              <a:xfrm>
                <a:off x="432172" y="1264335"/>
                <a:ext cx="7920880" cy="1299010"/>
              </a:xfrm>
              <a:prstGeom prst="rect">
                <a:avLst/>
              </a:prstGeom>
              <a:noFill/>
            </p:spPr>
            <p:txBody>
              <a:bodyPr wrap="square">
                <a:spAutoFit/>
              </a:bodyPr>
              <a:lstStyle/>
              <a:p>
                <a:pPr algn="just"/>
                <a:r>
                  <a:rPr lang="zh-CN" altLang="en-US" sz="2400" dirty="0">
                    <a:solidFill>
                      <a:srgbClr val="0000FF"/>
                    </a:solidFill>
                    <a:latin typeface="Cambria Math" panose="02040503050406030204" pitchFamily="18" charset="0"/>
                    <a:ea typeface="楷体" panose="02010609060101010101" pitchFamily="49" charset="-122"/>
                  </a:rPr>
                  <a:t>练习</a:t>
                </a:r>
                <a:r>
                  <a:rPr lang="en-US" sz="2400" dirty="0">
                    <a:latin typeface="Cambria Math" panose="02040503050406030204" pitchFamily="18" charset="0"/>
                    <a:ea typeface="楷体" panose="02010609060101010101" pitchFamily="49" charset="-122"/>
                  </a:rPr>
                  <a:t>：</a:t>
                </a:r>
                <a:r>
                  <a:rPr lang="zh-CN" altLang="en-US" sz="2400" dirty="0">
                    <a:latin typeface="Cambria Math" panose="02040503050406030204" pitchFamily="18" charset="0"/>
                    <a:ea typeface="楷体" panose="02010609060101010101" pitchFamily="49" charset="-122"/>
                  </a:rPr>
                  <a:t>设</a:t>
                </a:r>
                <a14:m>
                  <m:oMath xmlns:m="http://schemas.openxmlformats.org/officeDocument/2006/math">
                    <m:r>
                      <a:rPr lang="zh-CN" altLang="en-US" sz="2400" i="1" dirty="0" smtClean="0">
                        <a:latin typeface="Cambria Math" panose="02040503050406030204" pitchFamily="18" charset="0"/>
                        <a:ea typeface="楷体" panose="02010609060101010101" pitchFamily="49" charset="-122"/>
                      </a:rPr>
                      <m:t>𝑋</m:t>
                    </m:r>
                    <m:r>
                      <a:rPr lang="en-US" altLang="zh-CN" sz="2400" i="1" dirty="0">
                        <a:latin typeface="Cambria Math" panose="02040503050406030204" pitchFamily="18" charset="0"/>
                        <a:ea typeface="楷体" panose="02010609060101010101" pitchFamily="49" charset="-122"/>
                      </a:rPr>
                      <m:t>(</m:t>
                    </m:r>
                    <m:r>
                      <m:rPr>
                        <m:sty m:val="p"/>
                      </m:rPr>
                      <a:rPr lang="zh-CN" altLang="en-US" sz="2400" i="0" dirty="0">
                        <a:latin typeface="Cambria Math" panose="02040503050406030204" pitchFamily="18" charset="0"/>
                        <a:ea typeface="楷体" panose="02010609060101010101" pitchFamily="49" charset="-122"/>
                      </a:rPr>
                      <m:t>j</m:t>
                    </m:r>
                    <m:r>
                      <a:rPr lang="zh-CN" altLang="en-US" sz="2400" i="1" dirty="0">
                        <a:latin typeface="Cambria Math" panose="02040503050406030204" pitchFamily="18" charset="0"/>
                        <a:ea typeface="楷体" panose="02010609060101010101" pitchFamily="49" charset="-122"/>
                      </a:rPr>
                      <m:t>𝜔</m:t>
                    </m:r>
                    <m:r>
                      <a:rPr lang="en-US" altLang="zh-CN" sz="2400" i="1" dirty="0">
                        <a:latin typeface="Cambria Math" panose="02040503050406030204" pitchFamily="18" charset="0"/>
                        <a:ea typeface="楷体" panose="02010609060101010101" pitchFamily="49" charset="-122"/>
                      </a:rPr>
                      <m:t>)</m:t>
                    </m:r>
                  </m:oMath>
                </a14:m>
                <a:r>
                  <a:rPr lang="zh-CN" altLang="en-US" sz="2400" dirty="0">
                    <a:latin typeface="Cambria Math" panose="02040503050406030204" pitchFamily="18" charset="0"/>
                    <a:ea typeface="楷体" panose="02010609060101010101" pitchFamily="49" charset="-122"/>
                  </a:rPr>
                  <a:t>为如下图所示信号𝑥</a:t>
                </a:r>
                <a:r>
                  <a:rPr lang="en-US" altLang="zh-CN" sz="2400" dirty="0">
                    <a:latin typeface="Cambria Math" panose="02040503050406030204" pitchFamily="18" charset="0"/>
                    <a:ea typeface="楷体" panose="02010609060101010101" pitchFamily="49" charset="-122"/>
                  </a:rPr>
                  <a:t>(</a:t>
                </a:r>
                <a:r>
                  <a:rPr lang="zh-CN" altLang="en-US" sz="2400" dirty="0">
                    <a:latin typeface="Cambria Math" panose="02040503050406030204" pitchFamily="18" charset="0"/>
                    <a:ea typeface="楷体" panose="02010609060101010101" pitchFamily="49" charset="-122"/>
                  </a:rPr>
                  <a:t>𝑡</a:t>
                </a:r>
                <a:r>
                  <a:rPr lang="en-US" altLang="zh-CN" sz="2400" dirty="0">
                    <a:latin typeface="Cambria Math" panose="02040503050406030204" pitchFamily="18" charset="0"/>
                    <a:ea typeface="楷体" panose="02010609060101010101" pitchFamily="49" charset="-122"/>
                  </a:rPr>
                  <a:t>)</a:t>
                </a:r>
                <a:r>
                  <a:rPr lang="zh-CN" altLang="en-US" sz="2400" dirty="0">
                    <a:latin typeface="Cambria Math" panose="02040503050406030204" pitchFamily="18" charset="0"/>
                    <a:ea typeface="楷体" panose="02010609060101010101" pitchFamily="49" charset="-122"/>
                  </a:rPr>
                  <a:t>的傅里叶变换</a:t>
                </a:r>
                <a:r>
                  <a:rPr lang="en-US" sz="2400" dirty="0">
                    <a:latin typeface="Cambria Math" panose="02040503050406030204" pitchFamily="18" charset="0"/>
                    <a:ea typeface="楷体" panose="02010609060101010101" pitchFamily="49" charset="-122"/>
                  </a:rPr>
                  <a:t>，</a:t>
                </a:r>
                <a:r>
                  <a:rPr lang="zh-CN" altLang="en-US" sz="2400" dirty="0">
                    <a:latin typeface="Cambria Math" panose="02040503050406030204" pitchFamily="18" charset="0"/>
                    <a:ea typeface="楷体" panose="02010609060101010101" pitchFamily="49" charset="-122"/>
                  </a:rPr>
                  <a:t>试着不通过具体计算</a:t>
                </a:r>
                <a14:m>
                  <m:oMath xmlns:m="http://schemas.openxmlformats.org/officeDocument/2006/math">
                    <m:r>
                      <a:rPr lang="zh-CN" altLang="en-US" sz="2400" i="1" dirty="0">
                        <a:latin typeface="Cambria Math" panose="02040503050406030204" pitchFamily="18" charset="0"/>
                        <a:ea typeface="楷体" panose="02010609060101010101" pitchFamily="49" charset="-122"/>
                      </a:rPr>
                      <m:t>𝑋</m:t>
                    </m:r>
                    <m:r>
                      <a:rPr lang="en-US" altLang="zh-CN" sz="2400" i="1" dirty="0">
                        <a:latin typeface="Cambria Math" panose="02040503050406030204" pitchFamily="18" charset="0"/>
                        <a:ea typeface="楷体" panose="02010609060101010101" pitchFamily="49" charset="-122"/>
                      </a:rPr>
                      <m:t>(</m:t>
                    </m:r>
                    <m:r>
                      <m:rPr>
                        <m:sty m:val="p"/>
                      </m:rPr>
                      <a:rPr lang="zh-CN" altLang="en-US" sz="2400" i="0" dirty="0">
                        <a:latin typeface="Cambria Math" panose="02040503050406030204" pitchFamily="18" charset="0"/>
                        <a:ea typeface="楷体" panose="02010609060101010101" pitchFamily="49" charset="-122"/>
                      </a:rPr>
                      <m:t>j</m:t>
                    </m:r>
                    <m:r>
                      <a:rPr lang="zh-CN" altLang="en-US" sz="2400" i="1" dirty="0">
                        <a:latin typeface="Cambria Math" panose="02040503050406030204" pitchFamily="18" charset="0"/>
                        <a:ea typeface="楷体" panose="02010609060101010101" pitchFamily="49" charset="-122"/>
                      </a:rPr>
                      <m:t>𝜔</m:t>
                    </m:r>
                    <m:r>
                      <a:rPr lang="en-US" altLang="zh-CN" sz="2400" i="1" dirty="0">
                        <a:latin typeface="Cambria Math" panose="02040503050406030204" pitchFamily="18" charset="0"/>
                        <a:ea typeface="楷体" panose="02010609060101010101" pitchFamily="49" charset="-122"/>
                      </a:rPr>
                      <m:t>)</m:t>
                    </m:r>
                  </m:oMath>
                </a14:m>
                <a:r>
                  <a:rPr lang="zh-CN" altLang="en-US" sz="2400" dirty="0">
                    <a:latin typeface="Cambria Math" panose="02040503050406030204" pitchFamily="18" charset="0"/>
                    <a:ea typeface="楷体" panose="02010609060101010101" pitchFamily="49" charset="-122"/>
                  </a:rPr>
                  <a:t>而获得</a:t>
                </a:r>
                <a14:m>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sSup>
                          <m:sSupPr>
                            <m:ctrlPr>
                              <a:rPr lang="en-US" sz="2400" i="1">
                                <a:solidFill>
                                  <a:srgbClr val="000000"/>
                                </a:solidFill>
                                <a:latin typeface="Cambria Math" panose="02040503050406030204" pitchFamily="18" charset="0"/>
                              </a:rPr>
                            </m:ctrlPr>
                          </m:sSupPr>
                          <m:e>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e>
                            </m:d>
                          </m:e>
                          <m:sup>
                            <m:r>
                              <a:rPr lang="en-US" sz="2400" i="1">
                                <a:solidFill>
                                  <a:srgbClr val="000000"/>
                                </a:solidFill>
                                <a:latin typeface="Cambria Math" panose="02040503050406030204" pitchFamily="18" charset="0"/>
                              </a:rPr>
                              <m:t>2</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e>
                    </m:nary>
                  </m:oMath>
                </a14:m>
                <a:r>
                  <a:rPr lang="zh-CN" altLang="en-US" sz="2400" dirty="0">
                    <a:latin typeface="Cambria Math" panose="02040503050406030204" pitchFamily="18" charset="0"/>
                    <a:ea typeface="楷体" panose="02010609060101010101" pitchFamily="49" charset="-122"/>
                  </a:rPr>
                  <a:t>的结果</a:t>
                </a:r>
                <a:r>
                  <a:rPr lang="en-US" sz="2400" dirty="0">
                    <a:latin typeface="Cambria Math" panose="02040503050406030204" pitchFamily="18" charset="0"/>
                    <a:ea typeface="楷体" panose="02010609060101010101" pitchFamily="49" charset="-122"/>
                  </a:rPr>
                  <a:t>。</a:t>
                </a:r>
                <a:r>
                  <a:rPr lang="zh-CN" altLang="en-US" sz="2400" dirty="0">
                    <a:latin typeface="Cambria Math" panose="02040503050406030204" pitchFamily="18" charset="0"/>
                    <a:ea typeface="楷体" panose="02010609060101010101" pitchFamily="49" charset="-122"/>
                  </a:rPr>
                  <a:t>（教材习题</a:t>
                </a:r>
                <a:r>
                  <a:rPr lang="en-US" altLang="zh-CN" sz="2400" dirty="0">
                    <a:latin typeface="Cambria Math" panose="02040503050406030204" pitchFamily="18" charset="0"/>
                    <a:ea typeface="楷体" panose="02010609060101010101" pitchFamily="49" charset="-122"/>
                  </a:rPr>
                  <a:t>4.25(e)</a:t>
                </a:r>
                <a:r>
                  <a:rPr lang="zh-CN" altLang="en-US" sz="2400" dirty="0">
                    <a:latin typeface="Cambria Math" panose="02040503050406030204" pitchFamily="18" charset="0"/>
                    <a:ea typeface="楷体" panose="02010609060101010101" pitchFamily="49" charset="-122"/>
                  </a:rPr>
                  <a:t>）</a:t>
                </a:r>
                <a:endParaRPr lang="en-US" sz="2400" dirty="0">
                  <a:latin typeface="Cambria Math" panose="02040503050406030204" pitchFamily="18" charset="0"/>
                  <a:ea typeface="楷体" panose="02010609060101010101" pitchFamily="49"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432172" y="1264335"/>
                <a:ext cx="7920880" cy="1299010"/>
              </a:xfrm>
              <a:prstGeom prst="rect">
                <a:avLst/>
              </a:prstGeom>
              <a:blipFill rotWithShape="1">
                <a:blip r:embed="rId1"/>
                <a:stretch>
                  <a:fillRect l="-5" t="-4" r="3" b="37"/>
                </a:stretch>
              </a:blipFill>
            </p:spPr>
            <p:txBody>
              <a:bodyPr/>
              <a:lstStyle/>
              <a:p>
                <a:r>
                  <a:rPr lang="zh-CN" altLang="en-US">
                    <a:noFill/>
                  </a:rPr>
                  <a:t> </a:t>
                </a:r>
              </a:p>
            </p:txBody>
          </p:sp>
        </mc:Fallback>
      </mc:AlternateContent>
      <p:sp>
        <p:nvSpPr>
          <p:cNvPr id="49" name="文本框 48"/>
          <p:cNvSpPr txBox="1"/>
          <p:nvPr/>
        </p:nvSpPr>
        <p:spPr>
          <a:xfrm>
            <a:off x="432172" y="4259660"/>
            <a:ext cx="936104" cy="461665"/>
          </a:xfrm>
          <a:prstGeom prst="rect">
            <a:avLst/>
          </a:prstGeom>
          <a:noFill/>
        </p:spPr>
        <p:txBody>
          <a:bodyPr wrap="square">
            <a:spAutoFit/>
          </a:bodyPr>
          <a:lstStyle/>
          <a:p>
            <a:r>
              <a:rPr lang="zh-CN" altLang="en-US" sz="2400" dirty="0">
                <a:solidFill>
                  <a:srgbClr val="0000FF"/>
                </a:solidFill>
                <a:latin typeface="Cambria Math" panose="02040503050406030204" pitchFamily="18" charset="0"/>
                <a:ea typeface="楷体" panose="02010609060101010101" pitchFamily="49" charset="-122"/>
              </a:rPr>
              <a:t>解</a:t>
            </a:r>
            <a:r>
              <a:rPr lang="en-US" sz="2400" dirty="0">
                <a:latin typeface="Cambria Math" panose="02040503050406030204" pitchFamily="18" charset="0"/>
                <a:ea typeface="楷体" panose="02010609060101010101" pitchFamily="49" charset="-122"/>
              </a:rPr>
              <a:t>：</a:t>
            </a:r>
            <a:endParaRPr lang="en-US" sz="2400" dirty="0">
              <a:latin typeface="Cambria Math" panose="02040503050406030204" pitchFamily="18" charset="0"/>
              <a:ea typeface="楷体" panose="02010609060101010101" pitchFamily="49" charset="-122"/>
            </a:endParaRPr>
          </a:p>
        </p:txBody>
      </p:sp>
      <p:sp>
        <p:nvSpPr>
          <p:cNvPr id="23" name="标题 1"/>
          <p:cNvSpPr>
            <a:spLocks noGrp="1"/>
          </p:cNvSpPr>
          <p:nvPr>
            <p:ph type="title"/>
          </p:nvPr>
        </p:nvSpPr>
        <p:spPr>
          <a:xfrm>
            <a:off x="457200" y="274638"/>
            <a:ext cx="8229600" cy="725487"/>
          </a:xfrm>
        </p:spPr>
        <p:txBody>
          <a:bodyPr/>
          <a:lstStyle/>
          <a:p>
            <a:r>
              <a:rPr lang="en-US" altLang="zh-CN" dirty="0"/>
              <a:t>4.3 </a:t>
            </a:r>
            <a:r>
              <a:rPr lang="zh-CN" altLang="en-US" dirty="0"/>
              <a:t>连续时间傅里叶变换的性质</a:t>
            </a:r>
            <a:endParaRPr lang="zh-CN" altLang="en-US" dirty="0"/>
          </a:p>
        </p:txBody>
      </p:sp>
      <p:graphicFrame>
        <p:nvGraphicFramePr>
          <p:cNvPr id="37" name="Object 3"/>
          <p:cNvGraphicFramePr>
            <a:graphicFrameLocks noChangeAspect="1"/>
          </p:cNvGraphicFramePr>
          <p:nvPr/>
        </p:nvGraphicFramePr>
        <p:xfrm>
          <a:off x="3024187" y="2276872"/>
          <a:ext cx="3095625" cy="1982788"/>
        </p:xfrm>
        <a:graphic>
          <a:graphicData uri="http://schemas.openxmlformats.org/presentationml/2006/ole">
            <mc:AlternateContent xmlns:mc="http://schemas.openxmlformats.org/markup-compatibility/2006">
              <mc:Choice xmlns:v="urn:schemas-microsoft-com:vml" Requires="v">
                <p:oleObj spid="_x0000_s55324" name="Visio" r:id="rId2" imgW="5774055" imgH="3689985" progId="Visio.Drawing.11">
                  <p:embed/>
                </p:oleObj>
              </mc:Choice>
              <mc:Fallback>
                <p:oleObj name="Visio" r:id="rId2" imgW="5774055" imgH="3689985" progId="Visio.Drawing.11">
                  <p:embed/>
                  <p:pic>
                    <p:nvPicPr>
                      <p:cNvPr id="0" name="Object 3"/>
                      <p:cNvPicPr>
                        <a:picLocks noChangeAspect="1" noChangeArrowheads="1"/>
                      </p:cNvPicPr>
                      <p:nvPr/>
                    </p:nvPicPr>
                    <p:blipFill>
                      <a:blip r:embed="rId3"/>
                      <a:srcRect/>
                      <a:stretch>
                        <a:fillRect/>
                      </a:stretch>
                    </p:blipFill>
                    <p:spPr bwMode="auto">
                      <a:xfrm>
                        <a:off x="3024187" y="2276872"/>
                        <a:ext cx="30956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38" name="Object 4"/>
              <p:cNvSpPr txBox="1"/>
              <p:nvPr/>
            </p:nvSpPr>
            <p:spPr bwMode="auto">
              <a:xfrm>
                <a:off x="1296144" y="4573791"/>
                <a:ext cx="2267743" cy="889154"/>
              </a:xfrm>
              <a:prstGeom prst="rect">
                <a:avLst/>
              </a:prstGeom>
              <a:noFill/>
            </p:spPr>
            <p:txBody>
              <a:bodyPr wrap="square">
                <a:spAutoFit/>
              </a:bodyPr>
              <a:lstStyle/>
              <a:p>
                <a14:m>
                  <m:oMathPara xmlns:m="http://schemas.openxmlformats.org/officeDocument/2006/math">
                    <m:oMathParaPr>
                      <m:jc m:val="left"/>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2</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𝜔</m:t>
                          </m:r>
                        </m:e>
                      </m:nary>
                    </m:oMath>
                  </m:oMathPara>
                </a14:m>
                <a:endParaRPr lang="en-US" sz="2400" dirty="0"/>
              </a:p>
            </p:txBody>
          </p:sp>
        </mc:Choice>
        <mc:Fallback>
          <p:sp>
            <p:nvSpPr>
              <p:cNvPr id="38" name="Object 4"/>
              <p:cNvSpPr txBox="1">
                <a:spLocks noRot="1" noChangeAspect="1" noMove="1" noResize="1" noEditPoints="1" noAdjustHandles="1" noChangeArrowheads="1" noChangeShapeType="1" noTextEdit="1"/>
              </p:cNvSpPr>
              <p:nvPr/>
            </p:nvSpPr>
            <p:spPr bwMode="auto">
              <a:xfrm>
                <a:off x="1296144" y="4573791"/>
                <a:ext cx="2267743" cy="889154"/>
              </a:xfrm>
              <a:prstGeom prst="rect">
                <a:avLst/>
              </a:prstGeom>
              <a:blipFill rotWithShape="1">
                <a:blip r:embed="rId4"/>
                <a:stretch>
                  <a:fillRect l="-5" t="-59" r="12"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Object 6"/>
              <p:cNvSpPr txBox="1"/>
              <p:nvPr/>
            </p:nvSpPr>
            <p:spPr bwMode="auto">
              <a:xfrm>
                <a:off x="971600" y="5517983"/>
                <a:ext cx="7805366" cy="933782"/>
              </a:xfrm>
              <a:prstGeom prst="rect">
                <a:avLst/>
              </a:prstGeom>
              <a:noFill/>
            </p:spPr>
            <p:txBody>
              <a:bodyPr wrap="square">
                <a:spAutoFit/>
              </a:bodyPr>
              <a:lstStyle/>
              <a:p>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d>
                        <m:dPr>
                          <m:ctrlPr>
                            <a:rPr lang="en-US" sz="2400" i="1">
                              <a:solidFill>
                                <a:srgbClr val="000000"/>
                              </a:solidFill>
                              <a:latin typeface="Cambria Math" panose="02040503050406030204" pitchFamily="18" charset="0"/>
                            </a:rPr>
                          </m:ctrlPr>
                        </m:dPr>
                        <m:e>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0</m:t>
                              </m:r>
                            </m:sup>
                            <m:e>
                              <m:r>
                                <a:rPr lang="en-US" sz="2400" i="1">
                                  <a:solidFill>
                                    <a:srgbClr val="000000"/>
                                  </a:solidFill>
                                  <a:latin typeface="Cambria Math" panose="02040503050406030204" pitchFamily="18" charset="0"/>
                                </a:rPr>
                                <m:t>4</m:t>
                              </m:r>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1</m:t>
                              </m:r>
                            </m:sup>
                            <m:e>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2</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2</m:t>
                              </m:r>
                            </m:sup>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𝑡</m:t>
                                  </m:r>
                                </m:e>
                                <m:sup>
                                  <m:r>
                                    <a:rPr lang="en-US" sz="2400" i="1">
                                      <a:solidFill>
                                        <a:srgbClr val="000000"/>
                                      </a:solidFill>
                                      <a:latin typeface="Cambria Math" panose="02040503050406030204" pitchFamily="18" charset="0"/>
                                    </a:rPr>
                                    <m:t>2</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2</m:t>
                              </m:r>
                            </m:sub>
                            <m:sup>
                              <m:r>
                                <a:rPr lang="en-US" sz="2400" i="1">
                                  <a:solidFill>
                                    <a:srgbClr val="000000"/>
                                  </a:solidFill>
                                  <a:latin typeface="Cambria Math" panose="02040503050406030204" pitchFamily="18" charset="0"/>
                                </a:rPr>
                                <m:t>3</m:t>
                              </m:r>
                            </m:sup>
                            <m:e>
                              <m:r>
                                <a:rPr lang="en-US" sz="2400" i="1">
                                  <a:solidFill>
                                    <a:srgbClr val="000000"/>
                                  </a:solidFill>
                                  <a:latin typeface="Cambria Math" panose="02040503050406030204" pitchFamily="18" charset="0"/>
                                </a:rPr>
                                <m:t>4</m:t>
                              </m:r>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e>
                      </m:d>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76</m:t>
                          </m:r>
                        </m:num>
                        <m:den>
                          <m:r>
                            <a:rPr lang="en-US" sz="2400" i="1">
                              <a:solidFill>
                                <a:srgbClr val="000000"/>
                              </a:solidFill>
                              <a:latin typeface="Cambria Math" panose="02040503050406030204" pitchFamily="18" charset="0"/>
                            </a:rPr>
                            <m:t>3</m:t>
                          </m:r>
                        </m:den>
                      </m:f>
                      <m:r>
                        <a:rPr lang="en-US" sz="2400" i="1">
                          <a:solidFill>
                            <a:srgbClr val="000000"/>
                          </a:solidFill>
                          <a:latin typeface="Cambria Math" panose="02040503050406030204" pitchFamily="18" charset="0"/>
                        </a:rPr>
                        <m:t>𝜋</m:t>
                      </m:r>
                    </m:oMath>
                  </m:oMathPara>
                </a14:m>
                <a:endParaRPr lang="en-US" sz="2400" dirty="0"/>
              </a:p>
            </p:txBody>
          </p:sp>
        </mc:Choice>
        <mc:Fallback>
          <p:sp>
            <p:nvSpPr>
              <p:cNvPr id="39" name="Object 6"/>
              <p:cNvSpPr txBox="1">
                <a:spLocks noRot="1" noChangeAspect="1" noMove="1" noResize="1" noEditPoints="1" noAdjustHandles="1" noChangeArrowheads="1" noChangeShapeType="1" noTextEdit="1"/>
              </p:cNvSpPr>
              <p:nvPr/>
            </p:nvSpPr>
            <p:spPr bwMode="auto">
              <a:xfrm>
                <a:off x="971600" y="5517983"/>
                <a:ext cx="7805366" cy="933782"/>
              </a:xfrm>
              <a:prstGeom prst="rect">
                <a:avLst/>
              </a:prstGeom>
              <a:blipFill rotWithShape="1">
                <a:blip r:embed="rId5"/>
                <a:stretch>
                  <a:fillRect l="-1" t="-50" r="8" b="-672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Object 9"/>
              <p:cNvSpPr txBox="1"/>
              <p:nvPr/>
            </p:nvSpPr>
            <p:spPr bwMode="auto">
              <a:xfrm>
                <a:off x="3471093" y="4573791"/>
                <a:ext cx="2630735" cy="889154"/>
              </a:xfrm>
              <a:prstGeom prst="rect">
                <a:avLst/>
              </a:prstGeom>
              <a:noFill/>
            </p:spPr>
            <p:txBody>
              <a:bodyPr wrap="square">
                <a:spAutoFit/>
              </a:bodyPr>
              <a:lstStyle/>
              <a:p>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2</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oMath>
                  </m:oMathPara>
                </a14:m>
                <a:endParaRPr lang="en-US" sz="2400" dirty="0"/>
              </a:p>
            </p:txBody>
          </p:sp>
        </mc:Choice>
        <mc:Fallback>
          <p:sp>
            <p:nvSpPr>
              <p:cNvPr id="40" name="Object 9"/>
              <p:cNvSpPr txBox="1">
                <a:spLocks noRot="1" noChangeAspect="1" noMove="1" noResize="1" noEditPoints="1" noAdjustHandles="1" noChangeArrowheads="1" noChangeShapeType="1" noTextEdit="1"/>
              </p:cNvSpPr>
              <p:nvPr/>
            </p:nvSpPr>
            <p:spPr bwMode="auto">
              <a:xfrm>
                <a:off x="3471093" y="4573791"/>
                <a:ext cx="2630735" cy="889154"/>
              </a:xfrm>
              <a:prstGeom prst="rect">
                <a:avLst/>
              </a:prstGeom>
              <a:blipFill rotWithShape="1">
                <a:blip r:embed="rId6"/>
                <a:stretch>
                  <a:fillRect l="-7" t="-59" r="4" b="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1000"/>
                                        <p:tgtEl>
                                          <p:spTgt spid="49"/>
                                        </p:tgtEl>
                                      </p:cBhvr>
                                    </p:animEffect>
                                    <p:anim calcmode="lin" valueType="num">
                                      <p:cBhvr>
                                        <p:cTn id="8" dur="1000" fill="hold"/>
                                        <p:tgtEl>
                                          <p:spTgt spid="49"/>
                                        </p:tgtEl>
                                        <p:attrNameLst>
                                          <p:attrName>ppt_x</p:attrName>
                                        </p:attrNameLst>
                                      </p:cBhvr>
                                      <p:tavLst>
                                        <p:tav tm="0">
                                          <p:val>
                                            <p:strVal val="#ppt_x"/>
                                          </p:val>
                                        </p:tav>
                                        <p:tav tm="100000">
                                          <p:val>
                                            <p:strVal val="#ppt_x"/>
                                          </p:val>
                                        </p:tav>
                                      </p:tavLst>
                                    </p:anim>
                                    <p:anim calcmode="lin" valueType="num">
                                      <p:cBhvr>
                                        <p:cTn id="9" dur="1000" fill="hold"/>
                                        <p:tgtEl>
                                          <p:spTgt spid="4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1000"/>
                                        <p:tgtEl>
                                          <p:spTgt spid="38"/>
                                        </p:tgtEl>
                                      </p:cBhvr>
                                    </p:animEffect>
                                    <p:anim calcmode="lin" valueType="num">
                                      <p:cBhvr>
                                        <p:cTn id="13" dur="1000" fill="hold"/>
                                        <p:tgtEl>
                                          <p:spTgt spid="38"/>
                                        </p:tgtEl>
                                        <p:attrNameLst>
                                          <p:attrName>ppt_x</p:attrName>
                                        </p:attrNameLst>
                                      </p:cBhvr>
                                      <p:tavLst>
                                        <p:tav tm="0">
                                          <p:val>
                                            <p:strVal val="#ppt_x"/>
                                          </p:val>
                                        </p:tav>
                                        <p:tav tm="100000">
                                          <p:val>
                                            <p:strVal val="#ppt_x"/>
                                          </p:val>
                                        </p:tav>
                                      </p:tavLst>
                                    </p:anim>
                                    <p:anim calcmode="lin" valueType="num">
                                      <p:cBhvr>
                                        <p:cTn id="14" dur="1000" fill="hold"/>
                                        <p:tgtEl>
                                          <p:spTgt spid="3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1000"/>
                                        <p:tgtEl>
                                          <p:spTgt spid="39"/>
                                        </p:tgtEl>
                                      </p:cBhvr>
                                    </p:animEffect>
                                    <p:anim calcmode="lin" valueType="num">
                                      <p:cBhvr>
                                        <p:cTn id="18" dur="1000" fill="hold"/>
                                        <p:tgtEl>
                                          <p:spTgt spid="39"/>
                                        </p:tgtEl>
                                        <p:attrNameLst>
                                          <p:attrName>ppt_x</p:attrName>
                                        </p:attrNameLst>
                                      </p:cBhvr>
                                      <p:tavLst>
                                        <p:tav tm="0">
                                          <p:val>
                                            <p:strVal val="#ppt_x"/>
                                          </p:val>
                                        </p:tav>
                                        <p:tav tm="100000">
                                          <p:val>
                                            <p:strVal val="#ppt_x"/>
                                          </p:val>
                                        </p:tav>
                                      </p:tavLst>
                                    </p:anim>
                                    <p:anim calcmode="lin" valueType="num">
                                      <p:cBhvr>
                                        <p:cTn id="19" dur="1000" fill="hold"/>
                                        <p:tgtEl>
                                          <p:spTgt spid="3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1000"/>
                                        <p:tgtEl>
                                          <p:spTgt spid="40"/>
                                        </p:tgtEl>
                                      </p:cBhvr>
                                    </p:animEffect>
                                    <p:anim calcmode="lin" valueType="num">
                                      <p:cBhvr>
                                        <p:cTn id="23" dur="1000" fill="hold"/>
                                        <p:tgtEl>
                                          <p:spTgt spid="40"/>
                                        </p:tgtEl>
                                        <p:attrNameLst>
                                          <p:attrName>ppt_x</p:attrName>
                                        </p:attrNameLst>
                                      </p:cBhvr>
                                      <p:tavLst>
                                        <p:tav tm="0">
                                          <p:val>
                                            <p:strVal val="#ppt_x"/>
                                          </p:val>
                                        </p:tav>
                                        <p:tav tm="100000">
                                          <p:val>
                                            <p:strVal val="#ppt_x"/>
                                          </p:val>
                                        </p:tav>
                                      </p:tavLst>
                                    </p:anim>
                                    <p:anim calcmode="lin" valueType="num">
                                      <p:cBhvr>
                                        <p:cTn id="24"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38" grpId="0"/>
      <p:bldP spid="39" grpId="0"/>
      <p:bldP spid="4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标题 1"/>
          <p:cNvSpPr>
            <a:spLocks noGrp="1"/>
          </p:cNvSpPr>
          <p:nvPr>
            <p:ph type="title"/>
          </p:nvPr>
        </p:nvSpPr>
        <p:spPr/>
        <p:txBody>
          <a:bodyPr/>
          <a:lstStyle/>
          <a:p>
            <a:r>
              <a:rPr lang="en-US" altLang="zh-CN" dirty="0"/>
              <a:t>4.4 </a:t>
            </a:r>
            <a:r>
              <a:rPr lang="zh-CN" altLang="en-US" dirty="0"/>
              <a:t>卷积性质</a:t>
            </a:r>
            <a:endParaRPr lang="zh-CN" altLang="en-US" sz="3200" dirty="0"/>
          </a:p>
        </p:txBody>
      </p:sp>
      <p:sp>
        <p:nvSpPr>
          <p:cNvPr id="3" name="内容占位符 2"/>
          <p:cNvSpPr>
            <a:spLocks noGrp="1"/>
          </p:cNvSpPr>
          <p:nvPr>
            <p:ph idx="1"/>
          </p:nvPr>
        </p:nvSpPr>
        <p:spPr/>
        <p:txBody>
          <a:bodyPr/>
          <a:lstStyle/>
          <a:p>
            <a:pPr marL="0" indent="0">
              <a:buNone/>
            </a:pPr>
            <a:r>
              <a:rPr lang="zh-CN" altLang="en-US" sz="2800" b="0" dirty="0">
                <a:solidFill>
                  <a:srgbClr val="0000FF"/>
                </a:solidFill>
              </a:rPr>
              <a:t>一</a:t>
            </a:r>
            <a:r>
              <a:rPr lang="en-US" altLang="zh-CN" sz="2800" b="0" dirty="0">
                <a:solidFill>
                  <a:srgbClr val="0000FF"/>
                </a:solidFill>
              </a:rPr>
              <a:t>.</a:t>
            </a:r>
            <a:r>
              <a:rPr lang="zh-CN" altLang="en-US" sz="2800" b="0" dirty="0">
                <a:solidFill>
                  <a:srgbClr val="0000FF"/>
                </a:solidFill>
              </a:rPr>
              <a:t>卷积特性</a:t>
            </a:r>
            <a:r>
              <a:rPr lang="zh-CN" altLang="en-US" sz="2800" b="0" dirty="0"/>
              <a:t>：</a:t>
            </a:r>
            <a:endParaRPr lang="en-US" altLang="zh-CN" sz="2800" b="0" dirty="0"/>
          </a:p>
          <a:p>
            <a:endParaRPr lang="en-US" altLang="zh-CN" sz="2800" b="0" dirty="0"/>
          </a:p>
          <a:p>
            <a:endParaRPr lang="en-US" altLang="zh-CN" sz="2800" b="0" dirty="0"/>
          </a:p>
          <a:p>
            <a:endParaRPr lang="en-US" altLang="zh-CN" sz="2800" b="0" dirty="0"/>
          </a:p>
          <a:p>
            <a:pPr lvl="1"/>
            <a:r>
              <a:rPr lang="zh-CN" altLang="en-US" b="0" dirty="0"/>
              <a:t>由于卷积特性的存在，使对</a:t>
            </a:r>
            <a:r>
              <a:rPr lang="en-US" altLang="zh-CN" b="0" dirty="0"/>
              <a:t>LTI</a:t>
            </a:r>
            <a:r>
              <a:rPr lang="zh-CN" altLang="en-US" b="0" dirty="0"/>
              <a:t>系统在频域进行分析成为可能。</a:t>
            </a:r>
            <a:endParaRPr lang="en-US" altLang="zh-CN" b="0" dirty="0"/>
          </a:p>
          <a:p>
            <a:pPr lvl="1"/>
            <a:r>
              <a:rPr lang="zh-CN" altLang="en-US" b="0" dirty="0"/>
              <a:t>本质上，卷积特性的成立正是因为复指数信号</a:t>
            </a:r>
            <a:r>
              <a:rPr lang="en-US" altLang="zh-CN" b="0" dirty="0" err="1"/>
              <a:t>e</a:t>
            </a:r>
            <a:r>
              <a:rPr lang="en-US" altLang="zh-CN" b="0" baseline="30000" dirty="0" err="1"/>
              <a:t>j</a:t>
            </a:r>
            <a:r>
              <a:rPr lang="el-GR" altLang="zh-CN" b="0" i="1" baseline="30000" dirty="0">
                <a:cs typeface="Times New Roman" panose="02020603050405020304" pitchFamily="18" charset="0"/>
              </a:rPr>
              <a:t>ω</a:t>
            </a:r>
            <a:r>
              <a:rPr lang="en-US" altLang="zh-CN" b="0" i="1" baseline="30000" dirty="0">
                <a:cs typeface="Times New Roman" panose="02020603050405020304" pitchFamily="18" charset="0"/>
              </a:rPr>
              <a:t>t</a:t>
            </a:r>
            <a:r>
              <a:rPr lang="zh-CN" altLang="en-US" b="0" dirty="0"/>
              <a:t>是一切</a:t>
            </a:r>
            <a:r>
              <a:rPr lang="en-US" altLang="zh-CN" b="0" dirty="0"/>
              <a:t>LTI</a:t>
            </a:r>
            <a:r>
              <a:rPr lang="zh-CN" altLang="en-US" b="0" dirty="0"/>
              <a:t>系统的特征函数，</a:t>
            </a:r>
            <a:r>
              <a:rPr lang="en-US" altLang="zh-CN" b="0" i="1" dirty="0"/>
              <a:t>H</a:t>
            </a:r>
            <a:r>
              <a:rPr lang="en-US" altLang="zh-CN" b="0" dirty="0"/>
              <a:t>(j</a:t>
            </a:r>
            <a:r>
              <a:rPr lang="el-GR" altLang="zh-CN" b="0" i="1" dirty="0"/>
              <a:t>ω</a:t>
            </a:r>
            <a:r>
              <a:rPr lang="en-US" altLang="zh-CN" b="0" dirty="0"/>
              <a:t>)</a:t>
            </a:r>
            <a:r>
              <a:rPr lang="zh-CN" altLang="en-US" b="0" dirty="0"/>
              <a:t>则是对应的特征值。</a:t>
            </a:r>
            <a:endParaRPr lang="zh-CN" altLang="en-US"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E8877B6-C3DD-4B0F-A2AB-99EA45F73B6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14338" name="Object 2"/>
          <p:cNvGraphicFramePr>
            <a:graphicFrameLocks noChangeAspect="1"/>
          </p:cNvGraphicFramePr>
          <p:nvPr/>
        </p:nvGraphicFramePr>
        <p:xfrm>
          <a:off x="2085975" y="2055813"/>
          <a:ext cx="2062163" cy="457200"/>
        </p:xfrm>
        <a:graphic>
          <a:graphicData uri="http://schemas.openxmlformats.org/presentationml/2006/ole">
            <mc:AlternateContent xmlns:mc="http://schemas.openxmlformats.org/markup-compatibility/2006">
              <mc:Choice xmlns:v="urn:schemas-microsoft-com:vml" Requires="v">
                <p:oleObj spid="_x0000_s43250" name="Equation" r:id="rId1" imgW="914400" imgH="203200" progId="Equation.DSMT4">
                  <p:embed/>
                </p:oleObj>
              </mc:Choice>
              <mc:Fallback>
                <p:oleObj name="Equation" r:id="rId1" imgW="914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975" y="2055813"/>
                        <a:ext cx="2062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9" name="Object 3"/>
          <p:cNvGraphicFramePr>
            <a:graphicFrameLocks noChangeAspect="1"/>
          </p:cNvGraphicFramePr>
          <p:nvPr/>
        </p:nvGraphicFramePr>
        <p:xfrm>
          <a:off x="4968875" y="2055813"/>
          <a:ext cx="2273300" cy="498475"/>
        </p:xfrm>
        <a:graphic>
          <a:graphicData uri="http://schemas.openxmlformats.org/presentationml/2006/ole">
            <mc:AlternateContent xmlns:mc="http://schemas.openxmlformats.org/markup-compatibility/2006">
              <mc:Choice xmlns:v="urn:schemas-microsoft-com:vml" Requires="v">
                <p:oleObj spid="_x0000_s43251" name="Equation" r:id="rId3" imgW="926465" imgH="203200" progId="Equation.DSMT4">
                  <p:embed/>
                </p:oleObj>
              </mc:Choice>
              <mc:Fallback>
                <p:oleObj name="Equation" r:id="rId3" imgW="926465"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8875" y="2055813"/>
                        <a:ext cx="22733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5" name="Text Box 11"/>
          <p:cNvSpPr txBox="1">
            <a:spLocks noChangeArrowheads="1"/>
          </p:cNvSpPr>
          <p:nvPr/>
        </p:nvSpPr>
        <p:spPr bwMode="auto">
          <a:xfrm>
            <a:off x="1474788" y="2667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rPr>
              <a:t>则</a:t>
            </a:r>
            <a:endPar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endParaRPr>
          </a:p>
        </p:txBody>
      </p:sp>
      <p:graphicFrame>
        <p:nvGraphicFramePr>
          <p:cNvPr id="14340" name="Object 4"/>
          <p:cNvGraphicFramePr>
            <a:graphicFrameLocks noChangeAspect="1"/>
          </p:cNvGraphicFramePr>
          <p:nvPr/>
        </p:nvGraphicFramePr>
        <p:xfrm>
          <a:off x="2111375" y="2700338"/>
          <a:ext cx="4127500" cy="500062"/>
        </p:xfrm>
        <a:graphic>
          <a:graphicData uri="http://schemas.openxmlformats.org/presentationml/2006/ole">
            <mc:AlternateContent xmlns:mc="http://schemas.openxmlformats.org/markup-compatibility/2006">
              <mc:Choice xmlns:v="urn:schemas-microsoft-com:vml" Requires="v">
                <p:oleObj spid="_x0000_s43252" name="Equation" r:id="rId5" imgW="1676400" imgH="203200" progId="Equation.DSMT4">
                  <p:embed/>
                </p:oleObj>
              </mc:Choice>
              <mc:Fallback>
                <p:oleObj name="Equation" r:id="rId5" imgW="16764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1375" y="2700338"/>
                        <a:ext cx="4127500" cy="500062"/>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sp>
        <p:nvSpPr>
          <p:cNvPr id="14346" name="Rectangle 13"/>
          <p:cNvSpPr>
            <a:spLocks noChangeArrowheads="1"/>
          </p:cNvSpPr>
          <p:nvPr/>
        </p:nvSpPr>
        <p:spPr bwMode="auto">
          <a:xfrm>
            <a:off x="1447800" y="2000250"/>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rPr>
              <a:t>若</a:t>
            </a:r>
            <a:endPar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endParaRPr>
          </a:p>
        </p:txBody>
      </p:sp>
      <p:graphicFrame>
        <p:nvGraphicFramePr>
          <p:cNvPr id="39941" name="Object 5"/>
          <p:cNvGraphicFramePr>
            <a:graphicFrameLocks noChangeAspect="1"/>
          </p:cNvGraphicFramePr>
          <p:nvPr/>
        </p:nvGraphicFramePr>
        <p:xfrm>
          <a:off x="3286125" y="5500688"/>
          <a:ext cx="3070225" cy="706437"/>
        </p:xfrm>
        <a:graphic>
          <a:graphicData uri="http://schemas.openxmlformats.org/presentationml/2006/ole">
            <mc:AlternateContent xmlns:mc="http://schemas.openxmlformats.org/markup-compatibility/2006">
              <mc:Choice xmlns:v="urn:schemas-microsoft-com:vml" Requires="v">
                <p:oleObj spid="_x0000_s43253" name="Equation" r:id="rId7" imgW="1435100" imgH="330200" progId="Equation.DSMT4">
                  <p:embed/>
                </p:oleObj>
              </mc:Choice>
              <mc:Fallback>
                <p:oleObj name="Equation" r:id="rId7" imgW="1435100" imgH="330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6125" y="5500688"/>
                        <a:ext cx="3070225"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9941"/>
                                        </p:tgtEl>
                                        <p:attrNameLst>
                                          <p:attrName>style.visibility</p:attrName>
                                        </p:attrNameLst>
                                      </p:cBhvr>
                                      <p:to>
                                        <p:strVal val="visible"/>
                                      </p:to>
                                    </p:set>
                                    <p:animEffect transition="in" filter="blinds(horizontal)">
                                      <p:cBhvr>
                                        <p:cTn id="15" dur="500"/>
                                        <p:tgtEl>
                                          <p:spTgt spid="39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8" name="标题 1"/>
          <p:cNvSpPr>
            <a:spLocks noGrp="1"/>
          </p:cNvSpPr>
          <p:nvPr>
            <p:ph type="title"/>
          </p:nvPr>
        </p:nvSpPr>
        <p:spPr/>
        <p:txBody>
          <a:bodyPr/>
          <a:lstStyle/>
          <a:p>
            <a:r>
              <a:rPr lang="en-US" altLang="zh-CN"/>
              <a:t>4.4 </a:t>
            </a:r>
            <a:r>
              <a:rPr lang="zh-CN" altLang="en-US"/>
              <a:t>卷积性质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04A54E7-E1AE-4823-ACE3-6BCD98818CE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15362" name="Object 2"/>
          <p:cNvGraphicFramePr>
            <a:graphicFrameLocks noChangeAspect="1"/>
          </p:cNvGraphicFramePr>
          <p:nvPr/>
        </p:nvGraphicFramePr>
        <p:xfrm>
          <a:off x="2533650" y="1357313"/>
          <a:ext cx="4324350" cy="914400"/>
        </p:xfrm>
        <a:graphic>
          <a:graphicData uri="http://schemas.openxmlformats.org/presentationml/2006/ole">
            <mc:AlternateContent xmlns:mc="http://schemas.openxmlformats.org/markup-compatibility/2006">
              <mc:Choice xmlns:v="urn:schemas-microsoft-com:vml" Requires="v">
                <p:oleObj spid="_x0000_s44394" name="Equation" r:id="rId1" imgW="1651000" imgH="393700" progId="Equation.DSMT4">
                  <p:embed/>
                </p:oleObj>
              </mc:Choice>
              <mc:Fallback>
                <p:oleObj name="Equation" r:id="rId1" imgW="1651000" imgH="3937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3650" y="1357313"/>
                        <a:ext cx="43243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0" name="Rectangle 17"/>
          <p:cNvSpPr>
            <a:spLocks noChangeArrowheads="1"/>
          </p:cNvSpPr>
          <p:nvPr/>
        </p:nvSpPr>
        <p:spPr bwMode="auto">
          <a:xfrm>
            <a:off x="1285875" y="1392238"/>
            <a:ext cx="542925"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rPr>
              <a:t>由</a:t>
            </a:r>
            <a:endPar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endParaRPr>
          </a:p>
        </p:txBody>
      </p:sp>
      <p:sp>
        <p:nvSpPr>
          <p:cNvPr id="11" name="Rectangle 5"/>
          <p:cNvSpPr>
            <a:spLocks noChangeArrowheads="1"/>
          </p:cNvSpPr>
          <p:nvPr/>
        </p:nvSpPr>
        <p:spPr bwMode="auto">
          <a:xfrm>
            <a:off x="762000" y="2446338"/>
            <a:ext cx="7966075"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可将        视为复指数分量        的线性组合，每个     通过</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LTI</a:t>
            </a: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系统时都要受到系统对应的特征值</a:t>
            </a:r>
            <a:r>
              <a:rPr kumimoji="0" lang="en-US" altLang="zh-CN" sz="2800" i="1"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H</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(j</a:t>
            </a:r>
            <a:r>
              <a:rPr kumimoji="0" lang="el-GR" altLang="zh-CN" sz="2800" i="1" u="none" strike="noStrike" kern="1200" cap="none" spc="0" normalizeH="0" baseline="0" noProof="0">
                <a:ln>
                  <a:noFill/>
                </a:ln>
                <a:effectLst/>
                <a:uLnTx/>
                <a:uFillTx/>
                <a:latin typeface="Times New Roman" panose="02020603050405020304" pitchFamily="18" charset="0"/>
                <a:ea typeface="华文楷体" pitchFamily="2" charset="-122"/>
                <a:cs typeface="Times New Roman" panose="02020603050405020304" pitchFamily="18" charset="0"/>
              </a:rPr>
              <a:t>ω</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Times New Roman" panose="02020603050405020304" pitchFamily="18" charset="0"/>
              </a:rPr>
              <a:t>)</a:t>
            </a: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的加权。故：</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12" name="Object 3"/>
          <p:cNvGraphicFramePr>
            <a:graphicFrameLocks noChangeAspect="1"/>
          </p:cNvGraphicFramePr>
          <p:nvPr/>
        </p:nvGraphicFramePr>
        <p:xfrm>
          <a:off x="1614488" y="2555875"/>
          <a:ext cx="669925" cy="487363"/>
        </p:xfrm>
        <a:graphic>
          <a:graphicData uri="http://schemas.openxmlformats.org/presentationml/2006/ole">
            <mc:AlternateContent xmlns:mc="http://schemas.openxmlformats.org/markup-compatibility/2006">
              <mc:Choice xmlns:v="urn:schemas-microsoft-com:vml" Requires="v">
                <p:oleObj spid="_x0000_s44395" name="Equation" r:id="rId3" imgW="279400" imgH="203200" progId="Equation.DSMT4">
                  <p:embed/>
                </p:oleObj>
              </mc:Choice>
              <mc:Fallback>
                <p:oleObj name="Equation" r:id="rId3" imgW="2794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4488" y="2555875"/>
                        <a:ext cx="669925"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6" name="Object 6"/>
          <p:cNvGraphicFramePr>
            <a:graphicFrameLocks noChangeAspect="1"/>
          </p:cNvGraphicFramePr>
          <p:nvPr/>
        </p:nvGraphicFramePr>
        <p:xfrm>
          <a:off x="4929188" y="2500313"/>
          <a:ext cx="571500" cy="485775"/>
        </p:xfrm>
        <a:graphic>
          <a:graphicData uri="http://schemas.openxmlformats.org/presentationml/2006/ole">
            <mc:AlternateContent xmlns:mc="http://schemas.openxmlformats.org/markup-compatibility/2006">
              <mc:Choice xmlns:v="urn:schemas-microsoft-com:vml" Requires="v">
                <p:oleObj spid="_x0000_s44396" name="Equation" r:id="rId5" imgW="241300" imgH="203200" progId="Equation.DSMT4">
                  <p:embed/>
                </p:oleObj>
              </mc:Choice>
              <mc:Fallback>
                <p:oleObj name="Equation" r:id="rId5" imgW="241300" imgH="2032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29188" y="2500313"/>
                        <a:ext cx="5715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8" name="Object 8"/>
          <p:cNvGraphicFramePr>
            <a:graphicFrameLocks noChangeAspect="1"/>
          </p:cNvGraphicFramePr>
          <p:nvPr/>
        </p:nvGraphicFramePr>
        <p:xfrm>
          <a:off x="8358188" y="2514600"/>
          <a:ext cx="571500" cy="485775"/>
        </p:xfrm>
        <a:graphic>
          <a:graphicData uri="http://schemas.openxmlformats.org/presentationml/2006/ole">
            <mc:AlternateContent xmlns:mc="http://schemas.openxmlformats.org/markup-compatibility/2006">
              <mc:Choice xmlns:v="urn:schemas-microsoft-com:vml" Requires="v">
                <p:oleObj spid="_x0000_s44397" name="Equation" r:id="rId7" imgW="241300" imgH="203200" progId="Equation.DSMT4">
                  <p:embed/>
                </p:oleObj>
              </mc:Choice>
              <mc:Fallback>
                <p:oleObj name="Equation" r:id="rId7" imgW="241300" imgH="2032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58188" y="2514600"/>
                        <a:ext cx="5715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9" name="Object 9"/>
          <p:cNvGraphicFramePr>
            <a:graphicFrameLocks noChangeAspect="1"/>
          </p:cNvGraphicFramePr>
          <p:nvPr/>
        </p:nvGraphicFramePr>
        <p:xfrm>
          <a:off x="1339850" y="4206875"/>
          <a:ext cx="6691313" cy="917575"/>
        </p:xfrm>
        <a:graphic>
          <a:graphicData uri="http://schemas.openxmlformats.org/presentationml/2006/ole">
            <mc:AlternateContent xmlns:mc="http://schemas.openxmlformats.org/markup-compatibility/2006">
              <mc:Choice xmlns:v="urn:schemas-microsoft-com:vml" Requires="v">
                <p:oleObj spid="_x0000_s44398" name="Equation" r:id="rId8" imgW="2806700" imgH="393700" progId="Equation.DSMT4">
                  <p:embed/>
                </p:oleObj>
              </mc:Choice>
              <mc:Fallback>
                <p:oleObj name="Equation" r:id="rId8" imgW="2806700" imgH="3937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9850" y="4206875"/>
                        <a:ext cx="6691313"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Text Box 11"/>
          <p:cNvSpPr txBox="1">
            <a:spLocks noChangeArrowheads="1"/>
          </p:cNvSpPr>
          <p:nvPr/>
        </p:nvSpPr>
        <p:spPr bwMode="auto">
          <a:xfrm>
            <a:off x="1357313" y="5572125"/>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rPr>
              <a:t>所以</a:t>
            </a:r>
            <a:endPar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endParaRPr>
          </a:p>
        </p:txBody>
      </p:sp>
      <p:graphicFrame>
        <p:nvGraphicFramePr>
          <p:cNvPr id="21" name="Object 10"/>
          <p:cNvGraphicFramePr>
            <a:graphicFrameLocks noChangeAspect="1"/>
          </p:cNvGraphicFramePr>
          <p:nvPr/>
        </p:nvGraphicFramePr>
        <p:xfrm>
          <a:off x="3357563" y="5627688"/>
          <a:ext cx="3048000" cy="530225"/>
        </p:xfrm>
        <a:graphic>
          <a:graphicData uri="http://schemas.openxmlformats.org/presentationml/2006/ole">
            <mc:AlternateContent xmlns:mc="http://schemas.openxmlformats.org/markup-compatibility/2006">
              <mc:Choice xmlns:v="urn:schemas-microsoft-com:vml" Requires="v">
                <p:oleObj spid="_x0000_s44399" name="Equation" r:id="rId10" imgW="1435100" imgH="203200" progId="Equation.DSMT4">
                  <p:embed/>
                </p:oleObj>
              </mc:Choice>
              <mc:Fallback>
                <p:oleObj name="Equation" r:id="rId10" imgW="1435100" imgH="2032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7563" y="5627688"/>
                        <a:ext cx="3048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par>
                                <p:cTn id="11" presetID="3" presetClass="entr" presetSubtype="10" fill="hold" nodeType="withEffect">
                                  <p:stCondLst>
                                    <p:cond delay="0"/>
                                  </p:stCondLst>
                                  <p:childTnLst>
                                    <p:set>
                                      <p:cBhvr>
                                        <p:cTn id="12" dur="1" fill="hold">
                                          <p:stCondLst>
                                            <p:cond delay="0"/>
                                          </p:stCondLst>
                                        </p:cTn>
                                        <p:tgtEl>
                                          <p:spTgt spid="40966"/>
                                        </p:tgtEl>
                                        <p:attrNameLst>
                                          <p:attrName>style.visibility</p:attrName>
                                        </p:attrNameLst>
                                      </p:cBhvr>
                                      <p:to>
                                        <p:strVal val="visible"/>
                                      </p:to>
                                    </p:set>
                                    <p:animEffect transition="in" filter="blinds(horizontal)">
                                      <p:cBhvr>
                                        <p:cTn id="13" dur="500"/>
                                        <p:tgtEl>
                                          <p:spTgt spid="40966"/>
                                        </p:tgtEl>
                                      </p:cBhvr>
                                    </p:animEffect>
                                  </p:childTnLst>
                                </p:cTn>
                              </p:par>
                              <p:par>
                                <p:cTn id="14" presetID="3" presetClass="entr" presetSubtype="10" fill="hold" nodeType="withEffect">
                                  <p:stCondLst>
                                    <p:cond delay="0"/>
                                  </p:stCondLst>
                                  <p:childTnLst>
                                    <p:set>
                                      <p:cBhvr>
                                        <p:cTn id="15" dur="1" fill="hold">
                                          <p:stCondLst>
                                            <p:cond delay="0"/>
                                          </p:stCondLst>
                                        </p:cTn>
                                        <p:tgtEl>
                                          <p:spTgt spid="40968"/>
                                        </p:tgtEl>
                                        <p:attrNameLst>
                                          <p:attrName>style.visibility</p:attrName>
                                        </p:attrNameLst>
                                      </p:cBhvr>
                                      <p:to>
                                        <p:strVal val="visible"/>
                                      </p:to>
                                    </p:set>
                                    <p:animEffect transition="in" filter="blinds(horizontal)">
                                      <p:cBhvr>
                                        <p:cTn id="16" dur="500"/>
                                        <p:tgtEl>
                                          <p:spTgt spid="4096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0969"/>
                                        </p:tgtEl>
                                        <p:attrNameLst>
                                          <p:attrName>style.visibility</p:attrName>
                                        </p:attrNameLst>
                                      </p:cBhvr>
                                      <p:to>
                                        <p:strVal val="visible"/>
                                      </p:to>
                                    </p:set>
                                    <p:animEffect transition="in" filter="blinds(horizontal)">
                                      <p:cBhvr>
                                        <p:cTn id="21" dur="500"/>
                                        <p:tgtEl>
                                          <p:spTgt spid="4096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blinds(horizontal)">
                                      <p:cBhvr>
                                        <p:cTn id="26" dur="500"/>
                                        <p:tgtEl>
                                          <p:spTgt spid="20"/>
                                        </p:tgtEl>
                                      </p:cBhvr>
                                    </p:animEffect>
                                  </p:childTnLst>
                                </p:cTn>
                              </p:par>
                              <p:par>
                                <p:cTn id="27" presetID="3" presetClass="entr" presetSubtype="1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blinds(horizontal)">
                                      <p:cBhvr>
                                        <p:cTn id="2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en-US" altLang="zh-CN"/>
              <a:t>4.4 </a:t>
            </a:r>
            <a:r>
              <a:rPr lang="zh-CN" altLang="en-US"/>
              <a:t>卷积性质</a:t>
            </a:r>
            <a:endParaRPr lang="zh-CN" altLang="en-US"/>
          </a:p>
        </p:txBody>
      </p:sp>
      <p:sp>
        <p:nvSpPr>
          <p:cNvPr id="3" name="内容占位符 2"/>
          <p:cNvSpPr>
            <a:spLocks noGrp="1"/>
          </p:cNvSpPr>
          <p:nvPr>
            <p:ph idx="1"/>
          </p:nvPr>
        </p:nvSpPr>
        <p:spPr/>
        <p:txBody>
          <a:bodyPr/>
          <a:lstStyle/>
          <a:p>
            <a:pPr algn="just"/>
            <a:r>
              <a:rPr lang="en-US" altLang="zh-CN" b="0" dirty="0"/>
              <a:t>LTI</a:t>
            </a:r>
            <a:r>
              <a:rPr lang="zh-CN" altLang="en-US" b="0" dirty="0"/>
              <a:t>系统的单位冲激响应</a:t>
            </a:r>
            <a:r>
              <a:rPr lang="en-US" altLang="zh-CN" b="0" i="1" dirty="0"/>
              <a:t>h</a:t>
            </a:r>
            <a:r>
              <a:rPr lang="en-US" altLang="zh-CN" b="0" dirty="0"/>
              <a:t>(</a:t>
            </a:r>
            <a:r>
              <a:rPr lang="en-US" altLang="zh-CN" b="0" i="1" dirty="0"/>
              <a:t>t</a:t>
            </a:r>
            <a:r>
              <a:rPr lang="en-US" altLang="zh-CN" b="0" dirty="0"/>
              <a:t>)</a:t>
            </a:r>
            <a:r>
              <a:rPr lang="zh-CN" altLang="en-US" b="0" dirty="0"/>
              <a:t>与频率响应</a:t>
            </a:r>
            <a:r>
              <a:rPr lang="en-US" altLang="zh-CN" b="0" i="1" dirty="0"/>
              <a:t>H</a:t>
            </a:r>
            <a:r>
              <a:rPr lang="en-US" altLang="zh-CN" b="0" dirty="0"/>
              <a:t>(j</a:t>
            </a:r>
            <a:r>
              <a:rPr lang="el-GR" altLang="zh-CN" b="0" i="1" dirty="0">
                <a:cs typeface="Times New Roman" panose="02020603050405020304" pitchFamily="18" charset="0"/>
              </a:rPr>
              <a:t>ω</a:t>
            </a:r>
            <a:r>
              <a:rPr lang="en-US" altLang="zh-CN" b="0" dirty="0">
                <a:cs typeface="Times New Roman" panose="02020603050405020304" pitchFamily="18" charset="0"/>
              </a:rPr>
              <a:t>)</a:t>
            </a:r>
            <a:r>
              <a:rPr lang="zh-CN" altLang="en-US" b="0" dirty="0"/>
              <a:t>一一对应，因而</a:t>
            </a:r>
            <a:r>
              <a:rPr lang="en-US" altLang="zh-CN" b="0" dirty="0"/>
              <a:t>LTI</a:t>
            </a:r>
            <a:r>
              <a:rPr lang="zh-CN" altLang="en-US" b="0" dirty="0"/>
              <a:t>系统可以由其频率响应完全表征。</a:t>
            </a:r>
            <a:endParaRPr lang="en-US" altLang="zh-CN" b="0" dirty="0"/>
          </a:p>
          <a:p>
            <a:pPr algn="just"/>
            <a:r>
              <a:rPr lang="zh-CN" altLang="en-US" b="0" dirty="0"/>
              <a:t>并非任何系统的频率响应都存在。</a:t>
            </a:r>
            <a:endParaRPr lang="en-US" altLang="zh-CN" b="0" dirty="0"/>
          </a:p>
          <a:p>
            <a:pPr algn="just"/>
            <a:r>
              <a:rPr lang="zh-CN" altLang="en-US" b="0" dirty="0"/>
              <a:t>用频率响应表征系统时，一般都限于对稳定系统。</a:t>
            </a:r>
            <a:endParaRPr lang="en-US" altLang="zh-CN" b="0" dirty="0"/>
          </a:p>
          <a:p>
            <a:pPr lvl="1" algn="just"/>
            <a:r>
              <a:rPr lang="zh-CN" altLang="en-US" sz="3200" b="0" dirty="0"/>
              <a:t>稳定性保证了</a:t>
            </a:r>
            <a:r>
              <a:rPr lang="en-US" altLang="zh-CN" sz="3200" b="0" i="1" dirty="0"/>
              <a:t>h</a:t>
            </a:r>
            <a:r>
              <a:rPr lang="en-US" altLang="zh-CN" sz="3200" b="0" dirty="0"/>
              <a:t>(</a:t>
            </a:r>
            <a:r>
              <a:rPr lang="en-US" altLang="zh-CN" sz="3200" b="0" i="1" dirty="0"/>
              <a:t>t</a:t>
            </a:r>
            <a:r>
              <a:rPr lang="en-US" altLang="zh-CN" sz="3200" b="0" dirty="0"/>
              <a:t>)</a:t>
            </a:r>
            <a:r>
              <a:rPr lang="zh-CN" altLang="en-US" sz="3200" b="0" dirty="0"/>
              <a:t>的绝对可积，结合</a:t>
            </a:r>
            <a:r>
              <a:rPr lang="en-US" altLang="zh-CN" sz="3200" b="0" dirty="0"/>
              <a:t>Dirichlet</a:t>
            </a:r>
            <a:r>
              <a:rPr lang="zh-CN" altLang="en-US" sz="3200" b="0" dirty="0"/>
              <a:t>的另外两个条件（实际系统一般满足），则频率响应必然存在。</a:t>
            </a:r>
            <a:endParaRPr lang="zh-CN" altLang="en-US" sz="32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3786137-AD6B-485D-87FB-B819DD569E4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标题 1"/>
          <p:cNvSpPr>
            <a:spLocks noGrp="1"/>
          </p:cNvSpPr>
          <p:nvPr>
            <p:ph type="title"/>
          </p:nvPr>
        </p:nvSpPr>
        <p:spPr/>
        <p:txBody>
          <a:bodyPr/>
          <a:lstStyle/>
          <a:p>
            <a:r>
              <a:rPr lang="en-US" altLang="zh-CN"/>
              <a:t>4.4 </a:t>
            </a:r>
            <a:r>
              <a:rPr lang="zh-CN" altLang="en-US"/>
              <a:t>卷积性质</a:t>
            </a:r>
            <a:endParaRPr lang="zh-CN" altLang="en-US"/>
          </a:p>
        </p:txBody>
      </p:sp>
      <p:sp>
        <p:nvSpPr>
          <p:cNvPr id="16391" name="内容占位符 2"/>
          <p:cNvSpPr>
            <a:spLocks noGrp="1"/>
          </p:cNvSpPr>
          <p:nvPr>
            <p:ph idx="1"/>
          </p:nvPr>
        </p:nvSpPr>
        <p:spPr/>
        <p:txBody>
          <a:bodyPr/>
          <a:lstStyle/>
          <a:p>
            <a:pPr marL="0" indent="0">
              <a:buNone/>
            </a:pPr>
            <a:r>
              <a:rPr lang="zh-CN" altLang="en-US" b="0" dirty="0">
                <a:solidFill>
                  <a:srgbClr val="0000FF"/>
                </a:solidFill>
              </a:rPr>
              <a:t>二</a:t>
            </a:r>
            <a:r>
              <a:rPr lang="en-US" altLang="zh-CN" b="0" dirty="0">
                <a:solidFill>
                  <a:srgbClr val="0000FF"/>
                </a:solidFill>
              </a:rPr>
              <a:t>. LTI</a:t>
            </a:r>
            <a:r>
              <a:rPr lang="zh-CN" altLang="en-US" b="0" dirty="0">
                <a:solidFill>
                  <a:srgbClr val="0000FF"/>
                </a:solidFill>
              </a:rPr>
              <a:t>系统的频域分析法</a:t>
            </a:r>
            <a:r>
              <a:rPr lang="en-US" altLang="zh-CN" b="0" dirty="0">
                <a:solidFill>
                  <a:srgbClr val="0000FF"/>
                </a:solidFill>
              </a:rPr>
              <a:t>:</a:t>
            </a:r>
            <a:endParaRPr lang="en-US" altLang="zh-CN" b="0" dirty="0">
              <a:solidFill>
                <a:srgbClr val="0000FF"/>
              </a:solidFill>
            </a:endParaRPr>
          </a:p>
          <a:p>
            <a:pPr lvl="1"/>
            <a:r>
              <a:rPr lang="zh-CN" altLang="en-US" sz="3200" b="0" dirty="0"/>
              <a:t>根据卷积特性</a:t>
            </a:r>
            <a:r>
              <a:rPr lang="en-US" altLang="zh-CN" sz="3200" b="0" dirty="0"/>
              <a:t>,</a:t>
            </a:r>
            <a:r>
              <a:rPr lang="zh-CN" altLang="en-US" sz="3200" b="0" dirty="0"/>
              <a:t>可以对</a:t>
            </a:r>
            <a:r>
              <a:rPr lang="en-US" altLang="zh-CN" sz="3200" b="0" dirty="0"/>
              <a:t>LTI</a:t>
            </a:r>
            <a:r>
              <a:rPr lang="zh-CN" altLang="en-US" sz="3200" b="0" dirty="0"/>
              <a:t>系统进行频域分析</a:t>
            </a:r>
            <a:r>
              <a:rPr lang="en-US" altLang="zh-CN" sz="3200" b="0" dirty="0"/>
              <a:t>, </a:t>
            </a:r>
            <a:r>
              <a:rPr lang="zh-CN" altLang="en-US" sz="3200" b="0" dirty="0"/>
              <a:t>其过程为</a:t>
            </a:r>
            <a:r>
              <a:rPr lang="en-US" altLang="zh-CN" sz="3200" b="0" dirty="0"/>
              <a:t>:</a:t>
            </a:r>
            <a:endParaRPr lang="zh-CN" altLang="en-US" sz="32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5FF52EB-B33A-46D2-AA0A-0FF6ECACBD7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Text Box 5"/>
          <p:cNvSpPr txBox="1">
            <a:spLocks noChangeArrowheads="1"/>
          </p:cNvSpPr>
          <p:nvPr/>
        </p:nvSpPr>
        <p:spPr bwMode="auto">
          <a:xfrm>
            <a:off x="1722438" y="3048000"/>
            <a:ext cx="5635625" cy="297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3200" i="0" u="none" strike="noStrike" kern="1200" cap="none" spc="0" normalizeH="0" baseline="0" noProof="0" dirty="0">
                <a:ln>
                  <a:noFill/>
                </a:ln>
                <a:effectLst/>
                <a:uLnTx/>
                <a:uFillTx/>
                <a:latin typeface="华文楷体" pitchFamily="2" charset="-122"/>
                <a:ea typeface="华文楷体" pitchFamily="2" charset="-122"/>
                <a:cs typeface="楷体_GB2312" panose="02010609030101010101" pitchFamily="49" charset="-122"/>
              </a:rPr>
              <a:t>1. </a:t>
            </a:r>
            <a:r>
              <a:rPr kumimoji="0" lang="zh-CN" altLang="en-US" sz="3200" i="0" u="none" strike="noStrike" kern="1200" cap="none" spc="0" normalizeH="0" baseline="0" noProof="0" dirty="0">
                <a:ln>
                  <a:noFill/>
                </a:ln>
                <a:effectLst/>
                <a:uLnTx/>
                <a:uFillTx/>
                <a:latin typeface="华文楷体" pitchFamily="2" charset="-122"/>
                <a:ea typeface="华文楷体" pitchFamily="2" charset="-122"/>
                <a:cs typeface="楷体_GB2312" panose="02010609030101010101" pitchFamily="49" charset="-122"/>
              </a:rPr>
              <a:t>由</a:t>
            </a:r>
            <a:endParaRPr kumimoji="0" lang="zh-CN" altLang="en-US" sz="3200" i="0" u="none" strike="noStrike" kern="1200" cap="none" spc="0" normalizeH="0" baseline="0" noProof="0" dirty="0">
              <a:ln>
                <a:noFill/>
              </a:ln>
              <a:effectLst/>
              <a:uLnTx/>
              <a:uFillTx/>
              <a:latin typeface="华文楷体" pitchFamily="2" charset="-122"/>
              <a:ea typeface="华文楷体" pitchFamily="2" charset="-122"/>
              <a:cs typeface="楷体_GB2312" panose="02010609030101010101" pitchFamily="49"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3200" i="0" u="none" strike="noStrike" kern="1200" cap="none" spc="0" normalizeH="0" baseline="0" noProof="0" dirty="0">
                <a:ln>
                  <a:noFill/>
                </a:ln>
                <a:effectLst/>
                <a:uLnTx/>
                <a:uFillTx/>
                <a:latin typeface="华文楷体" pitchFamily="2" charset="-122"/>
                <a:ea typeface="华文楷体" pitchFamily="2" charset="-122"/>
                <a:cs typeface="楷体_GB2312" panose="02010609030101010101" pitchFamily="49" charset="-122"/>
              </a:rPr>
              <a:t>2. </a:t>
            </a:r>
            <a:r>
              <a:rPr kumimoji="0" lang="zh-CN" altLang="en-US" sz="3200" i="0" u="none" strike="noStrike" kern="1200" cap="none" spc="0" normalizeH="0" baseline="0" noProof="0" dirty="0">
                <a:ln>
                  <a:noFill/>
                </a:ln>
                <a:effectLst/>
                <a:uLnTx/>
                <a:uFillTx/>
                <a:latin typeface="华文楷体" pitchFamily="2" charset="-122"/>
                <a:ea typeface="华文楷体" pitchFamily="2" charset="-122"/>
                <a:cs typeface="楷体_GB2312" panose="02010609030101010101" pitchFamily="49" charset="-122"/>
              </a:rPr>
              <a:t>根据系统的描述，求出</a:t>
            </a:r>
            <a:endParaRPr kumimoji="0" lang="zh-CN" altLang="en-US" sz="3200" i="0" u="none" strike="noStrike" kern="1200" cap="none" spc="0" normalizeH="0" baseline="0" noProof="0" dirty="0">
              <a:ln>
                <a:noFill/>
              </a:ln>
              <a:effectLst/>
              <a:uLnTx/>
              <a:uFillTx/>
              <a:latin typeface="华文楷体" pitchFamily="2" charset="-122"/>
              <a:ea typeface="华文楷体" pitchFamily="2" charset="-122"/>
              <a:cs typeface="楷体_GB2312" panose="02010609030101010101" pitchFamily="49"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3200" i="0" u="none" strike="noStrike" kern="1200" cap="none" spc="0" normalizeH="0" baseline="0" noProof="0" dirty="0">
                <a:ln>
                  <a:noFill/>
                </a:ln>
                <a:effectLst/>
                <a:uLnTx/>
                <a:uFillTx/>
                <a:latin typeface="华文楷体" pitchFamily="2" charset="-122"/>
                <a:ea typeface="华文楷体" pitchFamily="2" charset="-122"/>
                <a:cs typeface="楷体_GB2312" panose="02010609030101010101" pitchFamily="49" charset="-122"/>
              </a:rPr>
              <a:t>3.</a:t>
            </a:r>
            <a:endParaRPr kumimoji="0" lang="en-US" altLang="zh-CN" sz="3200" i="0" u="none" strike="noStrike" kern="1200" cap="none" spc="0" normalizeH="0" baseline="0" noProof="0" dirty="0">
              <a:ln>
                <a:noFill/>
              </a:ln>
              <a:effectLst/>
              <a:uLnTx/>
              <a:uFillTx/>
              <a:latin typeface="华文楷体" pitchFamily="2" charset="-122"/>
              <a:ea typeface="华文楷体" pitchFamily="2" charset="-122"/>
              <a:cs typeface="楷体_GB2312" panose="02010609030101010101" pitchFamily="49"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3200" i="0" u="none" strike="noStrike" kern="1200" cap="none" spc="0" normalizeH="0" baseline="0" noProof="0" dirty="0">
                <a:ln>
                  <a:noFill/>
                </a:ln>
                <a:effectLst/>
                <a:uLnTx/>
                <a:uFillTx/>
                <a:latin typeface="华文楷体" pitchFamily="2" charset="-122"/>
                <a:ea typeface="华文楷体" pitchFamily="2" charset="-122"/>
                <a:cs typeface="楷体_GB2312" panose="02010609030101010101" pitchFamily="49" charset="-122"/>
              </a:rPr>
              <a:t>4.  </a:t>
            </a:r>
            <a:endParaRPr kumimoji="0" lang="en-US" altLang="zh-CN" sz="3200" i="0" u="none" strike="noStrike" kern="1200" cap="none" spc="0" normalizeH="0" baseline="0" noProof="0" dirty="0">
              <a:ln>
                <a:noFill/>
              </a:ln>
              <a:effectLst/>
              <a:uLnTx/>
              <a:uFillTx/>
              <a:latin typeface="华文楷体" pitchFamily="2" charset="-122"/>
              <a:ea typeface="华文楷体" pitchFamily="2" charset="-122"/>
              <a:cs typeface="楷体_GB2312" panose="02010609030101010101" pitchFamily="49" charset="-122"/>
            </a:endParaRPr>
          </a:p>
        </p:txBody>
      </p:sp>
      <p:graphicFrame>
        <p:nvGraphicFramePr>
          <p:cNvPr id="7" name="Object 2"/>
          <p:cNvGraphicFramePr>
            <a:graphicFrameLocks noChangeAspect="1"/>
          </p:cNvGraphicFramePr>
          <p:nvPr/>
        </p:nvGraphicFramePr>
        <p:xfrm>
          <a:off x="2672398" y="3274426"/>
          <a:ext cx="2468880" cy="548208"/>
        </p:xfrm>
        <a:graphic>
          <a:graphicData uri="http://schemas.openxmlformats.org/presentationml/2006/ole">
            <mc:AlternateContent xmlns:mc="http://schemas.openxmlformats.org/markup-compatibility/2006">
              <mc:Choice xmlns:v="urn:schemas-microsoft-com:vml" Requires="v">
                <p:oleObj spid="_x0000_s45298" name="Equation" r:id="rId1" imgW="914400" imgH="203200" progId="Equation.DSMT4">
                  <p:embed/>
                </p:oleObj>
              </mc:Choice>
              <mc:Fallback>
                <p:oleObj name="Equation" r:id="rId1" imgW="914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2398" y="3274426"/>
                        <a:ext cx="2468880" cy="548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3"/>
          <p:cNvGraphicFramePr>
            <a:graphicFrameLocks noChangeAspect="1"/>
          </p:cNvGraphicFramePr>
          <p:nvPr/>
        </p:nvGraphicFramePr>
        <p:xfrm>
          <a:off x="6289992" y="3988116"/>
          <a:ext cx="1234440" cy="548208"/>
        </p:xfrm>
        <a:graphic>
          <a:graphicData uri="http://schemas.openxmlformats.org/presentationml/2006/ole">
            <mc:AlternateContent xmlns:mc="http://schemas.openxmlformats.org/markup-compatibility/2006">
              <mc:Choice xmlns:v="urn:schemas-microsoft-com:vml" Requires="v">
                <p:oleObj spid="_x0000_s45299" name="Equation" r:id="rId3" imgW="457200" imgH="203200" progId="Equation.DSMT4">
                  <p:embed/>
                </p:oleObj>
              </mc:Choice>
              <mc:Fallback>
                <p:oleObj name="Equation" r:id="rId3" imgW="4572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9992" y="3988116"/>
                        <a:ext cx="1234440" cy="548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4"/>
          <p:cNvGraphicFramePr>
            <a:graphicFrameLocks noChangeAspect="1"/>
          </p:cNvGraphicFramePr>
          <p:nvPr/>
        </p:nvGraphicFramePr>
        <p:xfrm>
          <a:off x="2211192" y="4729111"/>
          <a:ext cx="3771360" cy="548208"/>
        </p:xfrm>
        <a:graphic>
          <a:graphicData uri="http://schemas.openxmlformats.org/presentationml/2006/ole">
            <mc:AlternateContent xmlns:mc="http://schemas.openxmlformats.org/markup-compatibility/2006">
              <mc:Choice xmlns:v="urn:schemas-microsoft-com:vml" Requires="v">
                <p:oleObj spid="_x0000_s45300" name="Equation" r:id="rId5" imgW="1396365" imgH="203200" progId="Equation.DSMT4">
                  <p:embed/>
                </p:oleObj>
              </mc:Choice>
              <mc:Fallback>
                <p:oleObj name="Equation" r:id="rId5" imgW="1396365"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1192" y="4729111"/>
                        <a:ext cx="3771360" cy="548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5"/>
          <p:cNvGraphicFramePr>
            <a:graphicFrameLocks noChangeAspect="1"/>
          </p:cNvGraphicFramePr>
          <p:nvPr/>
        </p:nvGraphicFramePr>
        <p:xfrm>
          <a:off x="2211192" y="5375871"/>
          <a:ext cx="3120120" cy="617220"/>
        </p:xfrm>
        <a:graphic>
          <a:graphicData uri="http://schemas.openxmlformats.org/presentationml/2006/ole">
            <mc:AlternateContent xmlns:mc="http://schemas.openxmlformats.org/markup-compatibility/2006">
              <mc:Choice xmlns:v="urn:schemas-microsoft-com:vml" Requires="v">
                <p:oleObj spid="_x0000_s45301" name="Equation" r:id="rId7" imgW="1155700" imgH="228600" progId="Equation.DSMT4">
                  <p:embed/>
                </p:oleObj>
              </mc:Choice>
              <mc:Fallback>
                <p:oleObj name="Equation" r:id="rId7" imgW="11557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1192" y="5375871"/>
                        <a:ext cx="3120120" cy="617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blinds(horizontal)">
                                      <p:cBhvr>
                                        <p:cTn id="15" dur="500"/>
                                        <p:tgtEl>
                                          <p:spTgt spid="6">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blinds(horizontal)">
                                      <p:cBhvr>
                                        <p:cTn id="23" dur="500"/>
                                        <p:tgtEl>
                                          <p:spTgt spid="6">
                                            <p:txEl>
                                              <p:pRg st="2" end="2"/>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Effect transition="in" filter="blinds(horizontal)">
                                      <p:cBhvr>
                                        <p:cTn id="31" dur="500"/>
                                        <p:tgtEl>
                                          <p:spTgt spid="6">
                                            <p:txEl>
                                              <p:pRg st="3" end="3"/>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linds(horizontal)">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130" eaLnBrk="0" hangingPunct="0">
              <a:defRPr>
                <a:solidFill>
                  <a:schemeClr val="tx1"/>
                </a:solidFill>
                <a:latin typeface="Times New Roman" panose="02020603050405020304" pitchFamily="18" charset="0"/>
              </a:defRPr>
            </a:lvl1pPr>
            <a:lvl2pPr marL="742950" indent="-285750" defTabSz="913130" eaLnBrk="0" hangingPunct="0">
              <a:defRPr>
                <a:solidFill>
                  <a:schemeClr val="tx1"/>
                </a:solidFill>
                <a:latin typeface="Times New Roman" panose="02020603050405020304" pitchFamily="18" charset="0"/>
              </a:defRPr>
            </a:lvl2pPr>
            <a:lvl3pPr marL="1143000" indent="-228600" defTabSz="913130" eaLnBrk="0" hangingPunct="0">
              <a:defRPr>
                <a:solidFill>
                  <a:schemeClr val="tx1"/>
                </a:solidFill>
                <a:latin typeface="Times New Roman" panose="02020603050405020304" pitchFamily="18" charset="0"/>
              </a:defRPr>
            </a:lvl3pPr>
            <a:lvl4pPr marL="1600200" indent="-228600" defTabSz="913130" eaLnBrk="0" hangingPunct="0">
              <a:defRPr>
                <a:solidFill>
                  <a:schemeClr val="tx1"/>
                </a:solidFill>
                <a:latin typeface="Times New Roman" panose="02020603050405020304" pitchFamily="18" charset="0"/>
              </a:defRPr>
            </a:lvl4pPr>
            <a:lvl5pPr marL="2057400" indent="-228600" defTabSz="913130" eaLnBrk="0" hangingPunct="0">
              <a:defRPr>
                <a:solidFill>
                  <a:schemeClr val="tx1"/>
                </a:solidFill>
                <a:latin typeface="Times New Roman" panose="02020603050405020304" pitchFamily="18" charset="0"/>
              </a:defRPr>
            </a:lvl5pPr>
            <a:lvl6pPr marL="2514600" indent="-228600" defTabSz="91313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91313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91313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91313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fld id="{4F778A9A-13D1-49FB-8689-5DC8AA323089}" type="slidenum">
              <a:rPr lang="zh-CN" altLang="en-US"/>
            </a:fld>
            <a:endParaRPr lang="en-US" altLang="zh-CN" sz="1400"/>
          </a:p>
        </p:txBody>
      </p:sp>
      <p:sp>
        <p:nvSpPr>
          <p:cNvPr id="51203" name="TextBox 5"/>
          <p:cNvSpPr txBox="1">
            <a:spLocks noChangeArrowheads="1"/>
          </p:cNvSpPr>
          <p:nvPr/>
        </p:nvSpPr>
        <p:spPr bwMode="auto">
          <a:xfrm>
            <a:off x="611560" y="1295400"/>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zh-CN" altLang="en-US" sz="2400" dirty="0">
                <a:solidFill>
                  <a:srgbClr val="0000FF"/>
                </a:solidFill>
                <a:latin typeface="华文楷体" pitchFamily="2" charset="-122"/>
                <a:ea typeface="华文楷体" pitchFamily="2" charset="-122"/>
              </a:rPr>
              <a:t>例：</a:t>
            </a:r>
            <a:endParaRPr lang="zh-CN" altLang="en-US" sz="2400" dirty="0">
              <a:solidFill>
                <a:srgbClr val="0000FF"/>
              </a:solidFill>
              <a:latin typeface="华文楷体" pitchFamily="2" charset="-122"/>
              <a:ea typeface="华文楷体" pitchFamily="2" charset="-122"/>
            </a:endParaRPr>
          </a:p>
        </p:txBody>
      </p:sp>
      <p:pic>
        <p:nvPicPr>
          <p:cNvPr id="5120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1511300"/>
            <a:ext cx="28321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111500"/>
            <a:ext cx="330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810000"/>
            <a:ext cx="8202613"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7"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8200" y="2679700"/>
            <a:ext cx="2794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8"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1900" y="1549400"/>
            <a:ext cx="19177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标题 1"/>
          <p:cNvSpPr>
            <a:spLocks noGrp="1"/>
          </p:cNvSpPr>
          <p:nvPr>
            <p:ph type="title"/>
          </p:nvPr>
        </p:nvSpPr>
        <p:spPr>
          <a:xfrm>
            <a:off x="457200" y="274638"/>
            <a:ext cx="8229600" cy="725487"/>
          </a:xfrm>
        </p:spPr>
        <p:txBody>
          <a:bodyPr/>
          <a:lstStyle/>
          <a:p>
            <a:r>
              <a:rPr lang="en-US" altLang="zh-CN"/>
              <a:t>4.4 </a:t>
            </a:r>
            <a:r>
              <a:rPr lang="zh-CN" altLang="en-US"/>
              <a:t>卷积性质</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53255"/>
                                        </p:tgtEl>
                                        <p:attrNameLst>
                                          <p:attrName>style.visibility</p:attrName>
                                        </p:attrNameLst>
                                      </p:cBhvr>
                                      <p:to>
                                        <p:strVal val="visible"/>
                                      </p:to>
                                    </p:set>
                                    <p:anim calcmode="lin" valueType="num">
                                      <p:cBhvr>
                                        <p:cTn id="7" dur="500" fill="hold"/>
                                        <p:tgtEl>
                                          <p:spTgt spid="53255"/>
                                        </p:tgtEl>
                                        <p:attrNameLst>
                                          <p:attrName>ppt_x</p:attrName>
                                        </p:attrNameLst>
                                      </p:cBhvr>
                                      <p:tavLst>
                                        <p:tav tm="0">
                                          <p:val>
                                            <p:strVal val="#ppt_x"/>
                                          </p:val>
                                        </p:tav>
                                        <p:tav tm="100000">
                                          <p:val>
                                            <p:strVal val="#ppt_x"/>
                                          </p:val>
                                        </p:tav>
                                      </p:tavLst>
                                    </p:anim>
                                    <p:anim calcmode="lin" valueType="num">
                                      <p:cBhvr>
                                        <p:cTn id="8" dur="500" fill="hold"/>
                                        <p:tgtEl>
                                          <p:spTgt spid="53255"/>
                                        </p:tgtEl>
                                        <p:attrNameLst>
                                          <p:attrName>ppt_y</p:attrName>
                                        </p:attrNameLst>
                                      </p:cBhvr>
                                      <p:tavLst>
                                        <p:tav tm="0">
                                          <p:val>
                                            <p:strVal val="#ppt_y-#ppt_h/2"/>
                                          </p:val>
                                        </p:tav>
                                        <p:tav tm="100000">
                                          <p:val>
                                            <p:strVal val="#ppt_y"/>
                                          </p:val>
                                        </p:tav>
                                      </p:tavLst>
                                    </p:anim>
                                    <p:anim calcmode="lin" valueType="num">
                                      <p:cBhvr>
                                        <p:cTn id="9" dur="500" fill="hold"/>
                                        <p:tgtEl>
                                          <p:spTgt spid="53255"/>
                                        </p:tgtEl>
                                        <p:attrNameLst>
                                          <p:attrName>ppt_w</p:attrName>
                                        </p:attrNameLst>
                                      </p:cBhvr>
                                      <p:tavLst>
                                        <p:tav tm="0">
                                          <p:val>
                                            <p:strVal val="#ppt_w"/>
                                          </p:val>
                                        </p:tav>
                                        <p:tav tm="100000">
                                          <p:val>
                                            <p:strVal val="#ppt_w"/>
                                          </p:val>
                                        </p:tav>
                                      </p:tavLst>
                                    </p:anim>
                                    <p:anim calcmode="lin" valueType="num">
                                      <p:cBhvr>
                                        <p:cTn id="10" dur="500" fill="hold"/>
                                        <p:tgtEl>
                                          <p:spTgt spid="53255"/>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7" presetClass="entr" presetSubtype="10" fill="hold" nodeType="afterEffect">
                                  <p:stCondLst>
                                    <p:cond delay="0"/>
                                  </p:stCondLst>
                                  <p:childTnLst>
                                    <p:set>
                                      <p:cBhvr>
                                        <p:cTn id="13" dur="1" fill="hold">
                                          <p:stCondLst>
                                            <p:cond delay="0"/>
                                          </p:stCondLst>
                                        </p:cTn>
                                        <p:tgtEl>
                                          <p:spTgt spid="53256"/>
                                        </p:tgtEl>
                                        <p:attrNameLst>
                                          <p:attrName>style.visibility</p:attrName>
                                        </p:attrNameLst>
                                      </p:cBhvr>
                                      <p:to>
                                        <p:strVal val="visible"/>
                                      </p:to>
                                    </p:set>
                                    <p:anim calcmode="lin" valueType="num">
                                      <p:cBhvr>
                                        <p:cTn id="14" dur="500" fill="hold"/>
                                        <p:tgtEl>
                                          <p:spTgt spid="53256"/>
                                        </p:tgtEl>
                                        <p:attrNameLst>
                                          <p:attrName>ppt_w</p:attrName>
                                        </p:attrNameLst>
                                      </p:cBhvr>
                                      <p:tavLst>
                                        <p:tav tm="0">
                                          <p:val>
                                            <p:fltVal val="0"/>
                                          </p:val>
                                        </p:tav>
                                        <p:tav tm="100000">
                                          <p:val>
                                            <p:strVal val="#ppt_w"/>
                                          </p:val>
                                        </p:tav>
                                      </p:tavLst>
                                    </p:anim>
                                    <p:anim calcmode="lin" valueType="num">
                                      <p:cBhvr>
                                        <p:cTn id="15" dur="500" fill="hold"/>
                                        <p:tgtEl>
                                          <p:spTgt spid="53256"/>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4" fill="hold" nodeType="clickEffect">
                                  <p:stCondLst>
                                    <p:cond delay="0"/>
                                  </p:stCondLst>
                                  <p:childTnLst>
                                    <p:set>
                                      <p:cBhvr>
                                        <p:cTn id="19" dur="1" fill="hold">
                                          <p:stCondLst>
                                            <p:cond delay="0"/>
                                          </p:stCondLst>
                                        </p:cTn>
                                        <p:tgtEl>
                                          <p:spTgt spid="53257"/>
                                        </p:tgtEl>
                                        <p:attrNameLst>
                                          <p:attrName>style.visibility</p:attrName>
                                        </p:attrNameLst>
                                      </p:cBhvr>
                                      <p:to>
                                        <p:strVal val="visible"/>
                                      </p:to>
                                    </p:set>
                                    <p:anim calcmode="lin" valueType="num">
                                      <p:cBhvr>
                                        <p:cTn id="20" dur="500" fill="hold"/>
                                        <p:tgtEl>
                                          <p:spTgt spid="53257"/>
                                        </p:tgtEl>
                                        <p:attrNameLst>
                                          <p:attrName>ppt_x</p:attrName>
                                        </p:attrNameLst>
                                      </p:cBhvr>
                                      <p:tavLst>
                                        <p:tav tm="0">
                                          <p:val>
                                            <p:strVal val="#ppt_x"/>
                                          </p:val>
                                        </p:tav>
                                        <p:tav tm="100000">
                                          <p:val>
                                            <p:strVal val="#ppt_x"/>
                                          </p:val>
                                        </p:tav>
                                      </p:tavLst>
                                    </p:anim>
                                    <p:anim calcmode="lin" valueType="num">
                                      <p:cBhvr>
                                        <p:cTn id="21" dur="500" fill="hold"/>
                                        <p:tgtEl>
                                          <p:spTgt spid="53257"/>
                                        </p:tgtEl>
                                        <p:attrNameLst>
                                          <p:attrName>ppt_y</p:attrName>
                                        </p:attrNameLst>
                                      </p:cBhvr>
                                      <p:tavLst>
                                        <p:tav tm="0">
                                          <p:val>
                                            <p:strVal val="#ppt_y+#ppt_h/2"/>
                                          </p:val>
                                        </p:tav>
                                        <p:tav tm="100000">
                                          <p:val>
                                            <p:strVal val="#ppt_y"/>
                                          </p:val>
                                        </p:tav>
                                      </p:tavLst>
                                    </p:anim>
                                    <p:anim calcmode="lin" valueType="num">
                                      <p:cBhvr>
                                        <p:cTn id="22" dur="500" fill="hold"/>
                                        <p:tgtEl>
                                          <p:spTgt spid="53257"/>
                                        </p:tgtEl>
                                        <p:attrNameLst>
                                          <p:attrName>ppt_w</p:attrName>
                                        </p:attrNameLst>
                                      </p:cBhvr>
                                      <p:tavLst>
                                        <p:tav tm="0">
                                          <p:val>
                                            <p:strVal val="#ppt_w"/>
                                          </p:val>
                                        </p:tav>
                                        <p:tav tm="100000">
                                          <p:val>
                                            <p:strVal val="#ppt_w"/>
                                          </p:val>
                                        </p:tav>
                                      </p:tavLst>
                                    </p:anim>
                                    <p:anim calcmode="lin" valueType="num">
                                      <p:cBhvr>
                                        <p:cTn id="23" dur="500" fill="hold"/>
                                        <p:tgtEl>
                                          <p:spTgt spid="53257"/>
                                        </p:tgtEl>
                                        <p:attrNameLst>
                                          <p:attrName>ppt_h</p:attrName>
                                        </p:attrNameLst>
                                      </p:cBhvr>
                                      <p:tavLst>
                                        <p:tav tm="0">
                                          <p:val>
                                            <p:fltVal val="0"/>
                                          </p:val>
                                        </p:tav>
                                        <p:tav tm="100000">
                                          <p:val>
                                            <p:strVal val="#ppt_h"/>
                                          </p:val>
                                        </p:tav>
                                      </p:tavLst>
                                    </p:anim>
                                  </p:childTnLst>
                                </p:cTn>
                              </p:par>
                            </p:childTnLst>
                          </p:cTn>
                        </p:par>
                        <p:par>
                          <p:cTn id="24" fill="hold">
                            <p:stCondLst>
                              <p:cond delay="500"/>
                            </p:stCondLst>
                            <p:childTnLst>
                              <p:par>
                                <p:cTn id="25" presetID="17" presetClass="entr" presetSubtype="10" fill="hold" nodeType="afterEffect">
                                  <p:stCondLst>
                                    <p:cond delay="0"/>
                                  </p:stCondLst>
                                  <p:childTnLst>
                                    <p:set>
                                      <p:cBhvr>
                                        <p:cTn id="26" dur="1" fill="hold">
                                          <p:stCondLst>
                                            <p:cond delay="0"/>
                                          </p:stCondLst>
                                        </p:cTn>
                                        <p:tgtEl>
                                          <p:spTgt spid="53258"/>
                                        </p:tgtEl>
                                        <p:attrNameLst>
                                          <p:attrName>style.visibility</p:attrName>
                                        </p:attrNameLst>
                                      </p:cBhvr>
                                      <p:to>
                                        <p:strVal val="visible"/>
                                      </p:to>
                                    </p:set>
                                    <p:anim calcmode="lin" valueType="num">
                                      <p:cBhvr>
                                        <p:cTn id="27" dur="500" fill="hold"/>
                                        <p:tgtEl>
                                          <p:spTgt spid="53258"/>
                                        </p:tgtEl>
                                        <p:attrNameLst>
                                          <p:attrName>ppt_w</p:attrName>
                                        </p:attrNameLst>
                                      </p:cBhvr>
                                      <p:tavLst>
                                        <p:tav tm="0">
                                          <p:val>
                                            <p:fltVal val="0"/>
                                          </p:val>
                                        </p:tav>
                                        <p:tav tm="100000">
                                          <p:val>
                                            <p:strVal val="#ppt_w"/>
                                          </p:val>
                                        </p:tav>
                                      </p:tavLst>
                                    </p:anim>
                                    <p:anim calcmode="lin" valueType="num">
                                      <p:cBhvr>
                                        <p:cTn id="28" dur="500" fill="hold"/>
                                        <p:tgtEl>
                                          <p:spTgt spid="5325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146" name="Object 2"/>
              <p:cNvSpPr txBox="1"/>
              <p:nvPr/>
            </p:nvSpPr>
            <p:spPr bwMode="auto">
              <a:xfrm>
                <a:off x="323528" y="1277937"/>
                <a:ext cx="8496944" cy="1969322"/>
              </a:xfrm>
              <a:prstGeom prst="rect">
                <a:avLst/>
              </a:prstGeom>
              <a:noFill/>
            </p:spPr>
            <p:txBody>
              <a:bodyPr>
                <a:spAutoFit/>
              </a:bodyPr>
              <a:lstStyle/>
              <a:p>
                <a:r>
                  <a:rPr lang="zh-CN" altLang="en-US" sz="2400" dirty="0">
                    <a:solidFill>
                      <a:srgbClr val="0000FF"/>
                    </a:solidFill>
                    <a:latin typeface="Cambria Math" panose="02040503050406030204" pitchFamily="18" charset="0"/>
                    <a:ea typeface="楷体" panose="02010609060101010101" pitchFamily="49" charset="-122"/>
                  </a:rPr>
                  <a:t>练习</a:t>
                </a:r>
                <a:r>
                  <a:rPr lang="zh-CN" altLang="en-US" sz="2400" dirty="0">
                    <a:solidFill>
                      <a:srgbClr val="000000"/>
                    </a:solidFill>
                    <a:latin typeface="Cambria Math" panose="02040503050406030204" pitchFamily="18" charset="0"/>
                    <a:ea typeface="楷体" panose="02010609060101010101" pitchFamily="49" charset="-122"/>
                  </a:rPr>
                  <a:t>：</a:t>
                </a:r>
                <a:r>
                  <a:rPr lang="en-US" sz="2400" i="0" dirty="0">
                    <a:solidFill>
                      <a:srgbClr val="000000"/>
                    </a:solidFill>
                    <a:latin typeface="Cambria Math" panose="02040503050406030204" pitchFamily="18" charset="0"/>
                    <a:ea typeface="楷体" panose="02010609060101010101" pitchFamily="49" charset="-122"/>
                  </a:rPr>
                  <a:t>考虑一LTI系统S</a:t>
                </a:r>
                <a:r>
                  <a:rPr lang="zh-CN" altLang="en-US" sz="2400" i="0" dirty="0">
                    <a:solidFill>
                      <a:srgbClr val="000000"/>
                    </a:solidFill>
                    <a:latin typeface="Cambria Math" panose="02040503050406030204" pitchFamily="18" charset="0"/>
                    <a:ea typeface="楷体" panose="02010609060101010101" pitchFamily="49" charset="-122"/>
                  </a:rPr>
                  <a:t>，</a:t>
                </a:r>
                <a:r>
                  <a:rPr lang="en-US" sz="2400" i="0" dirty="0">
                    <a:solidFill>
                      <a:srgbClr val="000000"/>
                    </a:solidFill>
                    <a:latin typeface="Cambria Math" panose="02040503050406030204" pitchFamily="18" charset="0"/>
                    <a:ea typeface="楷体" panose="02010609060101010101" pitchFamily="49" charset="-122"/>
                  </a:rPr>
                  <a:t>其单位冲激响应为</a:t>
                </a:r>
                <a:endParaRPr lang="en-US" sz="2400" i="0" dirty="0">
                  <a:solidFill>
                    <a:srgbClr val="000000"/>
                  </a:solidFill>
                  <a:latin typeface="Cambria Math" panose="02040503050406030204" pitchFamily="18" charset="0"/>
                  <a:ea typeface="楷体" panose="02010609060101010101" pitchFamily="49" charset="-122"/>
                </a:endParaRPr>
              </a:p>
              <a:p>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ℎ</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4</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m:t>
                          </m:r>
                        </m:den>
                      </m:f>
                    </m:oMath>
                  </m:oMathPara>
                </a14:m>
                <a:endParaRPr lang="en-US" sz="2400" i="0" dirty="0">
                  <a:solidFill>
                    <a:srgbClr val="000000"/>
                  </a:solidFill>
                  <a:latin typeface="Cambria Math" panose="02040503050406030204" pitchFamily="18" charset="0"/>
                  <a:ea typeface="楷体" panose="02010609060101010101" pitchFamily="49" charset="-122"/>
                </a:endParaRPr>
              </a:p>
              <a:p>
                <a:r>
                  <a:rPr lang="en-US" sz="2400" i="0" dirty="0">
                    <a:solidFill>
                      <a:srgbClr val="000000"/>
                    </a:solidFill>
                    <a:latin typeface="Cambria Math" panose="02040503050406030204" pitchFamily="18" charset="0"/>
                    <a:ea typeface="楷体" panose="02010609060101010101" pitchFamily="49" charset="-122"/>
                  </a:rPr>
                  <a:t>求系统对输入信号</a:t>
                </a:r>
                <a14:m>
                  <m:oMath xmlns:m="http://schemas.openxmlformats.org/officeDocument/2006/math">
                    <m:r>
                      <a:rPr lang="en-US" sz="2400" i="1" dirty="0" smtClean="0">
                        <a:solidFill>
                          <a:srgbClr val="000000"/>
                        </a:solidFill>
                        <a:latin typeface="Cambria Math" panose="02040503050406030204" pitchFamily="18" charset="0"/>
                      </a:rPr>
                      <m:t>𝑥</m:t>
                    </m:r>
                    <m:r>
                      <a:rPr lang="en-US" sz="2400" i="1" dirty="0" smtClean="0">
                        <a:solidFill>
                          <a:srgbClr val="000000"/>
                        </a:solidFill>
                        <a:latin typeface="Cambria Math" panose="02040503050406030204" pitchFamily="18" charset="0"/>
                      </a:rPr>
                      <m:t>(</m:t>
                    </m:r>
                    <m:r>
                      <a:rPr lang="en-US" sz="2400" i="1" dirty="0" smtClean="0">
                        <a:solidFill>
                          <a:srgbClr val="000000"/>
                        </a:solidFill>
                        <a:latin typeface="Cambria Math" panose="02040503050406030204" pitchFamily="18" charset="0"/>
                      </a:rPr>
                      <m:t>𝑡</m:t>
                    </m:r>
                    <m:r>
                      <a:rPr lang="en-US" sz="2400" i="1" dirty="0" smtClean="0">
                        <a:solidFill>
                          <a:srgbClr val="000000"/>
                        </a:solidFill>
                        <a:latin typeface="Cambria Math" panose="02040503050406030204" pitchFamily="18" charset="0"/>
                      </a:rPr>
                      <m:t>)=</m:t>
                    </m:r>
                    <m:r>
                      <m:rPr>
                        <m:sty m:val="p"/>
                      </m:rPr>
                      <a:rPr lang="en-US" sz="2400" i="1" dirty="0" smtClean="0">
                        <a:solidFill>
                          <a:srgbClr val="000000"/>
                        </a:solidFill>
                        <a:latin typeface="Cambria Math" panose="02040503050406030204" pitchFamily="18" charset="0"/>
                      </a:rPr>
                      <m:t>cos</m:t>
                    </m:r>
                    <m:r>
                      <a:rPr lang="en-US" sz="2400" i="1" dirty="0" smtClean="0">
                        <a:solidFill>
                          <a:srgbClr val="000000"/>
                        </a:solidFill>
                        <a:latin typeface="Cambria Math" panose="02040503050406030204" pitchFamily="18" charset="0"/>
                      </a:rPr>
                      <m:t>⁡(</m:t>
                    </m:r>
                    <m:r>
                      <a:rPr lang="en-US" sz="2400" i="1" dirty="0" smtClean="0">
                        <a:solidFill>
                          <a:srgbClr val="000000"/>
                        </a:solidFill>
                        <a:latin typeface="Cambria Math" panose="02040503050406030204" pitchFamily="18" charset="0"/>
                      </a:rPr>
                      <m:t>6</m:t>
                    </m:r>
                    <m:r>
                      <a:rPr lang="en-US" sz="2400" i="1" dirty="0" smtClean="0">
                        <a:solidFill>
                          <a:srgbClr val="000000"/>
                        </a:solidFill>
                        <a:latin typeface="Cambria Math" panose="02040503050406030204" pitchFamily="18" charset="0"/>
                      </a:rPr>
                      <m:t>𝑡</m:t>
                    </m:r>
                    <m:r>
                      <a:rPr lang="en-US" sz="2400" i="1" dirty="0" smtClean="0">
                        <a:solidFill>
                          <a:srgbClr val="000000"/>
                        </a:solidFill>
                        <a:latin typeface="Cambria Math" panose="02040503050406030204" pitchFamily="18" charset="0"/>
                      </a:rPr>
                      <m:t>+</m:t>
                    </m:r>
                    <m:r>
                      <a:rPr lang="en-US" sz="2400" i="1" dirty="0" smtClean="0">
                        <a:solidFill>
                          <a:srgbClr val="000000"/>
                        </a:solidFill>
                        <a:latin typeface="Cambria Math" panose="02040503050406030204" pitchFamily="18" charset="0"/>
                      </a:rPr>
                      <m:t>𝜋</m:t>
                    </m:r>
                    <m:r>
                      <a:rPr lang="en-US" sz="2400" i="1" dirty="0" smtClean="0">
                        <a:solidFill>
                          <a:srgbClr val="000000"/>
                        </a:solidFill>
                        <a:latin typeface="Cambria Math" panose="02040503050406030204" pitchFamily="18" charset="0"/>
                      </a:rPr>
                      <m:t>/</m:t>
                    </m:r>
                    <m:r>
                      <a:rPr lang="en-US" sz="2400" i="1" dirty="0" smtClean="0">
                        <a:solidFill>
                          <a:srgbClr val="000000"/>
                        </a:solidFill>
                        <a:latin typeface="Cambria Math" panose="02040503050406030204" pitchFamily="18" charset="0"/>
                      </a:rPr>
                      <m:t>2</m:t>
                    </m:r>
                    <m:r>
                      <a:rPr lang="en-US" sz="2400" i="1" dirty="0" smtClean="0">
                        <a:solidFill>
                          <a:srgbClr val="000000"/>
                        </a:solidFill>
                        <a:latin typeface="Cambria Math" panose="02040503050406030204" pitchFamily="18" charset="0"/>
                      </a:rPr>
                      <m:t>)</m:t>
                    </m:r>
                  </m:oMath>
                </a14:m>
                <a:r>
                  <a:rPr lang="en-US" sz="2400" i="0" dirty="0">
                    <a:solidFill>
                      <a:srgbClr val="000000"/>
                    </a:solidFill>
                    <a:latin typeface="Cambria Math" panose="02040503050406030204" pitchFamily="18" charset="0"/>
                    <a:ea typeface="楷体" panose="02010609060101010101" pitchFamily="49" charset="-122"/>
                  </a:rPr>
                  <a:t>的输出。</a:t>
                </a:r>
                <a:r>
                  <a:rPr lang="zh-CN" altLang="en-US" sz="2400" dirty="0">
                    <a:latin typeface="Cambria Math" panose="02040503050406030204" pitchFamily="18" charset="0"/>
                    <a:ea typeface="楷体" panose="02010609060101010101" pitchFamily="49" charset="-122"/>
                  </a:rPr>
                  <a:t>（教材习题</a:t>
                </a:r>
                <a14:m>
                  <m:oMath xmlns:m="http://schemas.openxmlformats.org/officeDocument/2006/math">
                    <m:r>
                      <a:rPr lang="en-US" sz="2400" i="1">
                        <a:solidFill>
                          <a:srgbClr val="000000"/>
                        </a:solidFill>
                        <a:latin typeface="Cambria Math" panose="02040503050406030204" pitchFamily="18" charset="0"/>
                      </a:rPr>
                      <m:t>4</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32</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 </m:t>
                    </m:r>
                  </m:oMath>
                </a14:m>
                <a:r>
                  <a:rPr lang="zh-CN" altLang="en-US" sz="2400" dirty="0">
                    <a:latin typeface="Cambria Math" panose="02040503050406030204" pitchFamily="18" charset="0"/>
                    <a:ea typeface="楷体" panose="02010609060101010101" pitchFamily="49" charset="-122"/>
                  </a:rPr>
                  <a:t>）</a:t>
                </a:r>
                <a:endParaRPr lang="en-US" sz="2400" dirty="0">
                  <a:latin typeface="Cambria Math" panose="02040503050406030204" pitchFamily="18" charset="0"/>
                  <a:ea typeface="楷体" panose="02010609060101010101" pitchFamily="49" charset="-122"/>
                </a:endParaRPr>
              </a:p>
            </p:txBody>
          </p:sp>
        </mc:Choice>
        <mc:Fallback>
          <p:sp>
            <p:nvSpPr>
              <p:cNvPr id="6146" name="Object 2"/>
              <p:cNvSpPr txBox="1">
                <a:spLocks noRot="1" noChangeAspect="1" noMove="1" noResize="1" noEditPoints="1" noAdjustHandles="1" noChangeArrowheads="1" noChangeShapeType="1" noTextEdit="1"/>
              </p:cNvSpPr>
              <p:nvPr/>
            </p:nvSpPr>
            <p:spPr bwMode="auto">
              <a:xfrm>
                <a:off x="323528" y="1277937"/>
                <a:ext cx="8496944" cy="1969322"/>
              </a:xfrm>
              <a:prstGeom prst="rect">
                <a:avLst/>
              </a:prstGeom>
              <a:blipFill rotWithShape="1">
                <a:blip r:embed="rId1"/>
                <a:stretch>
                  <a:fillRect l="-4" t="-16" r="4"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147" name="Object 3"/>
              <p:cNvSpPr txBox="1"/>
              <p:nvPr/>
            </p:nvSpPr>
            <p:spPr bwMode="auto">
              <a:xfrm>
                <a:off x="323528" y="3356992"/>
                <a:ext cx="8496944" cy="3110275"/>
              </a:xfrm>
              <a:prstGeom prst="rect">
                <a:avLst/>
              </a:prstGeom>
              <a:noFill/>
            </p:spPr>
            <p:txBody>
              <a:bodyPr wrap="square">
                <a:spAutoFit/>
              </a:bodyPr>
              <a:lstStyle/>
              <a:p>
                <a:r>
                  <a:rPr lang="en-US" sz="2400" i="0" dirty="0">
                    <a:solidFill>
                      <a:srgbClr val="0000FF"/>
                    </a:solidFill>
                    <a:latin typeface="Cambria Math" panose="02040503050406030204" pitchFamily="18" charset="0"/>
                    <a:ea typeface="楷体" panose="02010609060101010101" pitchFamily="49" charset="-122"/>
                  </a:rPr>
                  <a:t>解</a:t>
                </a:r>
                <a:r>
                  <a:rPr lang="en-US" sz="2400" i="0" dirty="0">
                    <a:solidFill>
                      <a:srgbClr val="000000"/>
                    </a:solidFill>
                    <a:latin typeface="Cambria Math" panose="02040503050406030204" pitchFamily="18" charset="0"/>
                    <a:ea typeface="楷体" panose="02010609060101010101" pitchFamily="49" charset="-122"/>
                  </a:rPr>
                  <a:t>：</a:t>
                </a:r>
                <a:br>
                  <a:rPr lang="en-US" sz="2400" i="1" dirty="0">
                    <a:solidFill>
                      <a:srgbClr val="000000"/>
                    </a:solidFill>
                    <a:latin typeface="Cambria Math" panose="02040503050406030204" pitchFamily="18" charset="0"/>
                    <a:ea typeface="楷体" panose="02010609060101010101" pitchFamily="49" charset="-122"/>
                  </a:rPr>
                </a:br>
                <a:r>
                  <a:rPr lang="en-US" sz="2400" i="0" dirty="0">
                    <a:solidFill>
                      <a:srgbClr val="000000"/>
                    </a:solidFill>
                    <a:latin typeface="Cambria Math" panose="02040503050406030204" pitchFamily="18" charset="0"/>
                    <a:ea typeface="楷体" panose="02010609060101010101" pitchFamily="49" charset="-122"/>
                  </a:rPr>
                  <a:t>令</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m:t>
                            </m:r>
                          </m:fName>
                          <m:e>
                            <m:r>
                              <a:rPr lang="en-US" sz="2400" i="1">
                                <a:solidFill>
                                  <a:srgbClr val="000000"/>
                                </a:solidFill>
                                <a:latin typeface="Cambria Math" panose="02040503050406030204" pitchFamily="18" charset="0"/>
                              </a:rPr>
                              <m:t>4</m:t>
                            </m:r>
                          </m:e>
                        </m:func>
                        <m:r>
                          <a:rPr lang="en-US" sz="2400" i="1">
                            <a:solidFill>
                              <a:srgbClr val="000000"/>
                            </a:solidFill>
                            <a:latin typeface="Cambria Math" panose="02040503050406030204" pitchFamily="18" charset="0"/>
                          </a:rPr>
                          <m:t>𝑡</m:t>
                        </m:r>
                      </m:num>
                      <m:den>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𝑡</m:t>
                        </m:r>
                      </m:den>
                    </m:f>
                  </m:oMath>
                </a14:m>
                <a:r>
                  <a:rPr lang="zh-CN" altLang="en-US" sz="2400" i="0" dirty="0">
                    <a:solidFill>
                      <a:srgbClr val="000000"/>
                    </a:solidFill>
                    <a:latin typeface="Cambria Math" panose="02040503050406030204" pitchFamily="18" charset="0"/>
                    <a:ea typeface="楷体" panose="02010609060101010101" pitchFamily="49" charset="-122"/>
                  </a:rPr>
                  <a:t>，</a:t>
                </a:r>
                <a:r>
                  <a:rPr lang="en-US" sz="2400" i="0" dirty="0">
                    <a:solidFill>
                      <a:srgbClr val="000000"/>
                    </a:solidFill>
                    <a:latin typeface="Cambria Math" panose="02040503050406030204" pitchFamily="18" charset="0"/>
                    <a:ea typeface="楷体" panose="02010609060101010101" pitchFamily="49" charset="-122"/>
                  </a:rPr>
                  <a:t>则</a:t>
                </a:r>
                <a14:m>
                  <m:oMath xmlns:m="http://schemas.openxmlformats.org/officeDocument/2006/math">
                    <m:r>
                      <a:rPr lang="en-US" sz="2400" i="1">
                        <a:solidFill>
                          <a:srgbClr val="000000"/>
                        </a:solidFill>
                        <a:latin typeface="Cambria Math" panose="02040503050406030204" pitchFamily="18" charset="0"/>
                      </a:rPr>
                      <m:t>ℎ</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m:t>
                    </m:r>
                  </m:oMath>
                </a14:m>
                <a:r>
                  <a:rPr lang="zh-CN" altLang="en-US" sz="2400" i="0" dirty="0">
                    <a:solidFill>
                      <a:srgbClr val="000000"/>
                    </a:solidFill>
                    <a:latin typeface="Cambria Math" panose="02040503050406030204" pitchFamily="18" charset="0"/>
                    <a:ea typeface="楷体" panose="02010609060101010101" pitchFamily="49" charset="-122"/>
                  </a:rPr>
                  <a:t>，</a:t>
                </a:r>
                <a:r>
                  <a:rPr lang="en-US" sz="2400" i="0" dirty="0">
                    <a:solidFill>
                      <a:srgbClr val="000000"/>
                    </a:solidFill>
                    <a:latin typeface="Cambria Math" panose="02040503050406030204" pitchFamily="18" charset="0"/>
                    <a:ea typeface="楷体" panose="02010609060101010101" pitchFamily="49" charset="-122"/>
                  </a:rPr>
                  <a:t>可得系统的频率响应</a:t>
                </a:r>
                <a:br>
                  <a:rPr lang="en-US" sz="2400" i="1" dirty="0">
                    <a:solidFill>
                      <a:srgbClr val="000000"/>
                    </a:solidFill>
                    <a:latin typeface="Cambria Math" panose="02040503050406030204" pitchFamily="18" charset="0"/>
                    <a:ea typeface="楷体" panose="02010609060101010101" pitchFamily="49" charset="-122"/>
                  </a:rPr>
                </a:b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d>
                        <m:dPr>
                          <m:begChr m:val="{"/>
                          <m:endChr m:val=""/>
                          <m:ctrlPr>
                            <a:rPr lang="en-US" sz="2400" i="1">
                              <a:solidFill>
                                <a:srgbClr val="000000"/>
                              </a:solidFill>
                              <a:latin typeface="Cambria Math" panose="02040503050406030204" pitchFamily="18" charset="0"/>
                            </a:rPr>
                          </m:ctrlPr>
                        </m:dPr>
                        <m:e>
                          <m:m>
                            <m:mPr>
                              <m:mcs>
                                <m:mc>
                                  <m:mcPr>
                                    <m:count m:val="1"/>
                                    <m:mcJc m:val="center"/>
                                  </m:mcPr>
                                </m:mc>
                              </m:mcs>
                              <m:plcHide m:val="on"/>
                              <m:ctrlPr>
                                <a:rPr lang="en-US" sz="2400" i="1">
                                  <a:solidFill>
                                    <a:srgbClr val="000000"/>
                                  </a:solidFill>
                                  <a:latin typeface="Cambria Math" panose="02040503050406030204" pitchFamily="18" charset="0"/>
                                </a:rPr>
                              </m:ctrlPr>
                            </m:mPr>
                            <m:mr>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sup>
                                </m:sSup>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      </m:t>
                                </m:r>
                              </m:e>
                            </m:mr>
                            <m:mr>
                              <m:e>
                                <m:r>
                                  <a:rPr lang="en-US" sz="2400" i="1">
                                    <a:solidFill>
                                      <a:srgbClr val="000000"/>
                                    </a:solidFill>
                                    <a:latin typeface="Cambria Math" panose="02040503050406030204" pitchFamily="18" charset="0"/>
                                  </a:rPr>
                                  <m:t>0</m:t>
                                </m:r>
                                <m:r>
                                  <a:rPr lang="en-US" sz="2400" b="0" i="1" smtClean="0">
                                    <a:solidFill>
                                      <a:srgbClr val="000000"/>
                                    </a:solidFill>
                                    <a:latin typeface="Cambria Math" panose="02040503050406030204" pitchFamily="18" charset="0"/>
                                  </a:rPr>
                                  <m:t>,</m:t>
                                </m:r>
                                <m:r>
                                  <m:rPr>
                                    <m:nor/>
                                  </m:rPr>
                                  <a:rPr lang="en-US" sz="2400" b="0" i="0" smtClean="0">
                                    <a:solidFill>
                                      <a:srgbClr val="000000"/>
                                    </a:solidFill>
                                    <a:latin typeface="Cambria Math" panose="02040503050406030204" pitchFamily="18" charset="0"/>
                                  </a:rPr>
                                  <m:t> </m:t>
                                </m:r>
                                <m:r>
                                  <m:rPr>
                                    <m:nor/>
                                  </m:rPr>
                                  <a:rPr lang="en-US" sz="2400" i="0">
                                    <a:solidFill>
                                      <a:srgbClr val="000000"/>
                                    </a:solidFill>
                                    <a:latin typeface="Cambria Math" panose="02040503050406030204" pitchFamily="18" charset="0"/>
                                    <a:ea typeface="楷体" panose="02010609060101010101" pitchFamily="49" charset="-122"/>
                                  </a:rPr>
                                  <m:t> </m:t>
                                </m:r>
                              </m:e>
                            </m:mr>
                          </m:m>
                        </m:e>
                      </m:d>
                      <m:r>
                        <m:rPr>
                          <m:nor/>
                        </m:rPr>
                        <a:rPr lang="en-US" sz="2400" i="0">
                          <a:solidFill>
                            <a:srgbClr val="000000"/>
                          </a:solidFill>
                          <a:latin typeface="Cambria Math" panose="02040503050406030204" pitchFamily="18" charset="0"/>
                          <a:ea typeface="楷体" panose="02010609060101010101" pitchFamily="49" charset="-122"/>
                        </a:rPr>
                        <m:t>   </m:t>
                      </m:r>
                      <m:m>
                        <m:mPr>
                          <m:mcs>
                            <m:mc>
                              <m:mcPr>
                                <m:count m:val="1"/>
                                <m:mcJc m:val="center"/>
                              </m:mcPr>
                            </m:mc>
                          </m:mcs>
                          <m:plcHide m:val="on"/>
                          <m:ctrlPr>
                            <a:rPr lang="en-US" sz="2400" i="1">
                              <a:solidFill>
                                <a:srgbClr val="000000"/>
                              </a:solidFill>
                              <a:latin typeface="Cambria Math" panose="02040503050406030204" pitchFamily="18" charset="0"/>
                            </a:rPr>
                          </m:ctrlPr>
                        </m:mPr>
                        <m:mr>
                          <m:e>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4</m:t>
                            </m:r>
                          </m:e>
                        </m:mr>
                        <m:mr>
                          <m:e>
                            <m:r>
                              <a:rPr lang="en-US" sz="2400" i="1">
                                <a:solidFill>
                                  <a:srgbClr val="000000"/>
                                </a:solidFill>
                                <a:latin typeface="Cambria Math" panose="02040503050406030204" pitchFamily="18" charset="0"/>
                              </a:rPr>
                              <m:t>其他</m:t>
                            </m:r>
                            <m:r>
                              <a:rPr lang="en-US" sz="2400" b="0" i="1" smtClean="0">
                                <a:solidFill>
                                  <a:srgbClr val="000000"/>
                                </a:solidFill>
                                <a:latin typeface="Cambria Math" panose="02040503050406030204" pitchFamily="18" charset="0"/>
                              </a:rPr>
                              <m:t>  </m:t>
                            </m:r>
                            <m:r>
                              <m:rPr>
                                <m:nor/>
                              </m:rPr>
                              <a:rPr lang="en-US" sz="2400" i="0">
                                <a:solidFill>
                                  <a:srgbClr val="000000"/>
                                </a:solidFill>
                                <a:latin typeface="Cambria Math" panose="02040503050406030204" pitchFamily="18" charset="0"/>
                                <a:ea typeface="楷体" panose="02010609060101010101" pitchFamily="49" charset="-122"/>
                              </a:rPr>
                              <m:t>   </m:t>
                            </m:r>
                          </m:e>
                        </m:mr>
                      </m:m>
                    </m:oMath>
                  </m:oMathPara>
                </a14:m>
                <a:endParaRPr lang="en-US" sz="2400" i="0" dirty="0">
                  <a:solidFill>
                    <a:srgbClr val="000000"/>
                  </a:solidFill>
                  <a:latin typeface="Cambria Math" panose="02040503050406030204" pitchFamily="18" charset="0"/>
                  <a:ea typeface="楷体" panose="02010609060101010101" pitchFamily="49" charset="-122"/>
                </a:endParaRPr>
              </a:p>
              <a:p>
                <a:r>
                  <a:rPr lang="en-US" sz="2400" i="0" dirty="0">
                    <a:solidFill>
                      <a:srgbClr val="000000"/>
                    </a:solidFill>
                    <a:latin typeface="Cambria Math" panose="02040503050406030204" pitchFamily="18" charset="0"/>
                    <a:ea typeface="楷体" panose="02010609060101010101" pitchFamily="49" charset="-122"/>
                  </a:rPr>
                  <a:t>由题意可得</a:t>
                </a:r>
                <a:endParaRPr lang="en-US" sz="2400" i="0" dirty="0">
                  <a:solidFill>
                    <a:srgbClr val="000000"/>
                  </a:solidFill>
                  <a:latin typeface="Cambria Math" panose="02040503050406030204" pitchFamily="18" charset="0"/>
                  <a:ea typeface="楷体" panose="02010609060101010101" pitchFamily="49" charset="-122"/>
                </a:endParaRPr>
              </a:p>
              <a:p>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π</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f>
                            <m:fPr>
                              <m:ctrlPr>
                                <a:rPr lang="en-US" sz="2400" i="1">
                                  <a:solidFill>
                                    <a:srgbClr val="000000"/>
                                  </a:solidFill>
                                  <a:latin typeface="Cambria Math" panose="02040503050406030204" pitchFamily="18" charset="0"/>
                                </a:rPr>
                              </m:ctrlPr>
                            </m:fPr>
                            <m:num>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𝜔𝜋</m:t>
                              </m:r>
                            </m:num>
                            <m:den>
                              <m:r>
                                <a:rPr lang="en-US" sz="2400" i="1">
                                  <a:solidFill>
                                    <a:srgbClr val="000000"/>
                                  </a:solidFill>
                                  <a:latin typeface="Cambria Math" panose="02040503050406030204" pitchFamily="18" charset="0"/>
                                </a:rPr>
                                <m:t>12</m:t>
                              </m:r>
                            </m:den>
                          </m:f>
                        </m:sup>
                      </m:sSup>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6</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6</m:t>
                          </m:r>
                          <m:r>
                            <a:rPr lang="en-US" sz="2400" i="1">
                              <a:solidFill>
                                <a:srgbClr val="000000"/>
                              </a:solidFill>
                              <a:latin typeface="Cambria Math" panose="02040503050406030204" pitchFamily="18" charset="0"/>
                            </a:rPr>
                            <m:t>)</m:t>
                          </m:r>
                        </m:e>
                      </m:d>
                    </m:oMath>
                  </m:oMathPara>
                </a14:m>
                <a:endParaRPr lang="en-US" sz="2400" i="1" dirty="0">
                  <a:solidFill>
                    <a:srgbClr val="000000"/>
                  </a:solidFill>
                  <a:latin typeface="Cambria Math" panose="02040503050406030204" pitchFamily="18" charset="0"/>
                  <a:ea typeface="楷体" panose="02010609060101010101" pitchFamily="49" charset="-122"/>
                </a:endParaRPr>
              </a:p>
              <a:p>
                <a:r>
                  <a:rPr lang="en-US" sz="2400" i="0" dirty="0">
                    <a:solidFill>
                      <a:srgbClr val="000000"/>
                    </a:solidFill>
                    <a:latin typeface="Cambria Math" panose="02040503050406030204" pitchFamily="18" charset="0"/>
                    <a:ea typeface="楷体" panose="02010609060101010101" pitchFamily="49" charset="-122"/>
                  </a:rPr>
                  <a:t>所以</a:t>
                </a:r>
                <a14:m>
                  <m:oMath xmlns:m="http://schemas.openxmlformats.org/officeDocument/2006/math">
                    <m:r>
                      <a:rPr lang="en-US" sz="2400" i="1">
                        <a:solidFill>
                          <a:srgbClr val="000000"/>
                        </a:solidFill>
                        <a:latin typeface="Cambria Math" panose="02040503050406030204" pitchFamily="18" charset="0"/>
                      </a:rPr>
                      <m:t>𝑌</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0</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0</m:t>
                    </m:r>
                  </m:oMath>
                </a14:m>
                <a:endParaRPr lang="en-US" sz="2400" dirty="0">
                  <a:latin typeface="Cambria Math" panose="02040503050406030204" pitchFamily="18" charset="0"/>
                  <a:ea typeface="楷体" panose="02010609060101010101" pitchFamily="49" charset="-122"/>
                </a:endParaRPr>
              </a:p>
            </p:txBody>
          </p:sp>
        </mc:Choice>
        <mc:Fallback>
          <p:sp>
            <p:nvSpPr>
              <p:cNvPr id="6147" name="Object 3"/>
              <p:cNvSpPr txBox="1">
                <a:spLocks noRot="1" noChangeAspect="1" noMove="1" noResize="1" noEditPoints="1" noAdjustHandles="1" noChangeArrowheads="1" noChangeShapeType="1" noTextEdit="1"/>
              </p:cNvSpPr>
              <p:nvPr/>
            </p:nvSpPr>
            <p:spPr bwMode="auto">
              <a:xfrm>
                <a:off x="323528" y="3356992"/>
                <a:ext cx="8496944" cy="3110275"/>
              </a:xfrm>
              <a:prstGeom prst="rect">
                <a:avLst/>
              </a:prstGeom>
              <a:blipFill rotWithShape="1">
                <a:blip r:embed="rId2"/>
                <a:stretch>
                  <a:fillRect l="-4" t="-12" r="4" b="14"/>
                </a:stretch>
              </a:blipFill>
            </p:spPr>
            <p:txBody>
              <a:bodyPr/>
              <a:lstStyle/>
              <a:p>
                <a:r>
                  <a:rPr lang="zh-CN" altLang="en-US">
                    <a:noFill/>
                  </a:rPr>
                  <a:t> </a:t>
                </a:r>
              </a:p>
            </p:txBody>
          </p:sp>
        </mc:Fallback>
      </mc:AlternateContent>
      <p:sp>
        <p:nvSpPr>
          <p:cNvPr id="8" name="标题 1"/>
          <p:cNvSpPr>
            <a:spLocks noGrp="1"/>
          </p:cNvSpPr>
          <p:nvPr>
            <p:ph type="title"/>
          </p:nvPr>
        </p:nvSpPr>
        <p:spPr>
          <a:xfrm>
            <a:off x="457200" y="274638"/>
            <a:ext cx="8229600" cy="725487"/>
          </a:xfrm>
        </p:spPr>
        <p:txBody>
          <a:bodyPr/>
          <a:lstStyle/>
          <a:p>
            <a:r>
              <a:rPr lang="en-US" altLang="zh-CN"/>
              <a:t>4.4 </a:t>
            </a:r>
            <a:r>
              <a:rPr lang="zh-CN" altLang="en-US"/>
              <a:t>卷积性质</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1000"/>
                                        <p:tgtEl>
                                          <p:spTgt spid="6147">
                                            <p:txEl>
                                              <p:pRg st="0" end="0"/>
                                            </p:txEl>
                                          </p:spTgt>
                                        </p:tgtEl>
                                      </p:cBhvr>
                                    </p:animEffect>
                                    <p:anim calcmode="lin" valueType="num">
                                      <p:cBhvr>
                                        <p:cTn id="8" dur="1000" fill="hold"/>
                                        <p:tgtEl>
                                          <p:spTgt spid="614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14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1000"/>
                                        <p:tgtEl>
                                          <p:spTgt spid="6147">
                                            <p:txEl>
                                              <p:pRg st="1" end="1"/>
                                            </p:txEl>
                                          </p:spTgt>
                                        </p:tgtEl>
                                      </p:cBhvr>
                                    </p:animEffect>
                                    <p:anim calcmode="lin" valueType="num">
                                      <p:cBhvr>
                                        <p:cTn id="13" dur="1000" fill="hold"/>
                                        <p:tgtEl>
                                          <p:spTgt spid="614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14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fade">
                                      <p:cBhvr>
                                        <p:cTn id="17" dur="1000"/>
                                        <p:tgtEl>
                                          <p:spTgt spid="6147">
                                            <p:txEl>
                                              <p:pRg st="2" end="2"/>
                                            </p:txEl>
                                          </p:spTgt>
                                        </p:tgtEl>
                                      </p:cBhvr>
                                    </p:animEffect>
                                    <p:anim calcmode="lin" valueType="num">
                                      <p:cBhvr>
                                        <p:cTn id="18" dur="1000" fill="hold"/>
                                        <p:tgtEl>
                                          <p:spTgt spid="614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14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fade">
                                      <p:cBhvr>
                                        <p:cTn id="22" dur="1000"/>
                                        <p:tgtEl>
                                          <p:spTgt spid="6147">
                                            <p:txEl>
                                              <p:pRg st="3" end="3"/>
                                            </p:txEl>
                                          </p:spTgt>
                                        </p:tgtEl>
                                      </p:cBhvr>
                                    </p:animEffect>
                                    <p:anim calcmode="lin" valueType="num">
                                      <p:cBhvr>
                                        <p:cTn id="23" dur="1000" fill="hold"/>
                                        <p:tgtEl>
                                          <p:spTgt spid="614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14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endParaRPr lang="en-US" dirty="0"/>
          </a:p>
        </p:txBody>
      </p:sp>
      <p:sp>
        <p:nvSpPr>
          <p:cNvPr id="3" name="内容占位符 2"/>
          <p:cNvSpPr>
            <a:spLocks noGrp="1"/>
          </p:cNvSpPr>
          <p:nvPr>
            <p:ph idx="1"/>
          </p:nvPr>
        </p:nvSpPr>
        <p:spPr>
          <a:xfrm>
            <a:off x="457200" y="1285875"/>
            <a:ext cx="8229600" cy="608885"/>
          </a:xfrm>
        </p:spPr>
        <p:txBody>
          <a:bodyPr>
            <a:spAutoFit/>
          </a:bodyPr>
          <a:lstStyle/>
          <a:p>
            <a:pPr algn="just">
              <a:lnSpc>
                <a:spcPct val="130000"/>
              </a:lnSpc>
              <a:spcBef>
                <a:spcPts val="0"/>
              </a:spcBef>
              <a:spcAft>
                <a:spcPts val="600"/>
              </a:spcAft>
            </a:pPr>
            <a:r>
              <a:rPr lang="en-US" altLang="zh-CN" sz="2800" b="0" dirty="0"/>
              <a:t>4.22(a)</a:t>
            </a:r>
            <a:r>
              <a:rPr lang="zh-CN" altLang="en-US" sz="2800" b="0" dirty="0"/>
              <a:t>、</a:t>
            </a:r>
            <a:r>
              <a:rPr lang="en-US" altLang="zh-CN" sz="2800" b="0" dirty="0"/>
              <a:t>4.25(d)</a:t>
            </a:r>
            <a:endParaRPr lang="en-US" sz="2800" b="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0" name="标题 1"/>
          <p:cNvSpPr>
            <a:spLocks noGrp="1"/>
          </p:cNvSpPr>
          <p:nvPr>
            <p:ph type="title"/>
          </p:nvPr>
        </p:nvSpPr>
        <p:spPr/>
        <p:txBody>
          <a:bodyPr/>
          <a:lstStyle/>
          <a:p>
            <a:r>
              <a:rPr lang="en-US" altLang="zh-CN" dirty="0"/>
              <a:t>4.5 </a:t>
            </a:r>
            <a:r>
              <a:rPr lang="zh-CN" altLang="en-US" dirty="0"/>
              <a:t>相乘性质</a:t>
            </a:r>
            <a:endParaRPr lang="zh-CN" altLang="en-US" sz="320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DBED6D7-7624-4A3B-B685-AC5323D4A5B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Text Box 3"/>
          <p:cNvSpPr txBox="1">
            <a:spLocks noChangeArrowheads="1"/>
          </p:cNvSpPr>
          <p:nvPr/>
        </p:nvSpPr>
        <p:spPr bwMode="auto">
          <a:xfrm>
            <a:off x="1204913" y="2841625"/>
            <a:ext cx="6911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rPr>
              <a:t>利用对偶性可以从卷积性质得出相乘性质</a:t>
            </a:r>
            <a:endPar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endParaRPr>
          </a:p>
        </p:txBody>
      </p:sp>
      <p:grpSp>
        <p:nvGrpSpPr>
          <p:cNvPr id="2" name="Group 4"/>
          <p:cNvGrpSpPr/>
          <p:nvPr/>
        </p:nvGrpSpPr>
        <p:grpSpPr bwMode="auto">
          <a:xfrm>
            <a:off x="1524000" y="3452813"/>
            <a:ext cx="2706688" cy="1047750"/>
            <a:chOff x="960" y="2425"/>
            <a:chExt cx="1705" cy="660"/>
          </a:xfrm>
        </p:grpSpPr>
        <p:graphicFrame>
          <p:nvGraphicFramePr>
            <p:cNvPr id="17418" name="Object 2"/>
            <p:cNvGraphicFramePr>
              <a:graphicFrameLocks noChangeAspect="1"/>
            </p:cNvGraphicFramePr>
            <p:nvPr/>
          </p:nvGraphicFramePr>
          <p:xfrm>
            <a:off x="1086" y="2425"/>
            <a:ext cx="1299" cy="306"/>
          </p:xfrm>
          <a:graphic>
            <a:graphicData uri="http://schemas.openxmlformats.org/presentationml/2006/ole">
              <mc:AlternateContent xmlns:mc="http://schemas.openxmlformats.org/markup-compatibility/2006">
                <mc:Choice xmlns:v="urn:schemas-microsoft-com:vml" Requires="v">
                  <p:oleObj spid="_x0000_s46682" name="Equation" r:id="rId1" imgW="862965" imgH="203200" progId="Equation.DSMT4">
                    <p:embed/>
                  </p:oleObj>
                </mc:Choice>
                <mc:Fallback>
                  <p:oleObj name="Equation" r:id="rId1" imgW="862965"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 y="2425"/>
                          <a:ext cx="1299"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9" name="Object 3"/>
            <p:cNvGraphicFramePr>
              <a:graphicFrameLocks noChangeAspect="1"/>
            </p:cNvGraphicFramePr>
            <p:nvPr/>
          </p:nvGraphicFramePr>
          <p:xfrm>
            <a:off x="960" y="2779"/>
            <a:ext cx="1705" cy="306"/>
          </p:xfrm>
          <a:graphic>
            <a:graphicData uri="http://schemas.openxmlformats.org/presentationml/2006/ole">
              <mc:AlternateContent xmlns:mc="http://schemas.openxmlformats.org/markup-compatibility/2006">
                <mc:Choice xmlns:v="urn:schemas-microsoft-com:vml" Requires="v">
                  <p:oleObj spid="_x0000_s46683" name="Equation" r:id="rId3" imgW="1129665" imgH="203200" progId="Equation.DSMT4">
                    <p:embed/>
                  </p:oleObj>
                </mc:Choice>
                <mc:Fallback>
                  <p:oleObj name="Equation" r:id="rId3" imgW="1129665"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 y="2779"/>
                          <a:ext cx="1705"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7"/>
          <p:cNvGrpSpPr/>
          <p:nvPr/>
        </p:nvGrpSpPr>
        <p:grpSpPr bwMode="auto">
          <a:xfrm>
            <a:off x="4943475" y="3429000"/>
            <a:ext cx="2789238" cy="1071563"/>
            <a:chOff x="3114" y="2410"/>
            <a:chExt cx="1757" cy="675"/>
          </a:xfrm>
        </p:grpSpPr>
        <p:graphicFrame>
          <p:nvGraphicFramePr>
            <p:cNvPr id="17416" name="Object 4"/>
            <p:cNvGraphicFramePr>
              <a:graphicFrameLocks noChangeAspect="1"/>
            </p:cNvGraphicFramePr>
            <p:nvPr/>
          </p:nvGraphicFramePr>
          <p:xfrm>
            <a:off x="3212" y="2410"/>
            <a:ext cx="1385" cy="308"/>
          </p:xfrm>
          <a:graphic>
            <a:graphicData uri="http://schemas.openxmlformats.org/presentationml/2006/ole">
              <mc:AlternateContent xmlns:mc="http://schemas.openxmlformats.org/markup-compatibility/2006">
                <mc:Choice xmlns:v="urn:schemas-microsoft-com:vml" Requires="v">
                  <p:oleObj spid="_x0000_s46684" name="Equation" r:id="rId5" imgW="914400" imgH="203200" progId="Equation.DSMT4">
                    <p:embed/>
                  </p:oleObj>
                </mc:Choice>
                <mc:Fallback>
                  <p:oleObj name="Equation" r:id="rId5" imgW="9144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2" y="2410"/>
                          <a:ext cx="138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7" name="Object 5"/>
            <p:cNvGraphicFramePr>
              <a:graphicFrameLocks noChangeAspect="1"/>
            </p:cNvGraphicFramePr>
            <p:nvPr/>
          </p:nvGraphicFramePr>
          <p:xfrm>
            <a:off x="3114" y="2779"/>
            <a:ext cx="1757" cy="306"/>
          </p:xfrm>
          <a:graphic>
            <a:graphicData uri="http://schemas.openxmlformats.org/presentationml/2006/ole">
              <mc:AlternateContent xmlns:mc="http://schemas.openxmlformats.org/markup-compatibility/2006">
                <mc:Choice xmlns:v="urn:schemas-microsoft-com:vml" Requires="v">
                  <p:oleObj spid="_x0000_s46685" name="Equation" r:id="rId7" imgW="1167765" imgH="203200" progId="Equation.DSMT4">
                    <p:embed/>
                  </p:oleObj>
                </mc:Choice>
                <mc:Fallback>
                  <p:oleObj name="Equation" r:id="rId7" imgW="1167765" imgH="203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14" y="2779"/>
                          <a:ext cx="1757"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2" name="Object 6"/>
          <p:cNvGraphicFramePr>
            <a:graphicFrameLocks noChangeAspect="1"/>
          </p:cNvGraphicFramePr>
          <p:nvPr/>
        </p:nvGraphicFramePr>
        <p:xfrm>
          <a:off x="2286000" y="4572000"/>
          <a:ext cx="4857750" cy="550863"/>
        </p:xfrm>
        <a:graphic>
          <a:graphicData uri="http://schemas.openxmlformats.org/presentationml/2006/ole">
            <mc:AlternateContent xmlns:mc="http://schemas.openxmlformats.org/markup-compatibility/2006">
              <mc:Choice xmlns:v="urn:schemas-microsoft-com:vml" Requires="v">
                <p:oleObj spid="_x0000_s46686" name="Equation" r:id="rId9" imgW="2019300" imgH="228600" progId="Equation.DSMT4">
                  <p:embed/>
                </p:oleObj>
              </mc:Choice>
              <mc:Fallback>
                <p:oleObj name="Equation" r:id="rId9" imgW="2019300" imgH="2286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0" y="4572000"/>
                        <a:ext cx="4857750" cy="55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25" name="Text Box 12"/>
          <p:cNvSpPr txBox="1">
            <a:spLocks noChangeArrowheads="1"/>
          </p:cNvSpPr>
          <p:nvPr/>
        </p:nvSpPr>
        <p:spPr bwMode="auto">
          <a:xfrm>
            <a:off x="1219200" y="1317625"/>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rPr>
              <a:t>若</a:t>
            </a:r>
            <a:endPar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endParaRPr>
          </a:p>
        </p:txBody>
      </p:sp>
      <p:graphicFrame>
        <p:nvGraphicFramePr>
          <p:cNvPr id="17411" name="Object 7"/>
          <p:cNvGraphicFramePr>
            <a:graphicFrameLocks noChangeAspect="1"/>
          </p:cNvGraphicFramePr>
          <p:nvPr/>
        </p:nvGraphicFramePr>
        <p:xfrm>
          <a:off x="2008188" y="1358900"/>
          <a:ext cx="2057400" cy="487363"/>
        </p:xfrm>
        <a:graphic>
          <a:graphicData uri="http://schemas.openxmlformats.org/presentationml/2006/ole">
            <mc:AlternateContent xmlns:mc="http://schemas.openxmlformats.org/markup-compatibility/2006">
              <mc:Choice xmlns:v="urn:schemas-microsoft-com:vml" Requires="v">
                <p:oleObj spid="_x0000_s46687" name="Equation" r:id="rId11" imgW="862965" imgH="203200" progId="Equation.DSMT4">
                  <p:embed/>
                </p:oleObj>
              </mc:Choice>
              <mc:Fallback>
                <p:oleObj name="Equation" r:id="rId11" imgW="862965" imgH="203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08188" y="1358900"/>
                        <a:ext cx="2057400"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2" name="Object 8"/>
          <p:cNvGraphicFramePr>
            <a:graphicFrameLocks noChangeAspect="1"/>
          </p:cNvGraphicFramePr>
          <p:nvPr/>
        </p:nvGraphicFramePr>
        <p:xfrm>
          <a:off x="5140325" y="1357313"/>
          <a:ext cx="2197100" cy="490537"/>
        </p:xfrm>
        <a:graphic>
          <a:graphicData uri="http://schemas.openxmlformats.org/presentationml/2006/ole">
            <mc:AlternateContent xmlns:mc="http://schemas.openxmlformats.org/markup-compatibility/2006">
              <mc:Choice xmlns:v="urn:schemas-microsoft-com:vml" Requires="v">
                <p:oleObj spid="_x0000_s46688" name="Equation" r:id="rId13" imgW="914400" imgH="203200" progId="Equation.DSMT4">
                  <p:embed/>
                </p:oleObj>
              </mc:Choice>
              <mc:Fallback>
                <p:oleObj name="Equation" r:id="rId13" imgW="914400" imgH="2032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40325" y="1357313"/>
                        <a:ext cx="2197100"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26" name="Text Box 15"/>
          <p:cNvSpPr txBox="1">
            <a:spLocks noChangeArrowheads="1"/>
          </p:cNvSpPr>
          <p:nvPr/>
        </p:nvSpPr>
        <p:spPr bwMode="auto">
          <a:xfrm>
            <a:off x="1209675" y="2047875"/>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rPr>
              <a:t>则</a:t>
            </a:r>
            <a:endParaRPr kumimoji="0" lang="zh-CN" altLang="en-US" sz="2800" i="0" u="none" strike="noStrike" kern="1200" cap="none" spc="0" normalizeH="0" baseline="0" noProof="0">
              <a:ln>
                <a:noFill/>
              </a:ln>
              <a:effectLst/>
              <a:uLnTx/>
              <a:uFillTx/>
              <a:latin typeface="华文楷体" pitchFamily="2" charset="-122"/>
              <a:ea typeface="华文楷体" pitchFamily="2" charset="-122"/>
              <a:cs typeface="楷体_GB2312" panose="02010609030101010101" pitchFamily="49" charset="-122"/>
            </a:endParaRPr>
          </a:p>
        </p:txBody>
      </p:sp>
      <p:graphicFrame>
        <p:nvGraphicFramePr>
          <p:cNvPr id="17413" name="Object 9"/>
          <p:cNvGraphicFramePr>
            <a:graphicFrameLocks noChangeAspect="1"/>
          </p:cNvGraphicFramePr>
          <p:nvPr/>
        </p:nvGraphicFramePr>
        <p:xfrm>
          <a:off x="2593975" y="1839913"/>
          <a:ext cx="4406900" cy="942975"/>
        </p:xfrm>
        <a:graphic>
          <a:graphicData uri="http://schemas.openxmlformats.org/presentationml/2006/ole">
            <mc:AlternateContent xmlns:mc="http://schemas.openxmlformats.org/markup-compatibility/2006">
              <mc:Choice xmlns:v="urn:schemas-microsoft-com:vml" Requires="v">
                <p:oleObj spid="_x0000_s46689" name="Equation" r:id="rId15" imgW="1841500" imgH="393700" progId="Equation.DSMT4">
                  <p:embed/>
                </p:oleObj>
              </mc:Choice>
              <mc:Fallback>
                <p:oleObj name="Equation" r:id="rId15" imgW="1841500" imgH="3937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93975" y="1839913"/>
                        <a:ext cx="4406900" cy="942975"/>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graphicFrame>
        <p:nvGraphicFramePr>
          <p:cNvPr id="43018" name="Object 10"/>
          <p:cNvGraphicFramePr>
            <a:graphicFrameLocks noChangeAspect="1"/>
          </p:cNvGraphicFramePr>
          <p:nvPr/>
        </p:nvGraphicFramePr>
        <p:xfrm>
          <a:off x="2300288" y="5226050"/>
          <a:ext cx="4841875" cy="550863"/>
        </p:xfrm>
        <a:graphic>
          <a:graphicData uri="http://schemas.openxmlformats.org/presentationml/2006/ole">
            <mc:AlternateContent xmlns:mc="http://schemas.openxmlformats.org/markup-compatibility/2006">
              <mc:Choice xmlns:v="urn:schemas-microsoft-com:vml" Requires="v">
                <p:oleObj spid="_x0000_s46690" name="Equation" r:id="rId17" imgW="2374900" imgH="228600" progId="Equation.DSMT4">
                  <p:embed/>
                </p:oleObj>
              </mc:Choice>
              <mc:Fallback>
                <p:oleObj name="Equation" r:id="rId17" imgW="2374900" imgH="2286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00288" y="5226050"/>
                        <a:ext cx="4841875" cy="55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9" name="Object 11"/>
          <p:cNvGraphicFramePr>
            <a:graphicFrameLocks noChangeAspect="1"/>
          </p:cNvGraphicFramePr>
          <p:nvPr/>
        </p:nvGraphicFramePr>
        <p:xfrm>
          <a:off x="2032000" y="5807075"/>
          <a:ext cx="5326063" cy="979488"/>
        </p:xfrm>
        <a:graphic>
          <a:graphicData uri="http://schemas.openxmlformats.org/presentationml/2006/ole">
            <mc:AlternateContent xmlns:mc="http://schemas.openxmlformats.org/markup-compatibility/2006">
              <mc:Choice xmlns:v="urn:schemas-microsoft-com:vml" Requires="v">
                <p:oleObj spid="_x0000_s46691" name="Equation" r:id="rId19" imgW="2070100" imgH="393700" progId="Equation.DSMT4">
                  <p:embed/>
                </p:oleObj>
              </mc:Choice>
              <mc:Fallback>
                <p:oleObj name="Equation" r:id="rId19" imgW="2070100" imgH="393700"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32000" y="5807075"/>
                        <a:ext cx="5326063" cy="97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3018"/>
                                        </p:tgtEl>
                                        <p:attrNameLst>
                                          <p:attrName>style.visibility</p:attrName>
                                        </p:attrNameLst>
                                      </p:cBhvr>
                                      <p:to>
                                        <p:strVal val="visible"/>
                                      </p:to>
                                    </p:set>
                                    <p:animEffect transition="in" filter="blinds(horizontal)">
                                      <p:cBhvr>
                                        <p:cTn id="27" dur="500"/>
                                        <p:tgtEl>
                                          <p:spTgt spid="4301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3019"/>
                                        </p:tgtEl>
                                        <p:attrNameLst>
                                          <p:attrName>style.visibility</p:attrName>
                                        </p:attrNameLst>
                                      </p:cBhvr>
                                      <p:to>
                                        <p:strVal val="visible"/>
                                      </p:to>
                                    </p:set>
                                    <p:animEffect transition="in" filter="blinds(horizontal)">
                                      <p:cBhvr>
                                        <p:cTn id="32" dur="500"/>
                                        <p:tgtEl>
                                          <p:spTgt spid="43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标题 1"/>
          <p:cNvSpPr>
            <a:spLocks noGrp="1"/>
          </p:cNvSpPr>
          <p:nvPr>
            <p:ph type="title"/>
          </p:nvPr>
        </p:nvSpPr>
        <p:spPr/>
        <p:txBody>
          <a:bodyPr/>
          <a:lstStyle/>
          <a:p>
            <a:r>
              <a:rPr lang="en-US" altLang="zh-CN"/>
              <a:t>4.5 </a:t>
            </a:r>
            <a:r>
              <a:rPr lang="zh-CN" altLang="en-US"/>
              <a:t>相乘性质</a:t>
            </a:r>
            <a:endParaRPr lang="zh-CN" altLang="en-US"/>
          </a:p>
        </p:txBody>
      </p:sp>
      <p:sp>
        <p:nvSpPr>
          <p:cNvPr id="18438" name="内容占位符 2"/>
          <p:cNvSpPr>
            <a:spLocks noGrp="1"/>
          </p:cNvSpPr>
          <p:nvPr>
            <p:ph idx="1"/>
          </p:nvPr>
        </p:nvSpPr>
        <p:spPr/>
        <p:txBody>
          <a:bodyPr/>
          <a:lstStyle/>
          <a:p>
            <a:r>
              <a:rPr lang="zh-CN" altLang="en-US" sz="2800" b="0"/>
              <a:t>两个信号在时域相乘，可以看成是由一个信号控制另一个信号的幅度，这就是</a:t>
            </a:r>
            <a:r>
              <a:rPr lang="zh-CN" altLang="en-US" sz="2800" b="0">
                <a:solidFill>
                  <a:srgbClr val="FF0000"/>
                </a:solidFill>
              </a:rPr>
              <a:t>幅度调制</a:t>
            </a:r>
            <a:r>
              <a:rPr lang="zh-CN" altLang="en-US" sz="2800" b="0"/>
              <a:t>。其中一个信号称为</a:t>
            </a:r>
            <a:r>
              <a:rPr lang="zh-CN" altLang="en-US" sz="2800" b="0">
                <a:solidFill>
                  <a:srgbClr val="FF0000"/>
                </a:solidFill>
              </a:rPr>
              <a:t>载波</a:t>
            </a:r>
            <a:r>
              <a:rPr lang="zh-CN" altLang="en-US" sz="2800" b="0"/>
              <a:t>，另一个是</a:t>
            </a:r>
            <a:r>
              <a:rPr lang="zh-CN" altLang="en-US" sz="2800" b="0">
                <a:solidFill>
                  <a:srgbClr val="FF0000"/>
                </a:solidFill>
              </a:rPr>
              <a:t>调制信号</a:t>
            </a:r>
            <a:r>
              <a:rPr lang="zh-CN" altLang="en-US" sz="2800" b="0"/>
              <a:t>。</a:t>
            </a:r>
            <a:endParaRPr lang="zh-CN" altLang="en-US" sz="2800"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346DE5D-C037-4FFB-8C47-E00433442E0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0" name="Text Box 2"/>
          <p:cNvSpPr txBox="1">
            <a:spLocks noChangeArrowheads="1"/>
          </p:cNvSpPr>
          <p:nvPr/>
        </p:nvSpPr>
        <p:spPr bwMode="auto">
          <a:xfrm>
            <a:off x="700088" y="2809875"/>
            <a:ext cx="3178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例</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1.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正弦幅度调制</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2" name="组合 92"/>
          <p:cNvGrpSpPr/>
          <p:nvPr/>
        </p:nvGrpSpPr>
        <p:grpSpPr bwMode="auto">
          <a:xfrm>
            <a:off x="1714500" y="3322638"/>
            <a:ext cx="6048375" cy="3249612"/>
            <a:chOff x="1619250" y="3284538"/>
            <a:chExt cx="6048375" cy="3249612"/>
          </a:xfrm>
        </p:grpSpPr>
        <p:sp>
          <p:nvSpPr>
            <p:cNvPr id="18442" name="Rectangle 27"/>
            <p:cNvSpPr>
              <a:spLocks noChangeArrowheads="1"/>
            </p:cNvSpPr>
            <p:nvPr/>
          </p:nvSpPr>
          <p:spPr bwMode="auto">
            <a:xfrm>
              <a:off x="7092950" y="5024597"/>
              <a:ext cx="215900" cy="2159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pic>
          <p:nvPicPr>
            <p:cNvPr id="18443" name="Picture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6738" y="3284538"/>
              <a:ext cx="5688013" cy="322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4" name="Rectangle 29"/>
            <p:cNvSpPr>
              <a:spLocks noChangeArrowheads="1"/>
            </p:cNvSpPr>
            <p:nvPr/>
          </p:nvSpPr>
          <p:spPr bwMode="auto">
            <a:xfrm>
              <a:off x="3563938" y="3286124"/>
              <a:ext cx="647700" cy="28733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8445" name="Rectangle 30"/>
            <p:cNvSpPr>
              <a:spLocks noChangeArrowheads="1"/>
            </p:cNvSpPr>
            <p:nvPr/>
          </p:nvSpPr>
          <p:spPr bwMode="auto">
            <a:xfrm>
              <a:off x="5651500" y="3783018"/>
              <a:ext cx="2016125" cy="36036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8446" name="Rectangle 31"/>
            <p:cNvSpPr>
              <a:spLocks noChangeArrowheads="1"/>
            </p:cNvSpPr>
            <p:nvPr/>
          </p:nvSpPr>
          <p:spPr bwMode="auto">
            <a:xfrm>
              <a:off x="5435600" y="5957888"/>
              <a:ext cx="1441450" cy="431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8447" name="Line 32"/>
            <p:cNvSpPr>
              <a:spLocks noChangeShapeType="1"/>
            </p:cNvSpPr>
            <p:nvPr/>
          </p:nvSpPr>
          <p:spPr bwMode="auto">
            <a:xfrm flipV="1">
              <a:off x="3851275" y="3500438"/>
              <a:ext cx="0" cy="295275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18434" name="Object 28"/>
            <p:cNvGraphicFramePr>
              <a:graphicFrameLocks noChangeAspect="1"/>
            </p:cNvGraphicFramePr>
            <p:nvPr/>
          </p:nvGraphicFramePr>
          <p:xfrm>
            <a:off x="3924300" y="3365500"/>
            <a:ext cx="565150" cy="430212"/>
          </p:xfrm>
          <a:graphic>
            <a:graphicData uri="http://schemas.openxmlformats.org/presentationml/2006/ole">
              <mc:AlternateContent xmlns:mc="http://schemas.openxmlformats.org/markup-compatibility/2006">
                <mc:Choice xmlns:v="urn:schemas-microsoft-com:vml" Requires="v">
                  <p:oleObj spid="_x0000_s47286" name="Equation" r:id="rId2" imgW="266700" imgH="203200" progId="Equation.DSMT4">
                    <p:embed/>
                  </p:oleObj>
                </mc:Choice>
                <mc:Fallback>
                  <p:oleObj name="Equation" r:id="rId2" imgW="266700" imgH="203200" progId="Equation.DSMT4">
                    <p:embed/>
                    <p:pic>
                      <p:nvPicPr>
                        <p:cNvPr id="0"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3365500"/>
                          <a:ext cx="565150"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5" name="Object 29"/>
            <p:cNvGraphicFramePr>
              <a:graphicFrameLocks noChangeAspect="1"/>
            </p:cNvGraphicFramePr>
            <p:nvPr/>
          </p:nvGraphicFramePr>
          <p:xfrm>
            <a:off x="7164388" y="4678363"/>
            <a:ext cx="212725" cy="363537"/>
          </p:xfrm>
          <a:graphic>
            <a:graphicData uri="http://schemas.openxmlformats.org/presentationml/2006/ole">
              <mc:AlternateContent xmlns:mc="http://schemas.openxmlformats.org/markup-compatibility/2006">
                <mc:Choice xmlns:v="urn:schemas-microsoft-com:vml" Requires="v">
                  <p:oleObj spid="_x0000_s47287" name="Equation" r:id="rId4" imgW="88900" imgH="152400" progId="Equation.DSMT4">
                    <p:embed/>
                  </p:oleObj>
                </mc:Choice>
                <mc:Fallback>
                  <p:oleObj name="Equation" r:id="rId4" imgW="88900" imgH="152400" progId="Equation.DSMT4">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4388" y="4678363"/>
                          <a:ext cx="212725"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6" name="Object 30"/>
            <p:cNvGraphicFramePr>
              <a:graphicFrameLocks noChangeAspect="1"/>
            </p:cNvGraphicFramePr>
            <p:nvPr/>
          </p:nvGraphicFramePr>
          <p:xfrm>
            <a:off x="6259513" y="3870325"/>
            <a:ext cx="576263" cy="439737"/>
          </p:xfrm>
          <a:graphic>
            <a:graphicData uri="http://schemas.openxmlformats.org/presentationml/2006/ole">
              <mc:AlternateContent xmlns:mc="http://schemas.openxmlformats.org/markup-compatibility/2006">
                <mc:Choice xmlns:v="urn:schemas-microsoft-com:vml" Requires="v">
                  <p:oleObj spid="_x0000_s47288" name="Equation" r:id="rId6" imgW="266700" imgH="203200" progId="Equation.DSMT4">
                    <p:embed/>
                  </p:oleObj>
                </mc:Choice>
                <mc:Fallback>
                  <p:oleObj name="Equation" r:id="rId6" imgW="266700" imgH="203200" progId="Equation.DSMT4">
                    <p:embed/>
                    <p:pic>
                      <p:nvPicPr>
                        <p:cNvPr id="0" name="Object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59513" y="3870325"/>
                          <a:ext cx="576263"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8" name="Line 36"/>
            <p:cNvSpPr>
              <a:spLocks noChangeShapeType="1"/>
            </p:cNvSpPr>
            <p:nvPr/>
          </p:nvSpPr>
          <p:spPr bwMode="auto">
            <a:xfrm flipH="1">
              <a:off x="6011863" y="4102100"/>
              <a:ext cx="288925" cy="14446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8449" name="Rectangle 37"/>
            <p:cNvSpPr>
              <a:spLocks noChangeArrowheads="1"/>
            </p:cNvSpPr>
            <p:nvPr/>
          </p:nvSpPr>
          <p:spPr bwMode="auto">
            <a:xfrm>
              <a:off x="3635375" y="6318250"/>
              <a:ext cx="431800" cy="2159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8450" name="Rectangle 38"/>
            <p:cNvSpPr>
              <a:spLocks noChangeArrowheads="1"/>
            </p:cNvSpPr>
            <p:nvPr/>
          </p:nvSpPr>
          <p:spPr bwMode="auto">
            <a:xfrm>
              <a:off x="7092950" y="4975385"/>
              <a:ext cx="215900" cy="2159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8451" name="Line 39"/>
            <p:cNvSpPr>
              <a:spLocks noChangeShapeType="1"/>
            </p:cNvSpPr>
            <p:nvPr/>
          </p:nvSpPr>
          <p:spPr bwMode="auto">
            <a:xfrm>
              <a:off x="1619250" y="5005388"/>
              <a:ext cx="5905500"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linds(horizontal)">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6" name="标题 1"/>
          <p:cNvSpPr>
            <a:spLocks noGrp="1"/>
          </p:cNvSpPr>
          <p:nvPr>
            <p:ph type="title"/>
          </p:nvPr>
        </p:nvSpPr>
        <p:spPr/>
        <p:txBody>
          <a:bodyPr/>
          <a:lstStyle/>
          <a:p>
            <a:r>
              <a:rPr lang="en-US" altLang="zh-CN"/>
              <a:t>4.5 </a:t>
            </a:r>
            <a:r>
              <a:rPr lang="zh-CN" altLang="en-US"/>
              <a:t>相乘性质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82D0D8F-A3E1-4249-B84D-2B8D31B9C06B}"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19458" name="Object 2"/>
          <p:cNvGraphicFramePr>
            <a:graphicFrameLocks noChangeAspect="1"/>
          </p:cNvGraphicFramePr>
          <p:nvPr/>
        </p:nvGraphicFramePr>
        <p:xfrm>
          <a:off x="973138" y="1571625"/>
          <a:ext cx="2111375" cy="488950"/>
        </p:xfrm>
        <a:graphic>
          <a:graphicData uri="http://schemas.openxmlformats.org/presentationml/2006/ole">
            <mc:AlternateContent xmlns:mc="http://schemas.openxmlformats.org/markup-compatibility/2006">
              <mc:Choice xmlns:v="urn:schemas-microsoft-com:vml" Requires="v">
                <p:oleObj spid="_x0000_s61498" name="Equation" r:id="rId1" imgW="876300" imgH="203200" progId="Equation.DSMT4">
                  <p:embed/>
                </p:oleObj>
              </mc:Choice>
              <mc:Fallback>
                <p:oleObj name="Equation" r:id="rId1" imgW="8763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138" y="1571625"/>
                        <a:ext cx="2111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8"/>
          <p:cNvGraphicFramePr>
            <a:graphicFrameLocks noChangeAspect="1"/>
          </p:cNvGraphicFramePr>
          <p:nvPr/>
        </p:nvGraphicFramePr>
        <p:xfrm>
          <a:off x="857250" y="3000375"/>
          <a:ext cx="2111375" cy="550863"/>
        </p:xfrm>
        <a:graphic>
          <a:graphicData uri="http://schemas.openxmlformats.org/presentationml/2006/ole">
            <mc:AlternateContent xmlns:mc="http://schemas.openxmlformats.org/markup-compatibility/2006">
              <mc:Choice xmlns:v="urn:schemas-microsoft-com:vml" Requires="v">
                <p:oleObj spid="_x0000_s61499" name="Equation" r:id="rId3" imgW="876300" imgH="228600" progId="Equation.DSMT4">
                  <p:embed/>
                </p:oleObj>
              </mc:Choice>
              <mc:Fallback>
                <p:oleObj name="Equation" r:id="rId3" imgW="876300" imgH="2286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3000375"/>
                        <a:ext cx="2111375" cy="55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478" name="Group 15"/>
          <p:cNvGrpSpPr/>
          <p:nvPr/>
        </p:nvGrpSpPr>
        <p:grpSpPr bwMode="auto">
          <a:xfrm>
            <a:off x="3643313" y="1285875"/>
            <a:ext cx="3095625" cy="1582738"/>
            <a:chOff x="3379" y="1344"/>
            <a:chExt cx="1950" cy="997"/>
          </a:xfrm>
        </p:grpSpPr>
        <p:sp>
          <p:nvSpPr>
            <p:cNvPr id="19490" name="Line 16"/>
            <p:cNvSpPr>
              <a:spLocks noChangeShapeType="1"/>
            </p:cNvSpPr>
            <p:nvPr/>
          </p:nvSpPr>
          <p:spPr bwMode="auto">
            <a:xfrm flipV="1">
              <a:off x="4286" y="1410"/>
              <a:ext cx="0" cy="65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91" name="Line 17"/>
            <p:cNvSpPr>
              <a:spLocks noChangeShapeType="1"/>
            </p:cNvSpPr>
            <p:nvPr/>
          </p:nvSpPr>
          <p:spPr bwMode="auto">
            <a:xfrm flipH="1">
              <a:off x="3944" y="1752"/>
              <a:ext cx="337" cy="314"/>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92" name="Line 18"/>
            <p:cNvSpPr>
              <a:spLocks noChangeShapeType="1"/>
            </p:cNvSpPr>
            <p:nvPr/>
          </p:nvSpPr>
          <p:spPr bwMode="auto">
            <a:xfrm>
              <a:off x="4281" y="1752"/>
              <a:ext cx="338" cy="314"/>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93" name="Text Box 19"/>
            <p:cNvSpPr txBox="1">
              <a:spLocks noChangeArrowheads="1"/>
            </p:cNvSpPr>
            <p:nvPr/>
          </p:nvSpPr>
          <p:spPr bwMode="auto">
            <a:xfrm>
              <a:off x="4057" y="154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dirty="0">
                  <a:ln>
                    <a:noFill/>
                  </a:ln>
                  <a:solidFill>
                    <a:srgbClr val="000000"/>
                  </a:solidFill>
                  <a:effectLst/>
                  <a:uLnTx/>
                  <a:uFillTx/>
                  <a:latin typeface="Arial" panose="020B0604020202020204" pitchFamily="34" charset="0"/>
                  <a:ea typeface="楷体_GB2312" panose="02010609030101010101" pitchFamily="49" charset="-122"/>
                  <a:cs typeface="+mn-cs"/>
                </a:rPr>
                <a:t>1</a:t>
              </a:r>
              <a:endParaRPr kumimoji="0" lang="en-US" altLang="zh-CN" sz="2000" i="0" u="none" strike="noStrike" kern="1200" cap="none" spc="0" normalizeH="0" baseline="0" noProof="0" dirty="0">
                <a:ln>
                  <a:noFill/>
                </a:ln>
                <a:solidFill>
                  <a:srgbClr val="000000"/>
                </a:solidFill>
                <a:effectLst/>
                <a:uLnTx/>
                <a:uFillTx/>
                <a:latin typeface="Arial" panose="020B0604020202020204" pitchFamily="34" charset="0"/>
                <a:ea typeface="楷体_GB2312" panose="02010609030101010101" pitchFamily="49" charset="-122"/>
                <a:cs typeface="+mn-cs"/>
              </a:endParaRPr>
            </a:p>
          </p:txBody>
        </p:sp>
        <p:sp>
          <p:nvSpPr>
            <p:cNvPr id="19494" name="Text Box 20"/>
            <p:cNvSpPr txBox="1">
              <a:spLocks noChangeArrowheads="1"/>
            </p:cNvSpPr>
            <p:nvPr/>
          </p:nvSpPr>
          <p:spPr bwMode="auto">
            <a:xfrm>
              <a:off x="4156" y="203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solidFill>
                    <a:srgbClr val="000000"/>
                  </a:solidFill>
                  <a:effectLst/>
                  <a:uLnTx/>
                  <a:uFillTx/>
                  <a:latin typeface="Arial" panose="020B0604020202020204" pitchFamily="34" charset="0"/>
                  <a:ea typeface="楷体_GB2312" panose="02010609030101010101" pitchFamily="49" charset="-122"/>
                  <a:cs typeface="+mn-cs"/>
                </a:rPr>
                <a:t>0</a:t>
              </a:r>
              <a:endParaRPr kumimoji="0" lang="en-US" altLang="zh-CN" sz="2000" i="0" u="none" strike="noStrike" kern="1200" cap="none" spc="0" normalizeH="0" baseline="0" noProof="0">
                <a:ln>
                  <a:noFill/>
                </a:ln>
                <a:solidFill>
                  <a:srgbClr val="000000"/>
                </a:solidFill>
                <a:effectLst/>
                <a:uLnTx/>
                <a:uFillTx/>
                <a:latin typeface="Arial" panose="020B0604020202020204" pitchFamily="34" charset="0"/>
                <a:ea typeface="楷体_GB2312" panose="02010609030101010101" pitchFamily="49" charset="-122"/>
                <a:cs typeface="+mn-cs"/>
              </a:endParaRPr>
            </a:p>
          </p:txBody>
        </p:sp>
        <p:graphicFrame>
          <p:nvGraphicFramePr>
            <p:cNvPr id="19472" name="Object 9"/>
            <p:cNvGraphicFramePr>
              <a:graphicFrameLocks noChangeAspect="1"/>
            </p:cNvGraphicFramePr>
            <p:nvPr/>
          </p:nvGraphicFramePr>
          <p:xfrm>
            <a:off x="5077" y="1857"/>
            <a:ext cx="252" cy="214"/>
          </p:xfrm>
          <a:graphic>
            <a:graphicData uri="http://schemas.openxmlformats.org/presentationml/2006/ole">
              <mc:AlternateContent xmlns:mc="http://schemas.openxmlformats.org/markup-compatibility/2006">
                <mc:Choice xmlns:v="urn:schemas-microsoft-com:vml" Requires="v">
                  <p:oleObj spid="_x0000_s61500" name="Equation" r:id="rId5" imgW="152400" imgH="139700" progId="Equation.DSMT4">
                    <p:embed/>
                  </p:oleObj>
                </mc:Choice>
                <mc:Fallback>
                  <p:oleObj name="Equation" r:id="rId5" imgW="152400" imgH="1397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7" y="1857"/>
                          <a:ext cx="25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73" name="Object 10"/>
            <p:cNvGraphicFramePr>
              <a:graphicFrameLocks noChangeAspect="1"/>
            </p:cNvGraphicFramePr>
            <p:nvPr/>
          </p:nvGraphicFramePr>
          <p:xfrm>
            <a:off x="4506" y="2013"/>
            <a:ext cx="324" cy="328"/>
          </p:xfrm>
          <a:graphic>
            <a:graphicData uri="http://schemas.openxmlformats.org/presentationml/2006/ole">
              <mc:AlternateContent xmlns:mc="http://schemas.openxmlformats.org/markup-compatibility/2006">
                <mc:Choice xmlns:v="urn:schemas-microsoft-com:vml" Requires="v">
                  <p:oleObj spid="_x0000_s61501" name="Equation" r:id="rId7" imgW="241300" imgH="215900" progId="Equation.DSMT4">
                    <p:embed/>
                  </p:oleObj>
                </mc:Choice>
                <mc:Fallback>
                  <p:oleObj name="Equation" r:id="rId7" imgW="241300" imgH="2159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6" y="2013"/>
                          <a:ext cx="32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74" name="Object 11"/>
            <p:cNvGraphicFramePr>
              <a:graphicFrameLocks noChangeAspect="1"/>
            </p:cNvGraphicFramePr>
            <p:nvPr/>
          </p:nvGraphicFramePr>
          <p:xfrm>
            <a:off x="3742" y="2013"/>
            <a:ext cx="427" cy="299"/>
          </p:xfrm>
          <a:graphic>
            <a:graphicData uri="http://schemas.openxmlformats.org/presentationml/2006/ole">
              <mc:AlternateContent xmlns:mc="http://schemas.openxmlformats.org/markup-compatibility/2006">
                <mc:Choice xmlns:v="urn:schemas-microsoft-com:vml" Requires="v">
                  <p:oleObj spid="_x0000_s61502" name="Equation" r:id="rId9" imgW="342900" imgH="215900" progId="Equation.DSMT4">
                    <p:embed/>
                  </p:oleObj>
                </mc:Choice>
                <mc:Fallback>
                  <p:oleObj name="Equation" r:id="rId9" imgW="342900" imgH="2159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42" y="2013"/>
                          <a:ext cx="427"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75" name="Object 12"/>
            <p:cNvGraphicFramePr>
              <a:graphicFrameLocks noChangeAspect="1"/>
            </p:cNvGraphicFramePr>
            <p:nvPr/>
          </p:nvGraphicFramePr>
          <p:xfrm>
            <a:off x="4323" y="1344"/>
            <a:ext cx="553" cy="275"/>
          </p:xfrm>
          <a:graphic>
            <a:graphicData uri="http://schemas.openxmlformats.org/presentationml/2006/ole">
              <mc:AlternateContent xmlns:mc="http://schemas.openxmlformats.org/markup-compatibility/2006">
                <mc:Choice xmlns:v="urn:schemas-microsoft-com:vml" Requires="v">
                  <p:oleObj spid="_x0000_s61503" name="Equation" r:id="rId11" imgW="431800" imgH="203200" progId="Equation.DSMT4">
                    <p:embed/>
                  </p:oleObj>
                </mc:Choice>
                <mc:Fallback>
                  <p:oleObj name="Equation" r:id="rId11" imgW="431800" imgH="2032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23" y="1344"/>
                          <a:ext cx="553"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95" name="Line 25"/>
            <p:cNvSpPr>
              <a:spLocks noChangeShapeType="1"/>
            </p:cNvSpPr>
            <p:nvPr/>
          </p:nvSpPr>
          <p:spPr bwMode="auto">
            <a:xfrm>
              <a:off x="3379" y="2065"/>
              <a:ext cx="195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graphicFrame>
        <p:nvGraphicFramePr>
          <p:cNvPr id="46093" name="Object 13"/>
          <p:cNvGraphicFramePr>
            <a:graphicFrameLocks noChangeAspect="1"/>
          </p:cNvGraphicFramePr>
          <p:nvPr/>
        </p:nvGraphicFramePr>
        <p:xfrm>
          <a:off x="3929063" y="3001963"/>
          <a:ext cx="4425950" cy="547687"/>
        </p:xfrm>
        <a:graphic>
          <a:graphicData uri="http://schemas.openxmlformats.org/presentationml/2006/ole">
            <mc:AlternateContent xmlns:mc="http://schemas.openxmlformats.org/markup-compatibility/2006">
              <mc:Choice xmlns:v="urn:schemas-microsoft-com:vml" Requires="v">
                <p:oleObj spid="_x0000_s61504" name="Equation" r:id="rId13" imgW="2120900" imgH="228600" progId="Equation.DSMT4">
                  <p:embed/>
                </p:oleObj>
              </mc:Choice>
              <mc:Fallback>
                <p:oleObj name="Equation" r:id="rId13" imgW="2120900" imgH="22860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29063" y="3001963"/>
                        <a:ext cx="4425950"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94" name="Object 14"/>
          <p:cNvGraphicFramePr>
            <a:graphicFrameLocks noChangeAspect="1"/>
          </p:cNvGraphicFramePr>
          <p:nvPr/>
        </p:nvGraphicFramePr>
        <p:xfrm>
          <a:off x="3203575" y="3106738"/>
          <a:ext cx="488950" cy="336550"/>
        </p:xfrm>
        <a:graphic>
          <a:graphicData uri="http://schemas.openxmlformats.org/presentationml/2006/ole">
            <mc:AlternateContent xmlns:mc="http://schemas.openxmlformats.org/markup-compatibility/2006">
              <mc:Choice xmlns:v="urn:schemas-microsoft-com:vml" Requires="v">
                <p:oleObj spid="_x0000_s61505" name="Equation" r:id="rId15" imgW="203200" imgH="139700" progId="Equation.DSMT4">
                  <p:embed/>
                </p:oleObj>
              </mc:Choice>
              <mc:Fallback>
                <p:oleObj name="Equation" r:id="rId15" imgW="203200" imgH="139700" progId="Equation.DSMT4">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03575" y="3106738"/>
                        <a:ext cx="488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3"/>
          <p:cNvGrpSpPr/>
          <p:nvPr/>
        </p:nvGrpSpPr>
        <p:grpSpPr bwMode="auto">
          <a:xfrm>
            <a:off x="2643188" y="3714750"/>
            <a:ext cx="3887787" cy="1584325"/>
            <a:chOff x="1565" y="890"/>
            <a:chExt cx="2449" cy="998"/>
          </a:xfrm>
        </p:grpSpPr>
        <p:sp>
          <p:nvSpPr>
            <p:cNvPr id="19485" name="Line 4"/>
            <p:cNvSpPr>
              <a:spLocks noChangeShapeType="1"/>
            </p:cNvSpPr>
            <p:nvPr/>
          </p:nvSpPr>
          <p:spPr bwMode="auto">
            <a:xfrm>
              <a:off x="1565" y="1638"/>
              <a:ext cx="2449"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86" name="Line 5"/>
            <p:cNvSpPr>
              <a:spLocks noChangeShapeType="1"/>
            </p:cNvSpPr>
            <p:nvPr/>
          </p:nvSpPr>
          <p:spPr bwMode="auto">
            <a:xfrm flipV="1">
              <a:off x="2707" y="937"/>
              <a:ext cx="0" cy="713"/>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87" name="Line 6"/>
            <p:cNvSpPr>
              <a:spLocks noChangeShapeType="1"/>
            </p:cNvSpPr>
            <p:nvPr/>
          </p:nvSpPr>
          <p:spPr bwMode="auto">
            <a:xfrm flipV="1">
              <a:off x="2006" y="1223"/>
              <a:ext cx="0" cy="427"/>
            </a:xfrm>
            <a:prstGeom prst="line">
              <a:avLst/>
            </a:prstGeom>
            <a:noFill/>
            <a:ln w="38100">
              <a:solidFill>
                <a:srgbClr val="000099"/>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88" name="Line 7"/>
            <p:cNvSpPr>
              <a:spLocks noChangeShapeType="1"/>
            </p:cNvSpPr>
            <p:nvPr/>
          </p:nvSpPr>
          <p:spPr bwMode="auto">
            <a:xfrm flipV="1">
              <a:off x="3410" y="1223"/>
              <a:ext cx="0" cy="427"/>
            </a:xfrm>
            <a:prstGeom prst="line">
              <a:avLst/>
            </a:prstGeom>
            <a:noFill/>
            <a:ln w="38100">
              <a:solidFill>
                <a:srgbClr val="000099"/>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89" name="Text Box 8"/>
            <p:cNvSpPr txBox="1">
              <a:spLocks noChangeArrowheads="1"/>
            </p:cNvSpPr>
            <p:nvPr/>
          </p:nvSpPr>
          <p:spPr bwMode="auto">
            <a:xfrm>
              <a:off x="2567" y="1602"/>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solidFill>
                    <a:srgbClr val="000000"/>
                  </a:solidFill>
                  <a:effectLst/>
                  <a:uLnTx/>
                  <a:uFillTx/>
                  <a:latin typeface="Arial" panose="020B0604020202020204" pitchFamily="34" charset="0"/>
                  <a:ea typeface="楷体_GB2312" panose="02010609030101010101" pitchFamily="49" charset="-122"/>
                  <a:cs typeface="+mn-cs"/>
                </a:rPr>
                <a:t>0</a:t>
              </a:r>
              <a:endParaRPr kumimoji="0" lang="en-US" altLang="zh-CN" sz="2000" i="0" u="none" strike="noStrike" kern="1200" cap="none" spc="0" normalizeH="0" baseline="0" noProof="0">
                <a:ln>
                  <a:noFill/>
                </a:ln>
                <a:solidFill>
                  <a:srgbClr val="000000"/>
                </a:solidFill>
                <a:effectLst/>
                <a:uLnTx/>
                <a:uFillTx/>
                <a:latin typeface="Arial" panose="020B0604020202020204" pitchFamily="34" charset="0"/>
                <a:ea typeface="楷体_GB2312" panose="02010609030101010101" pitchFamily="49" charset="-122"/>
                <a:cs typeface="+mn-cs"/>
              </a:endParaRPr>
            </a:p>
          </p:txBody>
        </p:sp>
        <p:graphicFrame>
          <p:nvGraphicFramePr>
            <p:cNvPr id="19467" name="Object 20"/>
            <p:cNvGraphicFramePr>
              <a:graphicFrameLocks noChangeAspect="1"/>
            </p:cNvGraphicFramePr>
            <p:nvPr/>
          </p:nvGraphicFramePr>
          <p:xfrm>
            <a:off x="3461" y="1210"/>
            <a:ext cx="281" cy="229"/>
          </p:xfrm>
          <a:graphic>
            <a:graphicData uri="http://schemas.openxmlformats.org/presentationml/2006/ole">
              <mc:AlternateContent xmlns:mc="http://schemas.openxmlformats.org/markup-compatibility/2006">
                <mc:Choice xmlns:v="urn:schemas-microsoft-com:vml" Requires="v">
                  <p:oleObj spid="_x0000_s61506" name="Equation" r:id="rId17" imgW="254000" imgH="203200" progId="Equation.DSMT4">
                    <p:embed/>
                  </p:oleObj>
                </mc:Choice>
                <mc:Fallback>
                  <p:oleObj name="Equation" r:id="rId17" imgW="254000" imgH="203200" progId="Equation.DSMT4">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61" y="1210"/>
                          <a:ext cx="28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8" name="Object 21"/>
            <p:cNvGraphicFramePr>
              <a:graphicFrameLocks noChangeAspect="1"/>
            </p:cNvGraphicFramePr>
            <p:nvPr/>
          </p:nvGraphicFramePr>
          <p:xfrm>
            <a:off x="3698" y="1455"/>
            <a:ext cx="316" cy="197"/>
          </p:xfrm>
          <a:graphic>
            <a:graphicData uri="http://schemas.openxmlformats.org/presentationml/2006/ole">
              <mc:AlternateContent xmlns:mc="http://schemas.openxmlformats.org/markup-compatibility/2006">
                <mc:Choice xmlns:v="urn:schemas-microsoft-com:vml" Requires="v">
                  <p:oleObj spid="_x0000_s61507" name="Equation" r:id="rId19" imgW="152400" imgH="139700" progId="Equation.DSMT4">
                    <p:embed/>
                  </p:oleObj>
                </mc:Choice>
                <mc:Fallback>
                  <p:oleObj name="Equation" r:id="rId19" imgW="152400" imgH="139700" progId="Equation.DSMT4">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8" y="1455"/>
                          <a:ext cx="316"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9" name="Object 22"/>
            <p:cNvGraphicFramePr>
              <a:graphicFrameLocks noChangeAspect="1"/>
            </p:cNvGraphicFramePr>
            <p:nvPr/>
          </p:nvGraphicFramePr>
          <p:xfrm>
            <a:off x="3268" y="1602"/>
            <a:ext cx="292" cy="285"/>
          </p:xfrm>
          <a:graphic>
            <a:graphicData uri="http://schemas.openxmlformats.org/presentationml/2006/ole">
              <mc:AlternateContent xmlns:mc="http://schemas.openxmlformats.org/markup-compatibility/2006">
                <mc:Choice xmlns:v="urn:schemas-microsoft-com:vml" Requires="v">
                  <p:oleObj spid="_x0000_s61508" name="Equation" r:id="rId20" imgW="190500" imgH="228600" progId="Equation.DSMT4">
                    <p:embed/>
                  </p:oleObj>
                </mc:Choice>
                <mc:Fallback>
                  <p:oleObj name="Equation" r:id="rId20" imgW="190500" imgH="228600" progId="Equation.DSMT4">
                    <p:embed/>
                    <p:pic>
                      <p:nvPicPr>
                        <p:cNvPr id="0" name="Object 2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68" y="1602"/>
                          <a:ext cx="292"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70" name="Object 23"/>
            <p:cNvGraphicFramePr>
              <a:graphicFrameLocks noChangeAspect="1"/>
            </p:cNvGraphicFramePr>
            <p:nvPr/>
          </p:nvGraphicFramePr>
          <p:xfrm>
            <a:off x="1725" y="1602"/>
            <a:ext cx="429" cy="286"/>
          </p:xfrm>
          <a:graphic>
            <a:graphicData uri="http://schemas.openxmlformats.org/presentationml/2006/ole">
              <mc:AlternateContent xmlns:mc="http://schemas.openxmlformats.org/markup-compatibility/2006">
                <mc:Choice xmlns:v="urn:schemas-microsoft-com:vml" Requires="v">
                  <p:oleObj spid="_x0000_s61509" name="Equation" r:id="rId22" imgW="304800" imgH="228600" progId="Equation.DSMT4">
                    <p:embed/>
                  </p:oleObj>
                </mc:Choice>
                <mc:Fallback>
                  <p:oleObj name="Equation" r:id="rId22" imgW="304800" imgH="228600" progId="Equation.DSMT4">
                    <p:embed/>
                    <p:pic>
                      <p:nvPicPr>
                        <p:cNvPr id="0" name="Object 2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725" y="1602"/>
                          <a:ext cx="429"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71" name="Object 24"/>
            <p:cNvGraphicFramePr>
              <a:graphicFrameLocks noChangeAspect="1"/>
            </p:cNvGraphicFramePr>
            <p:nvPr/>
          </p:nvGraphicFramePr>
          <p:xfrm>
            <a:off x="2707" y="890"/>
            <a:ext cx="536" cy="260"/>
          </p:xfrm>
          <a:graphic>
            <a:graphicData uri="http://schemas.openxmlformats.org/presentationml/2006/ole">
              <mc:AlternateContent xmlns:mc="http://schemas.openxmlformats.org/markup-compatibility/2006">
                <mc:Choice xmlns:v="urn:schemas-microsoft-com:vml" Requires="v">
                  <p:oleObj spid="_x0000_s61510" name="Equation" r:id="rId24" imgW="444500" imgH="203200" progId="Equation.DSMT4">
                    <p:embed/>
                  </p:oleObj>
                </mc:Choice>
                <mc:Fallback>
                  <p:oleObj name="Equation" r:id="rId24" imgW="444500" imgH="203200" progId="Equation.DSMT4">
                    <p:embed/>
                    <p:pic>
                      <p:nvPicPr>
                        <p:cNvPr id="0" name="Object 2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707" y="890"/>
                          <a:ext cx="536"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2" name="Object 25"/>
          <p:cNvGraphicFramePr>
            <a:graphicFrameLocks noChangeAspect="1"/>
          </p:cNvGraphicFramePr>
          <p:nvPr/>
        </p:nvGraphicFramePr>
        <p:xfrm>
          <a:off x="973138" y="5572125"/>
          <a:ext cx="2170112" cy="488950"/>
        </p:xfrm>
        <a:graphic>
          <a:graphicData uri="http://schemas.openxmlformats.org/presentationml/2006/ole">
            <mc:AlternateContent xmlns:mc="http://schemas.openxmlformats.org/markup-compatibility/2006">
              <mc:Choice xmlns:v="urn:schemas-microsoft-com:vml" Requires="v">
                <p:oleObj spid="_x0000_s61511" name="Equation" r:id="rId26" imgW="901065" imgH="203200" progId="Equation.DSMT4">
                  <p:embed/>
                </p:oleObj>
              </mc:Choice>
              <mc:Fallback>
                <p:oleObj name="Equation" r:id="rId26" imgW="901065" imgH="203200" progId="Equation.DSMT4">
                  <p:embed/>
                  <p:pic>
                    <p:nvPicPr>
                      <p:cNvPr id="0" name="Object 2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73138" y="5572125"/>
                        <a:ext cx="21701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Group 6"/>
          <p:cNvGrpSpPr/>
          <p:nvPr/>
        </p:nvGrpSpPr>
        <p:grpSpPr bwMode="auto">
          <a:xfrm>
            <a:off x="3786188" y="5421313"/>
            <a:ext cx="2667000" cy="1293812"/>
            <a:chOff x="3012" y="579"/>
            <a:chExt cx="1615" cy="699"/>
          </a:xfrm>
        </p:grpSpPr>
        <p:graphicFrame>
          <p:nvGraphicFramePr>
            <p:cNvPr id="19463" name="Object 26"/>
            <p:cNvGraphicFramePr>
              <a:graphicFrameLocks noChangeAspect="1"/>
            </p:cNvGraphicFramePr>
            <p:nvPr/>
          </p:nvGraphicFramePr>
          <p:xfrm>
            <a:off x="3662" y="1015"/>
            <a:ext cx="394" cy="263"/>
          </p:xfrm>
          <a:graphic>
            <a:graphicData uri="http://schemas.openxmlformats.org/presentationml/2006/ole">
              <mc:AlternateContent xmlns:mc="http://schemas.openxmlformats.org/markup-compatibility/2006">
                <mc:Choice xmlns:v="urn:schemas-microsoft-com:vml" Requires="v">
                  <p:oleObj spid="_x0000_s61512" name="Equation" r:id="rId28" imgW="304800" imgH="203200" progId="Equation.DSMT4">
                    <p:embed/>
                  </p:oleObj>
                </mc:Choice>
                <mc:Fallback>
                  <p:oleObj name="Equation" r:id="rId28" imgW="304800" imgH="203200" progId="Equation.DSMT4">
                    <p:embed/>
                    <p:pic>
                      <p:nvPicPr>
                        <p:cNvPr id="0" name="Object 2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662" y="1015"/>
                          <a:ext cx="394"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481" name="Group 8"/>
            <p:cNvGrpSpPr/>
            <p:nvPr/>
          </p:nvGrpSpPr>
          <p:grpSpPr bwMode="auto">
            <a:xfrm>
              <a:off x="3012" y="579"/>
              <a:ext cx="1615" cy="435"/>
              <a:chOff x="3012" y="689"/>
              <a:chExt cx="1615" cy="435"/>
            </a:xfrm>
          </p:grpSpPr>
          <p:graphicFrame>
            <p:nvGraphicFramePr>
              <p:cNvPr id="19464" name="Object 27"/>
              <p:cNvGraphicFramePr>
                <a:graphicFrameLocks noChangeAspect="1"/>
              </p:cNvGraphicFramePr>
              <p:nvPr/>
            </p:nvGraphicFramePr>
            <p:xfrm>
              <a:off x="3701" y="692"/>
              <a:ext cx="253" cy="272"/>
            </p:xfrm>
            <a:graphic>
              <a:graphicData uri="http://schemas.openxmlformats.org/presentationml/2006/ole">
                <mc:AlternateContent xmlns:mc="http://schemas.openxmlformats.org/markup-compatibility/2006">
                  <mc:Choice xmlns:v="urn:schemas-microsoft-com:vml" Requires="v">
                    <p:oleObj spid="_x0000_s61513" name="Equation" r:id="rId30" imgW="165100" imgH="177800" progId="Equation.DSMT4">
                      <p:embed/>
                    </p:oleObj>
                  </mc:Choice>
                  <mc:Fallback>
                    <p:oleObj name="Equation" r:id="rId30" imgW="165100" imgH="177800" progId="Equation.DSMT4">
                      <p:embed/>
                      <p:pic>
                        <p:nvPicPr>
                          <p:cNvPr id="0" name="Object 2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701" y="692"/>
                            <a:ext cx="253"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82" name="Line 10"/>
              <p:cNvSpPr>
                <a:spLocks noChangeShapeType="1"/>
              </p:cNvSpPr>
              <p:nvPr/>
            </p:nvSpPr>
            <p:spPr bwMode="auto">
              <a:xfrm>
                <a:off x="3383" y="828"/>
                <a:ext cx="363"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83" name="Line 11"/>
              <p:cNvSpPr>
                <a:spLocks noChangeShapeType="1"/>
              </p:cNvSpPr>
              <p:nvPr/>
            </p:nvSpPr>
            <p:spPr bwMode="auto">
              <a:xfrm>
                <a:off x="3902" y="828"/>
                <a:ext cx="363"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84" name="Line 12"/>
              <p:cNvSpPr>
                <a:spLocks noChangeShapeType="1"/>
              </p:cNvSpPr>
              <p:nvPr/>
            </p:nvSpPr>
            <p:spPr bwMode="auto">
              <a:xfrm flipV="1">
                <a:off x="3832" y="897"/>
                <a:ext cx="0" cy="227"/>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19465" name="Object 28"/>
              <p:cNvGraphicFramePr>
                <a:graphicFrameLocks noChangeAspect="1"/>
              </p:cNvGraphicFramePr>
              <p:nvPr/>
            </p:nvGraphicFramePr>
            <p:xfrm>
              <a:off x="3012" y="689"/>
              <a:ext cx="346" cy="263"/>
            </p:xfrm>
            <a:graphic>
              <a:graphicData uri="http://schemas.openxmlformats.org/presentationml/2006/ole">
                <mc:AlternateContent xmlns:mc="http://schemas.openxmlformats.org/markup-compatibility/2006">
                  <mc:Choice xmlns:v="urn:schemas-microsoft-com:vml" Requires="v">
                    <p:oleObj spid="_x0000_s61514" name="Equation" r:id="rId32" imgW="266700" imgH="203200" progId="Equation.DSMT4">
                      <p:embed/>
                    </p:oleObj>
                  </mc:Choice>
                  <mc:Fallback>
                    <p:oleObj name="Equation" r:id="rId32" imgW="266700" imgH="203200" progId="Equation.DSMT4">
                      <p:embed/>
                      <p:pic>
                        <p:nvPicPr>
                          <p:cNvPr id="0" name="Object 2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012" y="689"/>
                            <a:ext cx="346"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6" name="Object 29"/>
              <p:cNvGraphicFramePr>
                <a:graphicFrameLocks noChangeAspect="1"/>
              </p:cNvGraphicFramePr>
              <p:nvPr/>
            </p:nvGraphicFramePr>
            <p:xfrm>
              <a:off x="4281" y="690"/>
              <a:ext cx="346" cy="263"/>
            </p:xfrm>
            <a:graphic>
              <a:graphicData uri="http://schemas.openxmlformats.org/presentationml/2006/ole">
                <mc:AlternateContent xmlns:mc="http://schemas.openxmlformats.org/markup-compatibility/2006">
                  <mc:Choice xmlns:v="urn:schemas-microsoft-com:vml" Requires="v">
                    <p:oleObj spid="_x0000_s61515" name="Equation" r:id="rId34" imgW="266700" imgH="203200" progId="Equation.DSMT4">
                      <p:embed/>
                    </p:oleObj>
                  </mc:Choice>
                  <mc:Fallback>
                    <p:oleObj name="Equation" r:id="rId34" imgW="266700" imgH="203200" progId="Equation.DSMT4">
                      <p:embed/>
                      <p:pic>
                        <p:nvPicPr>
                          <p:cNvPr id="0" name="Object 2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281" y="690"/>
                            <a:ext cx="346"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094"/>
                                        </p:tgtEl>
                                        <p:attrNameLst>
                                          <p:attrName>style.visibility</p:attrName>
                                        </p:attrNameLst>
                                      </p:cBhvr>
                                      <p:to>
                                        <p:strVal val="visible"/>
                                      </p:to>
                                    </p:set>
                                    <p:animEffect transition="in" filter="blinds(horizontal)">
                                      <p:cBhvr>
                                        <p:cTn id="12" dur="500"/>
                                        <p:tgtEl>
                                          <p:spTgt spid="4609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6093"/>
                                        </p:tgtEl>
                                        <p:attrNameLst>
                                          <p:attrName>style.visibility</p:attrName>
                                        </p:attrNameLst>
                                      </p:cBhvr>
                                      <p:to>
                                        <p:strVal val="visible"/>
                                      </p:to>
                                    </p:set>
                                    <p:animEffect transition="in" filter="blinds(horizontal)">
                                      <p:cBhvr>
                                        <p:cTn id="17" dur="500"/>
                                        <p:tgtEl>
                                          <p:spTgt spid="4609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blinds(horizontal)">
                                      <p:cBhvr>
                                        <p:cTn id="27" dur="500"/>
                                        <p:tgtEl>
                                          <p:spTgt spid="5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8" name="标题 1"/>
          <p:cNvSpPr>
            <a:spLocks noGrp="1"/>
          </p:cNvSpPr>
          <p:nvPr>
            <p:ph type="title"/>
          </p:nvPr>
        </p:nvSpPr>
        <p:spPr/>
        <p:txBody>
          <a:bodyPr/>
          <a:lstStyle/>
          <a:p>
            <a:r>
              <a:rPr lang="en-US" altLang="zh-CN"/>
              <a:t>4.5 </a:t>
            </a:r>
            <a:r>
              <a:rPr lang="zh-CN" altLang="en-US"/>
              <a:t>相乘性质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C9C733D-BBC2-4F67-91F6-16DF4FF883E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0482" name="Object 7"/>
          <p:cNvGraphicFramePr>
            <a:graphicFrameLocks noChangeAspect="1"/>
          </p:cNvGraphicFramePr>
          <p:nvPr/>
        </p:nvGraphicFramePr>
        <p:xfrm>
          <a:off x="1468438" y="1285875"/>
          <a:ext cx="5499100" cy="892175"/>
        </p:xfrm>
        <a:graphic>
          <a:graphicData uri="http://schemas.openxmlformats.org/presentationml/2006/ole">
            <mc:AlternateContent xmlns:mc="http://schemas.openxmlformats.org/markup-compatibility/2006">
              <mc:Choice xmlns:v="urn:schemas-microsoft-com:vml" Requires="v">
                <p:oleObj spid="_x0000_s49514" name="Equation" r:id="rId1" imgW="2794000" imgH="393700" progId="Equation.DSMT4">
                  <p:embed/>
                </p:oleObj>
              </mc:Choice>
              <mc:Fallback>
                <p:oleObj name="Equation" r:id="rId1" imgW="2794000" imgH="393700" progId="Equation.DSMT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8438" y="1285875"/>
                        <a:ext cx="5499100"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8"/>
          <p:cNvGraphicFramePr>
            <a:graphicFrameLocks noChangeAspect="1"/>
          </p:cNvGraphicFramePr>
          <p:nvPr/>
        </p:nvGraphicFramePr>
        <p:xfrm>
          <a:off x="2289175" y="2266950"/>
          <a:ext cx="4208463" cy="947738"/>
        </p:xfrm>
        <a:graphic>
          <a:graphicData uri="http://schemas.openxmlformats.org/presentationml/2006/ole">
            <mc:AlternateContent xmlns:mc="http://schemas.openxmlformats.org/markup-compatibility/2006">
              <mc:Choice xmlns:v="urn:schemas-microsoft-com:vml" Requires="v">
                <p:oleObj spid="_x0000_s49515" name="Equation" r:id="rId3" imgW="2032000" imgH="393700" progId="Equation.DSMT4">
                  <p:embed/>
                </p:oleObj>
              </mc:Choice>
              <mc:Fallback>
                <p:oleObj name="Equation" r:id="rId3" imgW="2032000" imgH="3937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9175" y="2266950"/>
                        <a:ext cx="4208463" cy="94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7"/>
          <p:cNvGrpSpPr/>
          <p:nvPr/>
        </p:nvGrpSpPr>
        <p:grpSpPr bwMode="auto">
          <a:xfrm>
            <a:off x="2143125" y="3379788"/>
            <a:ext cx="4968875" cy="1739900"/>
            <a:chOff x="1247" y="3022"/>
            <a:chExt cx="3130" cy="1096"/>
          </a:xfrm>
        </p:grpSpPr>
        <p:sp>
          <p:nvSpPr>
            <p:cNvPr id="20492" name="Line 18"/>
            <p:cNvSpPr>
              <a:spLocks noChangeShapeType="1"/>
            </p:cNvSpPr>
            <p:nvPr/>
          </p:nvSpPr>
          <p:spPr bwMode="auto">
            <a:xfrm>
              <a:off x="1247" y="3820"/>
              <a:ext cx="304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493" name="Line 19"/>
            <p:cNvSpPr>
              <a:spLocks noChangeShapeType="1"/>
            </p:cNvSpPr>
            <p:nvPr/>
          </p:nvSpPr>
          <p:spPr bwMode="auto">
            <a:xfrm flipH="1">
              <a:off x="1599" y="3527"/>
              <a:ext cx="424" cy="292"/>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494" name="Line 20"/>
            <p:cNvSpPr>
              <a:spLocks noChangeShapeType="1"/>
            </p:cNvSpPr>
            <p:nvPr/>
          </p:nvSpPr>
          <p:spPr bwMode="auto">
            <a:xfrm>
              <a:off x="2025" y="3527"/>
              <a:ext cx="424" cy="292"/>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495" name="Line 21"/>
            <p:cNvSpPr>
              <a:spLocks noChangeShapeType="1"/>
            </p:cNvSpPr>
            <p:nvPr/>
          </p:nvSpPr>
          <p:spPr bwMode="auto">
            <a:xfrm>
              <a:off x="3440" y="3527"/>
              <a:ext cx="422" cy="292"/>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496" name="Line 22"/>
            <p:cNvSpPr>
              <a:spLocks noChangeShapeType="1"/>
            </p:cNvSpPr>
            <p:nvPr/>
          </p:nvSpPr>
          <p:spPr bwMode="auto">
            <a:xfrm flipH="1">
              <a:off x="3015" y="3527"/>
              <a:ext cx="425" cy="292"/>
            </a:xfrm>
            <a:prstGeom prst="line">
              <a:avLst/>
            </a:prstGeom>
            <a:noFill/>
            <a:ln w="38100">
              <a:solidFill>
                <a:srgbClr val="000099"/>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497" name="Line 23"/>
            <p:cNvSpPr>
              <a:spLocks noChangeShapeType="1"/>
            </p:cNvSpPr>
            <p:nvPr/>
          </p:nvSpPr>
          <p:spPr bwMode="auto">
            <a:xfrm>
              <a:off x="2025" y="3770"/>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498" name="Line 24"/>
            <p:cNvSpPr>
              <a:spLocks noChangeShapeType="1"/>
            </p:cNvSpPr>
            <p:nvPr/>
          </p:nvSpPr>
          <p:spPr bwMode="auto">
            <a:xfrm>
              <a:off x="3440" y="3770"/>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499" name="Line 25"/>
            <p:cNvSpPr>
              <a:spLocks noChangeShapeType="1"/>
            </p:cNvSpPr>
            <p:nvPr/>
          </p:nvSpPr>
          <p:spPr bwMode="auto">
            <a:xfrm flipH="1">
              <a:off x="2714" y="3492"/>
              <a:ext cx="7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00" name="Text Box 26"/>
            <p:cNvSpPr txBox="1">
              <a:spLocks noChangeArrowheads="1"/>
            </p:cNvSpPr>
            <p:nvPr/>
          </p:nvSpPr>
          <p:spPr bwMode="auto">
            <a:xfrm>
              <a:off x="2662" y="3231"/>
              <a:ext cx="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solidFill>
                    <a:srgbClr val="000000"/>
                  </a:solidFill>
                  <a:effectLst/>
                  <a:uLnTx/>
                  <a:uFillTx/>
                  <a:latin typeface="Times New Roman" panose="02020603050405020304" pitchFamily="18" charset="0"/>
                  <a:ea typeface="华文楷体" pitchFamily="2" charset="-122"/>
                  <a:cs typeface="楷体_GB2312" panose="02010609030101010101" pitchFamily="49" charset="-122"/>
                </a:rPr>
                <a:t>1/2</a:t>
              </a:r>
              <a:endParaRPr kumimoji="0" lang="en-US" altLang="zh-CN" sz="2000" i="0" u="none" strike="noStrike" kern="1200" cap="none" spc="0" normalizeH="0" baseline="0" noProof="0">
                <a:ln>
                  <a:noFill/>
                </a:ln>
                <a:solidFill>
                  <a:srgbClr val="000000"/>
                </a:solidFill>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0484" name="Object 9"/>
            <p:cNvGraphicFramePr>
              <a:graphicFrameLocks noChangeAspect="1"/>
            </p:cNvGraphicFramePr>
            <p:nvPr/>
          </p:nvGraphicFramePr>
          <p:xfrm>
            <a:off x="4050" y="3595"/>
            <a:ext cx="327" cy="208"/>
          </p:xfrm>
          <a:graphic>
            <a:graphicData uri="http://schemas.openxmlformats.org/presentationml/2006/ole">
              <mc:AlternateContent xmlns:mc="http://schemas.openxmlformats.org/markup-compatibility/2006">
                <mc:Choice xmlns:v="urn:schemas-microsoft-com:vml" Requires="v">
                  <p:oleObj spid="_x0000_s49516" name="Equation" r:id="rId5" imgW="152400" imgH="139700" progId="Equation.DSMT4">
                    <p:embed/>
                  </p:oleObj>
                </mc:Choice>
                <mc:Fallback>
                  <p:oleObj name="Equation" r:id="rId5" imgW="152400" imgH="1397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0" y="3595"/>
                          <a:ext cx="327" cy="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5" name="Object 10"/>
            <p:cNvGraphicFramePr>
              <a:graphicFrameLocks noChangeAspect="1"/>
            </p:cNvGraphicFramePr>
            <p:nvPr/>
          </p:nvGraphicFramePr>
          <p:xfrm>
            <a:off x="3297" y="3770"/>
            <a:ext cx="309" cy="348"/>
          </p:xfrm>
          <a:graphic>
            <a:graphicData uri="http://schemas.openxmlformats.org/presentationml/2006/ole">
              <mc:AlternateContent xmlns:mc="http://schemas.openxmlformats.org/markup-compatibility/2006">
                <mc:Choice xmlns:v="urn:schemas-microsoft-com:vml" Requires="v">
                  <p:oleObj spid="_x0000_s49517" name="Equation" r:id="rId7" imgW="190500" imgH="228600" progId="Equation.DSMT4">
                    <p:embed/>
                  </p:oleObj>
                </mc:Choice>
                <mc:Fallback>
                  <p:oleObj name="Equation" r:id="rId7" imgW="19050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7" y="3770"/>
                          <a:ext cx="309"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6" name="Object 11"/>
            <p:cNvGraphicFramePr>
              <a:graphicFrameLocks noChangeAspect="1"/>
            </p:cNvGraphicFramePr>
            <p:nvPr/>
          </p:nvGraphicFramePr>
          <p:xfrm>
            <a:off x="1718" y="3770"/>
            <a:ext cx="482" cy="324"/>
          </p:xfrm>
          <a:graphic>
            <a:graphicData uri="http://schemas.openxmlformats.org/presentationml/2006/ole">
              <mc:AlternateContent xmlns:mc="http://schemas.openxmlformats.org/markup-compatibility/2006">
                <mc:Choice xmlns:v="urn:schemas-microsoft-com:vml" Requires="v">
                  <p:oleObj spid="_x0000_s49518" name="Equation" r:id="rId9" imgW="304800" imgH="228600" progId="Equation.DSMT4">
                    <p:embed/>
                  </p:oleObj>
                </mc:Choice>
                <mc:Fallback>
                  <p:oleObj name="Equation" r:id="rId9" imgW="304800" imgH="2286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18" y="3770"/>
                          <a:ext cx="482"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7" name="Object 12"/>
            <p:cNvGraphicFramePr>
              <a:graphicFrameLocks noChangeAspect="1"/>
            </p:cNvGraphicFramePr>
            <p:nvPr/>
          </p:nvGraphicFramePr>
          <p:xfrm>
            <a:off x="2782" y="3022"/>
            <a:ext cx="544" cy="290"/>
          </p:xfrm>
          <a:graphic>
            <a:graphicData uri="http://schemas.openxmlformats.org/presentationml/2006/ole">
              <mc:AlternateContent xmlns:mc="http://schemas.openxmlformats.org/markup-compatibility/2006">
                <mc:Choice xmlns:v="urn:schemas-microsoft-com:vml" Requires="v">
                  <p:oleObj spid="_x0000_s49519" name="Equation" r:id="rId11" imgW="431800" imgH="203200" progId="Equation.DSMT4">
                    <p:embed/>
                  </p:oleObj>
                </mc:Choice>
                <mc:Fallback>
                  <p:oleObj name="Equation" r:id="rId11" imgW="431800" imgH="2032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82" y="3022"/>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01" name="Line 31"/>
            <p:cNvSpPr>
              <a:spLocks noChangeShapeType="1"/>
            </p:cNvSpPr>
            <p:nvPr/>
          </p:nvSpPr>
          <p:spPr bwMode="auto">
            <a:xfrm flipV="1">
              <a:off x="2711" y="3164"/>
              <a:ext cx="0" cy="657"/>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
        <p:nvSpPr>
          <p:cNvPr id="33" name="Text Box 2"/>
          <p:cNvSpPr txBox="1">
            <a:spLocks noChangeArrowheads="1"/>
          </p:cNvSpPr>
          <p:nvPr/>
        </p:nvSpPr>
        <p:spPr bwMode="auto">
          <a:xfrm>
            <a:off x="785813" y="5214938"/>
            <a:ext cx="7786687"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正弦幅度调制等效于在频域将</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itchFamily="2" charset="-122"/>
                <a:cs typeface="楷体_GB2312" panose="02010609030101010101" pitchFamily="49" charset="-122"/>
              </a:rPr>
              <a:t>调制信号的频谱搬移到载频位置</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a:t>
            </a:r>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blinds(horizontal)">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3" name="标题 1"/>
          <p:cNvSpPr>
            <a:spLocks noGrp="1"/>
          </p:cNvSpPr>
          <p:nvPr>
            <p:ph type="title"/>
          </p:nvPr>
        </p:nvSpPr>
        <p:spPr/>
        <p:txBody>
          <a:bodyPr/>
          <a:lstStyle/>
          <a:p>
            <a:r>
              <a:rPr lang="en-US" altLang="zh-CN"/>
              <a:t>4.5 </a:t>
            </a:r>
            <a:r>
              <a:rPr lang="zh-CN" altLang="en-US"/>
              <a:t>相乘性质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E827476-4F36-428D-9876-DDC5F585FD6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1515" name="Text Box 3"/>
          <p:cNvSpPr txBox="1">
            <a:spLocks noChangeArrowheads="1"/>
          </p:cNvSpPr>
          <p:nvPr/>
        </p:nvSpPr>
        <p:spPr bwMode="auto">
          <a:xfrm>
            <a:off x="766763" y="1323975"/>
            <a:ext cx="24844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例</a:t>
            </a:r>
            <a:r>
              <a:rPr kumimoji="0" lang="en-US" altLang="zh-CN" sz="2800" i="0" u="none" strike="noStrike" kern="1200" cap="none" spc="0" normalizeH="0" baseline="0" noProof="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2. </a:t>
            </a:r>
            <a:r>
              <a:rPr kumimoji="0" lang="zh-CN" altLang="en-US" sz="2800" i="0" u="none" strike="noStrike" kern="1200" cap="none" spc="0" normalizeH="0" baseline="0" noProof="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同步解调</a:t>
            </a:r>
            <a:r>
              <a:rPr kumimoji="0" lang="en-US" altLang="zh-CN" sz="2800" i="0" u="none" strike="noStrike" kern="1200" cap="none" spc="0" normalizeH="0" baseline="0" noProof="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1506" name="Object 2"/>
          <p:cNvGraphicFramePr>
            <a:graphicFrameLocks noChangeAspect="1"/>
          </p:cNvGraphicFramePr>
          <p:nvPr/>
        </p:nvGraphicFramePr>
        <p:xfrm>
          <a:off x="1143000" y="1857375"/>
          <a:ext cx="7019925" cy="944563"/>
        </p:xfrm>
        <a:graphic>
          <a:graphicData uri="http://schemas.openxmlformats.org/presentationml/2006/ole">
            <mc:AlternateContent xmlns:mc="http://schemas.openxmlformats.org/markup-compatibility/2006">
              <mc:Choice xmlns:v="urn:schemas-microsoft-com:vml" Requires="v">
                <p:oleObj spid="_x0000_s50598" name="Equation" r:id="rId1" imgW="3149600" imgH="393700" progId="Equation.DSMT4">
                  <p:embed/>
                </p:oleObj>
              </mc:Choice>
              <mc:Fallback>
                <p:oleObj name="Equation" r:id="rId1" imgW="3149600" imgH="3937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57375"/>
                        <a:ext cx="7019925"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3"/>
          <p:cNvGraphicFramePr>
            <a:graphicFrameLocks noChangeAspect="1"/>
          </p:cNvGraphicFramePr>
          <p:nvPr/>
        </p:nvGraphicFramePr>
        <p:xfrm>
          <a:off x="1258888" y="2928938"/>
          <a:ext cx="6702425" cy="942975"/>
        </p:xfrm>
        <a:graphic>
          <a:graphicData uri="http://schemas.openxmlformats.org/presentationml/2006/ole">
            <mc:AlternateContent xmlns:mc="http://schemas.openxmlformats.org/markup-compatibility/2006">
              <mc:Choice xmlns:v="urn:schemas-microsoft-com:vml" Requires="v">
                <p:oleObj spid="_x0000_s50599" name="Equation" r:id="rId3" imgW="2794000" imgH="393700" progId="Equation.DSMT4">
                  <p:embed/>
                </p:oleObj>
              </mc:Choice>
              <mc:Fallback>
                <p:oleObj name="Equation" r:id="rId3" imgW="2794000" imgH="393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928938"/>
                        <a:ext cx="670242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6"/>
          <p:cNvGrpSpPr/>
          <p:nvPr/>
        </p:nvGrpSpPr>
        <p:grpSpPr bwMode="auto">
          <a:xfrm>
            <a:off x="1452563" y="4071938"/>
            <a:ext cx="6553200" cy="1633537"/>
            <a:chOff x="1008" y="3014"/>
            <a:chExt cx="4128" cy="1029"/>
          </a:xfrm>
        </p:grpSpPr>
        <p:sp>
          <p:nvSpPr>
            <p:cNvPr id="21517" name="Line 7"/>
            <p:cNvSpPr>
              <a:spLocks noChangeShapeType="1"/>
            </p:cNvSpPr>
            <p:nvPr/>
          </p:nvSpPr>
          <p:spPr bwMode="auto">
            <a:xfrm>
              <a:off x="1008" y="3782"/>
              <a:ext cx="412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18" name="Line 8"/>
            <p:cNvSpPr>
              <a:spLocks noChangeShapeType="1"/>
            </p:cNvSpPr>
            <p:nvPr/>
          </p:nvSpPr>
          <p:spPr bwMode="auto">
            <a:xfrm flipH="1">
              <a:off x="2641" y="3328"/>
              <a:ext cx="408" cy="45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19" name="Line 9"/>
            <p:cNvSpPr>
              <a:spLocks noChangeShapeType="1"/>
            </p:cNvSpPr>
            <p:nvPr/>
          </p:nvSpPr>
          <p:spPr bwMode="auto">
            <a:xfrm>
              <a:off x="3049" y="3328"/>
              <a:ext cx="408" cy="45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20" name="Line 10"/>
            <p:cNvSpPr>
              <a:spLocks noChangeShapeType="1"/>
            </p:cNvSpPr>
            <p:nvPr/>
          </p:nvSpPr>
          <p:spPr bwMode="auto">
            <a:xfrm flipH="1">
              <a:off x="1688" y="3782"/>
              <a:ext cx="953"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21" name="Line 11"/>
            <p:cNvSpPr>
              <a:spLocks noChangeShapeType="1"/>
            </p:cNvSpPr>
            <p:nvPr/>
          </p:nvSpPr>
          <p:spPr bwMode="auto">
            <a:xfrm>
              <a:off x="1461" y="3782"/>
              <a:ext cx="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22" name="Line 12"/>
            <p:cNvSpPr>
              <a:spLocks noChangeShapeType="1"/>
            </p:cNvSpPr>
            <p:nvPr/>
          </p:nvSpPr>
          <p:spPr bwMode="auto">
            <a:xfrm flipH="1">
              <a:off x="3049" y="3782"/>
              <a:ext cx="953"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23" name="Line 13"/>
            <p:cNvSpPr>
              <a:spLocks noChangeShapeType="1"/>
            </p:cNvSpPr>
            <p:nvPr/>
          </p:nvSpPr>
          <p:spPr bwMode="auto">
            <a:xfrm flipV="1">
              <a:off x="1688" y="3737"/>
              <a:ext cx="0" cy="4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24" name="Line 14"/>
            <p:cNvSpPr>
              <a:spLocks noChangeShapeType="1"/>
            </p:cNvSpPr>
            <p:nvPr/>
          </p:nvSpPr>
          <p:spPr bwMode="auto">
            <a:xfrm flipH="1">
              <a:off x="2657" y="3597"/>
              <a:ext cx="384" cy="181"/>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25" name="Line 15"/>
            <p:cNvSpPr>
              <a:spLocks noChangeShapeType="1"/>
            </p:cNvSpPr>
            <p:nvPr/>
          </p:nvSpPr>
          <p:spPr bwMode="auto">
            <a:xfrm>
              <a:off x="1697" y="3597"/>
              <a:ext cx="363" cy="18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26" name="Line 16"/>
            <p:cNvSpPr>
              <a:spLocks noChangeShapeType="1"/>
            </p:cNvSpPr>
            <p:nvPr/>
          </p:nvSpPr>
          <p:spPr bwMode="auto">
            <a:xfrm flipV="1">
              <a:off x="4410" y="3737"/>
              <a:ext cx="0" cy="45"/>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27" name="Line 17"/>
            <p:cNvSpPr>
              <a:spLocks noChangeShapeType="1"/>
            </p:cNvSpPr>
            <p:nvPr/>
          </p:nvSpPr>
          <p:spPr bwMode="auto">
            <a:xfrm flipV="1">
              <a:off x="4001" y="3601"/>
              <a:ext cx="409" cy="18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28" name="Line 18"/>
            <p:cNvSpPr>
              <a:spLocks noChangeShapeType="1"/>
            </p:cNvSpPr>
            <p:nvPr/>
          </p:nvSpPr>
          <p:spPr bwMode="auto">
            <a:xfrm>
              <a:off x="4410" y="3601"/>
              <a:ext cx="363" cy="18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29" name="Text Box 19"/>
            <p:cNvSpPr txBox="1">
              <a:spLocks noChangeArrowheads="1"/>
            </p:cNvSpPr>
            <p:nvPr/>
          </p:nvSpPr>
          <p:spPr bwMode="auto">
            <a:xfrm>
              <a:off x="2688" y="3168"/>
              <a:ext cx="3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solidFill>
                    <a:srgbClr val="000000"/>
                  </a:solidFill>
                  <a:effectLst/>
                  <a:uLnTx/>
                  <a:uFillTx/>
                  <a:latin typeface="Times New Roman" panose="02020603050405020304" pitchFamily="18" charset="0"/>
                  <a:ea typeface="华文楷体" pitchFamily="2" charset="-122"/>
                  <a:cs typeface="楷体_GB2312" panose="02010609030101010101" pitchFamily="49" charset="-122"/>
                </a:rPr>
                <a:t>1/2</a:t>
              </a:r>
              <a:endParaRPr kumimoji="0" lang="en-US" altLang="zh-CN" sz="2000" i="0" u="none" strike="noStrike" kern="1200" cap="none" spc="0" normalizeH="0" baseline="0" noProof="0">
                <a:ln>
                  <a:noFill/>
                </a:ln>
                <a:solidFill>
                  <a:srgbClr val="000000"/>
                </a:solidFill>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21530" name="Text Box 20"/>
            <p:cNvSpPr txBox="1">
              <a:spLocks noChangeArrowheads="1"/>
            </p:cNvSpPr>
            <p:nvPr/>
          </p:nvSpPr>
          <p:spPr bwMode="auto">
            <a:xfrm>
              <a:off x="1539" y="3370"/>
              <a:ext cx="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solidFill>
                    <a:srgbClr val="000000"/>
                  </a:solidFill>
                  <a:effectLst/>
                  <a:uLnTx/>
                  <a:uFillTx/>
                  <a:latin typeface="Times New Roman" panose="02020603050405020304" pitchFamily="18" charset="0"/>
                  <a:ea typeface="华文楷体" pitchFamily="2" charset="-122"/>
                  <a:cs typeface="楷体_GB2312" panose="02010609030101010101" pitchFamily="49" charset="-122"/>
                </a:rPr>
                <a:t>1/4</a:t>
              </a:r>
              <a:endParaRPr kumimoji="0" lang="en-US" altLang="zh-CN" sz="2000" i="0" u="none" strike="noStrike" kern="1200" cap="none" spc="0" normalizeH="0" baseline="0" noProof="0">
                <a:ln>
                  <a:noFill/>
                </a:ln>
                <a:solidFill>
                  <a:srgbClr val="000000"/>
                </a:solidFill>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21531" name="Rectangle 21"/>
            <p:cNvSpPr>
              <a:spLocks noChangeArrowheads="1"/>
            </p:cNvSpPr>
            <p:nvPr/>
          </p:nvSpPr>
          <p:spPr bwMode="auto">
            <a:xfrm>
              <a:off x="4228" y="3374"/>
              <a:ext cx="3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solidFill>
                    <a:srgbClr val="000000"/>
                  </a:solidFill>
                  <a:effectLst/>
                  <a:uLnTx/>
                  <a:uFillTx/>
                  <a:latin typeface="Times New Roman" panose="02020603050405020304" pitchFamily="18" charset="0"/>
                  <a:ea typeface="华文楷体" pitchFamily="2" charset="-122"/>
                  <a:cs typeface="楷体_GB2312" panose="02010609030101010101" pitchFamily="49" charset="-122"/>
                </a:rPr>
                <a:t>1/4</a:t>
              </a:r>
              <a:endParaRPr kumimoji="0" lang="en-US" altLang="zh-CN" sz="2000" i="0" u="none" strike="noStrike" kern="1200" cap="none" spc="0" normalizeH="0" baseline="0" noProof="0">
                <a:ln>
                  <a:noFill/>
                </a:ln>
                <a:solidFill>
                  <a:srgbClr val="000000"/>
                </a:solidFill>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1508" name="Object 4"/>
            <p:cNvGraphicFramePr>
              <a:graphicFrameLocks noChangeAspect="1"/>
            </p:cNvGraphicFramePr>
            <p:nvPr/>
          </p:nvGraphicFramePr>
          <p:xfrm>
            <a:off x="2414" y="3731"/>
            <a:ext cx="409" cy="258"/>
          </p:xfrm>
          <a:graphic>
            <a:graphicData uri="http://schemas.openxmlformats.org/presentationml/2006/ole">
              <mc:AlternateContent xmlns:mc="http://schemas.openxmlformats.org/markup-compatibility/2006">
                <mc:Choice xmlns:v="urn:schemas-microsoft-com:vml" Requires="v">
                  <p:oleObj spid="_x0000_s50600" name="Equation" r:id="rId5" imgW="342900" imgH="215900" progId="Equation.DSMT4">
                    <p:embed/>
                  </p:oleObj>
                </mc:Choice>
                <mc:Fallback>
                  <p:oleObj name="Equation" r:id="rId5" imgW="342900" imgH="2159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4" y="3731"/>
                          <a:ext cx="409"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9" name="Object 5"/>
            <p:cNvGraphicFramePr>
              <a:graphicFrameLocks noChangeAspect="1"/>
            </p:cNvGraphicFramePr>
            <p:nvPr/>
          </p:nvGraphicFramePr>
          <p:xfrm>
            <a:off x="3321" y="3731"/>
            <a:ext cx="272" cy="243"/>
          </p:xfrm>
          <a:graphic>
            <a:graphicData uri="http://schemas.openxmlformats.org/presentationml/2006/ole">
              <mc:AlternateContent xmlns:mc="http://schemas.openxmlformats.org/markup-compatibility/2006">
                <mc:Choice xmlns:v="urn:schemas-microsoft-com:vml" Requires="v">
                  <p:oleObj spid="_x0000_s50601" name="Equation" r:id="rId7" imgW="241300" imgH="215900" progId="Equation.DSMT4">
                    <p:embed/>
                  </p:oleObj>
                </mc:Choice>
                <mc:Fallback>
                  <p:oleObj name="Equation" r:id="rId7" imgW="241300" imgH="2159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21" y="3731"/>
                          <a:ext cx="272"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0" name="Object 6"/>
            <p:cNvGraphicFramePr>
              <a:graphicFrameLocks noChangeAspect="1"/>
            </p:cNvGraphicFramePr>
            <p:nvPr/>
          </p:nvGraphicFramePr>
          <p:xfrm>
            <a:off x="1431" y="3767"/>
            <a:ext cx="459" cy="276"/>
          </p:xfrm>
          <a:graphic>
            <a:graphicData uri="http://schemas.openxmlformats.org/presentationml/2006/ole">
              <mc:AlternateContent xmlns:mc="http://schemas.openxmlformats.org/markup-compatibility/2006">
                <mc:Choice xmlns:v="urn:schemas-microsoft-com:vml" Requires="v">
                  <p:oleObj spid="_x0000_s50602" name="Equation" r:id="rId9" imgW="381000" imgH="228600" progId="Equation.DSMT4">
                    <p:embed/>
                  </p:oleObj>
                </mc:Choice>
                <mc:Fallback>
                  <p:oleObj name="Equation" r:id="rId9" imgW="381000" imgH="2286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31" y="3767"/>
                          <a:ext cx="459" cy="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1" name="Object 7"/>
            <p:cNvGraphicFramePr>
              <a:graphicFrameLocks noChangeAspect="1"/>
            </p:cNvGraphicFramePr>
            <p:nvPr/>
          </p:nvGraphicFramePr>
          <p:xfrm>
            <a:off x="4274" y="3757"/>
            <a:ext cx="318" cy="274"/>
          </p:xfrm>
          <a:graphic>
            <a:graphicData uri="http://schemas.openxmlformats.org/presentationml/2006/ole">
              <mc:AlternateContent xmlns:mc="http://schemas.openxmlformats.org/markup-compatibility/2006">
                <mc:Choice xmlns:v="urn:schemas-microsoft-com:vml" Requires="v">
                  <p:oleObj spid="_x0000_s50603" name="Equation" r:id="rId11" imgW="266700" imgH="228600" progId="Equation.DSMT4">
                    <p:embed/>
                  </p:oleObj>
                </mc:Choice>
                <mc:Fallback>
                  <p:oleObj name="Equation" r:id="rId11" imgW="266700" imgH="2286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74" y="3757"/>
                          <a:ext cx="318"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2" name="Object 8"/>
            <p:cNvGraphicFramePr>
              <a:graphicFrameLocks noChangeAspect="1"/>
            </p:cNvGraphicFramePr>
            <p:nvPr/>
          </p:nvGraphicFramePr>
          <p:xfrm>
            <a:off x="4909" y="3571"/>
            <a:ext cx="227" cy="208"/>
          </p:xfrm>
          <a:graphic>
            <a:graphicData uri="http://schemas.openxmlformats.org/presentationml/2006/ole">
              <mc:AlternateContent xmlns:mc="http://schemas.openxmlformats.org/markup-compatibility/2006">
                <mc:Choice xmlns:v="urn:schemas-microsoft-com:vml" Requires="v">
                  <p:oleObj spid="_x0000_s50604" name="Equation" r:id="rId13" imgW="152400" imgH="139700" progId="Equation.DSMT4">
                    <p:embed/>
                  </p:oleObj>
                </mc:Choice>
                <mc:Fallback>
                  <p:oleObj name="Equation" r:id="rId13" imgW="152400" imgH="1397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09" y="3571"/>
                          <a:ext cx="227" cy="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32" name="Line 27"/>
            <p:cNvSpPr>
              <a:spLocks noChangeShapeType="1"/>
            </p:cNvSpPr>
            <p:nvPr/>
          </p:nvSpPr>
          <p:spPr bwMode="auto">
            <a:xfrm>
              <a:off x="3041" y="3597"/>
              <a:ext cx="411" cy="181"/>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33" name="Line 28"/>
            <p:cNvSpPr>
              <a:spLocks noChangeShapeType="1"/>
            </p:cNvSpPr>
            <p:nvPr/>
          </p:nvSpPr>
          <p:spPr bwMode="auto">
            <a:xfrm flipH="1">
              <a:off x="1313" y="3597"/>
              <a:ext cx="384" cy="18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34" name="Line 29"/>
            <p:cNvSpPr>
              <a:spLocks noChangeShapeType="1"/>
            </p:cNvSpPr>
            <p:nvPr/>
          </p:nvSpPr>
          <p:spPr bwMode="auto">
            <a:xfrm flipV="1">
              <a:off x="3054" y="3014"/>
              <a:ext cx="0" cy="76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1" name="标题 1"/>
          <p:cNvSpPr>
            <a:spLocks noGrp="1"/>
          </p:cNvSpPr>
          <p:nvPr>
            <p:ph type="title"/>
          </p:nvPr>
        </p:nvSpPr>
        <p:spPr/>
        <p:txBody>
          <a:bodyPr/>
          <a:lstStyle/>
          <a:p>
            <a:r>
              <a:rPr lang="en-US" altLang="zh-CN"/>
              <a:t>4.5 </a:t>
            </a:r>
            <a:r>
              <a:rPr lang="zh-CN" altLang="en-US"/>
              <a:t>相乘性质</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A25EC15-357E-4EF4-8434-12040F19C9F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2543" name="Text Box 3"/>
          <p:cNvSpPr txBox="1">
            <a:spLocks noChangeArrowheads="1"/>
          </p:cNvSpPr>
          <p:nvPr/>
        </p:nvSpPr>
        <p:spPr bwMode="auto">
          <a:xfrm>
            <a:off x="500063" y="1285875"/>
            <a:ext cx="8001000" cy="13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此时，用一个频率特性为             的理想低通滤波器即可从        恢复出        。</a:t>
            </a:r>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2530" name="Object 2"/>
          <p:cNvGraphicFramePr>
            <a:graphicFrameLocks noChangeAspect="1"/>
          </p:cNvGraphicFramePr>
          <p:nvPr/>
        </p:nvGraphicFramePr>
        <p:xfrm>
          <a:off x="4529138" y="1470025"/>
          <a:ext cx="1092200" cy="485775"/>
        </p:xfrm>
        <a:graphic>
          <a:graphicData uri="http://schemas.openxmlformats.org/presentationml/2006/ole">
            <mc:AlternateContent xmlns:mc="http://schemas.openxmlformats.org/markup-compatibility/2006">
              <mc:Choice xmlns:v="urn:schemas-microsoft-com:vml" Requires="v">
                <p:oleObj spid="_x0000_s51862" name="Equation" r:id="rId1" imgW="457200" imgH="203200" progId="Equation.DSMT4">
                  <p:embed/>
                </p:oleObj>
              </mc:Choice>
              <mc:Fallback>
                <p:oleObj name="Equation" r:id="rId1" imgW="4572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9138" y="1470025"/>
                        <a:ext cx="10922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1" name="Object 3"/>
          <p:cNvGraphicFramePr>
            <a:graphicFrameLocks noChangeAspect="1"/>
          </p:cNvGraphicFramePr>
          <p:nvPr/>
        </p:nvGraphicFramePr>
        <p:xfrm>
          <a:off x="2078038" y="2098675"/>
          <a:ext cx="636587" cy="485775"/>
        </p:xfrm>
        <a:graphic>
          <a:graphicData uri="http://schemas.openxmlformats.org/presentationml/2006/ole">
            <mc:AlternateContent xmlns:mc="http://schemas.openxmlformats.org/markup-compatibility/2006">
              <mc:Choice xmlns:v="urn:schemas-microsoft-com:vml" Requires="v">
                <p:oleObj spid="_x0000_s51863" name="Equation" r:id="rId3" imgW="266700" imgH="203200" progId="Equation.DSMT4">
                  <p:embed/>
                </p:oleObj>
              </mc:Choice>
              <mc:Fallback>
                <p:oleObj name="Equation" r:id="rId3" imgW="2667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8038" y="2098675"/>
                        <a:ext cx="636587"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2" name="Object 4"/>
          <p:cNvGraphicFramePr>
            <a:graphicFrameLocks noChangeAspect="1"/>
          </p:cNvGraphicFramePr>
          <p:nvPr/>
        </p:nvGraphicFramePr>
        <p:xfrm>
          <a:off x="3857625" y="2085975"/>
          <a:ext cx="641350" cy="487363"/>
        </p:xfrm>
        <a:graphic>
          <a:graphicData uri="http://schemas.openxmlformats.org/presentationml/2006/ole">
            <mc:AlternateContent xmlns:mc="http://schemas.openxmlformats.org/markup-compatibility/2006">
              <mc:Choice xmlns:v="urn:schemas-microsoft-com:vml" Requires="v">
                <p:oleObj spid="_x0000_s51864" name="Equation" r:id="rId5" imgW="266700" imgH="203200" progId="Equation.DSMT4">
                  <p:embed/>
                </p:oleObj>
              </mc:Choice>
              <mc:Fallback>
                <p:oleObj name="Equation" r:id="rId5" imgW="2667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7625" y="2085975"/>
                        <a:ext cx="641350"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7"/>
          <p:cNvGrpSpPr/>
          <p:nvPr/>
        </p:nvGrpSpPr>
        <p:grpSpPr bwMode="auto">
          <a:xfrm>
            <a:off x="5715000" y="2071688"/>
            <a:ext cx="2589213" cy="1612900"/>
            <a:chOff x="3984" y="634"/>
            <a:chExt cx="1631" cy="1016"/>
          </a:xfrm>
        </p:grpSpPr>
        <p:graphicFrame>
          <p:nvGraphicFramePr>
            <p:cNvPr id="22537" name="Object 5"/>
            <p:cNvGraphicFramePr>
              <a:graphicFrameLocks noChangeAspect="1"/>
            </p:cNvGraphicFramePr>
            <p:nvPr/>
          </p:nvGraphicFramePr>
          <p:xfrm>
            <a:off x="4777" y="634"/>
            <a:ext cx="561" cy="297"/>
          </p:xfrm>
          <a:graphic>
            <a:graphicData uri="http://schemas.openxmlformats.org/presentationml/2006/ole">
              <mc:AlternateContent xmlns:mc="http://schemas.openxmlformats.org/markup-compatibility/2006">
                <mc:Choice xmlns:v="urn:schemas-microsoft-com:vml" Requires="v">
                  <p:oleObj spid="_x0000_s51865" name="Equation" r:id="rId7" imgW="457200" imgH="203200" progId="Equation.DSMT4">
                    <p:embed/>
                  </p:oleObj>
                </mc:Choice>
                <mc:Fallback>
                  <p:oleObj name="Equation" r:id="rId7" imgW="457200" imgH="203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77" y="634"/>
                          <a:ext cx="561"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52" name="Text Box 9"/>
            <p:cNvSpPr txBox="1">
              <a:spLocks noChangeArrowheads="1"/>
            </p:cNvSpPr>
            <p:nvPr/>
          </p:nvSpPr>
          <p:spPr bwMode="auto">
            <a:xfrm>
              <a:off x="4542" y="844"/>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2</a:t>
              </a:r>
              <a:endPar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22553" name="Line 10"/>
            <p:cNvSpPr>
              <a:spLocks noChangeShapeType="1"/>
            </p:cNvSpPr>
            <p:nvPr/>
          </p:nvSpPr>
          <p:spPr bwMode="auto">
            <a:xfrm>
              <a:off x="3984" y="1395"/>
              <a:ext cx="1631"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54" name="Line 11"/>
            <p:cNvSpPr>
              <a:spLocks noChangeShapeType="1"/>
            </p:cNvSpPr>
            <p:nvPr/>
          </p:nvSpPr>
          <p:spPr bwMode="auto">
            <a:xfrm flipV="1">
              <a:off x="4745" y="715"/>
              <a:ext cx="0" cy="68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55" name="Line 12"/>
            <p:cNvSpPr>
              <a:spLocks noChangeShapeType="1"/>
            </p:cNvSpPr>
            <p:nvPr/>
          </p:nvSpPr>
          <p:spPr bwMode="auto">
            <a:xfrm flipV="1">
              <a:off x="4427" y="1078"/>
              <a:ext cx="0" cy="3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56" name="Line 13"/>
            <p:cNvSpPr>
              <a:spLocks noChangeShapeType="1"/>
            </p:cNvSpPr>
            <p:nvPr/>
          </p:nvSpPr>
          <p:spPr bwMode="auto">
            <a:xfrm flipV="1">
              <a:off x="5063" y="1078"/>
              <a:ext cx="0" cy="3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57" name="Line 14"/>
            <p:cNvSpPr>
              <a:spLocks noChangeShapeType="1"/>
            </p:cNvSpPr>
            <p:nvPr/>
          </p:nvSpPr>
          <p:spPr bwMode="auto">
            <a:xfrm>
              <a:off x="4419" y="1078"/>
              <a:ext cx="65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58" name="Text Box 15"/>
            <p:cNvSpPr txBox="1">
              <a:spLocks noChangeArrowheads="1"/>
            </p:cNvSpPr>
            <p:nvPr/>
          </p:nvSpPr>
          <p:spPr bwMode="auto">
            <a:xfrm>
              <a:off x="4656" y="1392"/>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0</a:t>
              </a:r>
              <a:endParaRPr kumimoji="0" lang="en-US" altLang="zh-CN" sz="20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2538" name="Object 6"/>
            <p:cNvGraphicFramePr>
              <a:graphicFrameLocks noChangeAspect="1"/>
            </p:cNvGraphicFramePr>
            <p:nvPr/>
          </p:nvGraphicFramePr>
          <p:xfrm>
            <a:off x="4262" y="1342"/>
            <a:ext cx="363" cy="298"/>
          </p:xfrm>
          <a:graphic>
            <a:graphicData uri="http://schemas.openxmlformats.org/presentationml/2006/ole">
              <mc:AlternateContent xmlns:mc="http://schemas.openxmlformats.org/markup-compatibility/2006">
                <mc:Choice xmlns:v="urn:schemas-microsoft-com:vml" Requires="v">
                  <p:oleObj spid="_x0000_s51866" name="Equation" r:id="rId9" imgW="279400" imgH="228600" progId="Equation.DSMT4">
                    <p:embed/>
                  </p:oleObj>
                </mc:Choice>
                <mc:Fallback>
                  <p:oleObj name="Equation" r:id="rId9" imgW="279400" imgH="2286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2" y="1342"/>
                          <a:ext cx="363"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9" name="Object 7"/>
            <p:cNvGraphicFramePr>
              <a:graphicFrameLocks noChangeAspect="1"/>
            </p:cNvGraphicFramePr>
            <p:nvPr/>
          </p:nvGraphicFramePr>
          <p:xfrm>
            <a:off x="4944" y="1332"/>
            <a:ext cx="264" cy="318"/>
          </p:xfrm>
          <a:graphic>
            <a:graphicData uri="http://schemas.openxmlformats.org/presentationml/2006/ole">
              <mc:AlternateContent xmlns:mc="http://schemas.openxmlformats.org/markup-compatibility/2006">
                <mc:Choice xmlns:v="urn:schemas-microsoft-com:vml" Requires="v">
                  <p:oleObj spid="_x0000_s51867" name="Equation" r:id="rId11" imgW="190500" imgH="228600" progId="Equation.DSMT4">
                    <p:embed/>
                  </p:oleObj>
                </mc:Choice>
                <mc:Fallback>
                  <p:oleObj name="Equation" r:id="rId11" imgW="190500" imgH="2286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44" y="1332"/>
                          <a:ext cx="264"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0" name="Object 8"/>
            <p:cNvGraphicFramePr>
              <a:graphicFrameLocks noChangeAspect="1"/>
            </p:cNvGraphicFramePr>
            <p:nvPr/>
          </p:nvGraphicFramePr>
          <p:xfrm>
            <a:off x="5386" y="1230"/>
            <a:ext cx="181" cy="167"/>
          </p:xfrm>
          <a:graphic>
            <a:graphicData uri="http://schemas.openxmlformats.org/presentationml/2006/ole">
              <mc:AlternateContent xmlns:mc="http://schemas.openxmlformats.org/markup-compatibility/2006">
                <mc:Choice xmlns:v="urn:schemas-microsoft-com:vml" Requires="v">
                  <p:oleObj spid="_x0000_s51868" name="Equation" r:id="rId13" imgW="152400" imgH="139700" progId="Equation.DSMT4">
                    <p:embed/>
                  </p:oleObj>
                </mc:Choice>
                <mc:Fallback>
                  <p:oleObj name="Equation" r:id="rId13" imgW="152400" imgH="1397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86" y="1230"/>
                          <a:ext cx="181" cy="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3" name="Text Box 20"/>
          <p:cNvSpPr txBox="1">
            <a:spLocks noChangeArrowheads="1"/>
          </p:cNvSpPr>
          <p:nvPr/>
        </p:nvSpPr>
        <p:spPr bwMode="auto">
          <a:xfrm>
            <a:off x="663575" y="2741613"/>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只要</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4" name="Object 9"/>
          <p:cNvGraphicFramePr>
            <a:graphicFrameLocks noChangeAspect="1"/>
          </p:cNvGraphicFramePr>
          <p:nvPr/>
        </p:nvGraphicFramePr>
        <p:xfrm>
          <a:off x="1571625" y="2714625"/>
          <a:ext cx="2667000" cy="557213"/>
        </p:xfrm>
        <a:graphic>
          <a:graphicData uri="http://schemas.openxmlformats.org/presentationml/2006/ole">
            <mc:AlternateContent xmlns:mc="http://schemas.openxmlformats.org/markup-compatibility/2006">
              <mc:Choice xmlns:v="urn:schemas-microsoft-com:vml" Requires="v">
                <p:oleObj spid="_x0000_s51869" name="Equation" r:id="rId15" imgW="1270000" imgH="228600" progId="Equation.DSMT4">
                  <p:embed/>
                </p:oleObj>
              </mc:Choice>
              <mc:Fallback>
                <p:oleObj name="Equation" r:id="rId15" imgW="1270000" imgH="2286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71625" y="2714625"/>
                        <a:ext cx="2667000"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 name="Text Box 22"/>
          <p:cNvSpPr txBox="1">
            <a:spLocks noChangeArrowheads="1"/>
          </p:cNvSpPr>
          <p:nvPr/>
        </p:nvSpPr>
        <p:spPr bwMode="auto">
          <a:xfrm>
            <a:off x="4244975" y="2741613"/>
            <a:ext cx="12557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即可。</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28" name="Text Box 5"/>
          <p:cNvSpPr txBox="1">
            <a:spLocks noChangeArrowheads="1"/>
          </p:cNvSpPr>
          <p:nvPr/>
        </p:nvSpPr>
        <p:spPr bwMode="auto">
          <a:xfrm>
            <a:off x="785813" y="3889623"/>
            <a:ext cx="82266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例</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3:</a:t>
            </a:r>
            <a:endPar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9" name="Object 10"/>
          <p:cNvGraphicFramePr>
            <a:graphicFrameLocks noChangeAspect="1"/>
          </p:cNvGraphicFramePr>
          <p:nvPr/>
        </p:nvGraphicFramePr>
        <p:xfrm>
          <a:off x="2079625" y="3929311"/>
          <a:ext cx="2211388" cy="484187"/>
        </p:xfrm>
        <a:graphic>
          <a:graphicData uri="http://schemas.openxmlformats.org/presentationml/2006/ole">
            <mc:AlternateContent xmlns:mc="http://schemas.openxmlformats.org/markup-compatibility/2006">
              <mc:Choice xmlns:v="urn:schemas-microsoft-com:vml" Requires="v">
                <p:oleObj spid="_x0000_s51870" name="Equation" r:id="rId17" imgW="926465" imgH="203200" progId="Equation.DSMT4">
                  <p:embed/>
                </p:oleObj>
              </mc:Choice>
              <mc:Fallback>
                <p:oleObj name="Equation" r:id="rId17" imgW="926465" imgH="2032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79625" y="3929311"/>
                        <a:ext cx="2211388"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11"/>
          <p:cNvGraphicFramePr>
            <a:graphicFrameLocks noChangeAspect="1"/>
          </p:cNvGraphicFramePr>
          <p:nvPr/>
        </p:nvGraphicFramePr>
        <p:xfrm>
          <a:off x="4916488" y="3861048"/>
          <a:ext cx="3321050" cy="596900"/>
        </p:xfrm>
        <a:graphic>
          <a:graphicData uri="http://schemas.openxmlformats.org/presentationml/2006/ole">
            <mc:AlternateContent xmlns:mc="http://schemas.openxmlformats.org/markup-compatibility/2006">
              <mc:Choice xmlns:v="urn:schemas-microsoft-com:vml" Requires="v">
                <p:oleObj spid="_x0000_s51871" name="Equation" r:id="rId19" imgW="1269365" imgH="241300" progId="Equation.DSMT4">
                  <p:embed/>
                </p:oleObj>
              </mc:Choice>
              <mc:Fallback>
                <p:oleObj name="Equation" r:id="rId19" imgW="1269365" imgH="241300"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16488" y="3861048"/>
                        <a:ext cx="332105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 name="Object 12"/>
          <p:cNvGraphicFramePr>
            <a:graphicFrameLocks noChangeAspect="1"/>
          </p:cNvGraphicFramePr>
          <p:nvPr/>
        </p:nvGraphicFramePr>
        <p:xfrm>
          <a:off x="1717675" y="4708773"/>
          <a:ext cx="3665538" cy="612775"/>
        </p:xfrm>
        <a:graphic>
          <a:graphicData uri="http://schemas.openxmlformats.org/presentationml/2006/ole">
            <mc:AlternateContent xmlns:mc="http://schemas.openxmlformats.org/markup-compatibility/2006">
              <mc:Choice xmlns:v="urn:schemas-microsoft-com:vml" Requires="v">
                <p:oleObj spid="_x0000_s51872" name="Equation" r:id="rId21" imgW="1524000" imgH="241300" progId="Equation.DSMT4">
                  <p:embed/>
                </p:oleObj>
              </mc:Choice>
              <mc:Fallback>
                <p:oleObj name="Equation" r:id="rId21" imgW="1524000" imgH="241300" progId="Equation.DSMT4">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17675" y="4708773"/>
                        <a:ext cx="3665538"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10"/>
          <p:cNvGrpSpPr/>
          <p:nvPr/>
        </p:nvGrpSpPr>
        <p:grpSpPr bwMode="auto">
          <a:xfrm>
            <a:off x="5738813" y="4750048"/>
            <a:ext cx="2476500" cy="519113"/>
            <a:chOff x="3744" y="3552"/>
            <a:chExt cx="1560" cy="327"/>
          </a:xfrm>
        </p:grpSpPr>
        <p:sp>
          <p:nvSpPr>
            <p:cNvPr id="22550" name="Text Box 11"/>
            <p:cNvSpPr txBox="1">
              <a:spLocks noChangeArrowheads="1"/>
            </p:cNvSpPr>
            <p:nvPr/>
          </p:nvSpPr>
          <p:spPr bwMode="auto">
            <a:xfrm>
              <a:off x="4292" y="3552"/>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移频性质</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22551" name="Line 12"/>
            <p:cNvSpPr>
              <a:spLocks noChangeShapeType="1"/>
            </p:cNvSpPr>
            <p:nvPr/>
          </p:nvSpPr>
          <p:spPr bwMode="auto">
            <a:xfrm>
              <a:off x="3744" y="3744"/>
              <a:ext cx="52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pSp>
      <p:sp>
        <p:nvSpPr>
          <p:cNvPr id="35" name="Text Box 2"/>
          <p:cNvSpPr txBox="1">
            <a:spLocks noChangeArrowheads="1"/>
          </p:cNvSpPr>
          <p:nvPr/>
        </p:nvSpPr>
        <p:spPr bwMode="auto">
          <a:xfrm>
            <a:off x="928688" y="4745286"/>
            <a:ext cx="663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则</a:t>
            </a:r>
            <a:r>
              <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pSp>
        <p:nvGrpSpPr>
          <p:cNvPr id="32" name="Group 24"/>
          <p:cNvGrpSpPr/>
          <p:nvPr/>
        </p:nvGrpSpPr>
        <p:grpSpPr bwMode="auto">
          <a:xfrm>
            <a:off x="714375" y="5589041"/>
            <a:ext cx="7837562" cy="576263"/>
            <a:chOff x="480" y="3072"/>
            <a:chExt cx="4931" cy="363"/>
          </a:xfrm>
        </p:grpSpPr>
        <p:sp>
          <p:nvSpPr>
            <p:cNvPr id="33" name="Rectangle 25"/>
            <p:cNvSpPr>
              <a:spLocks noChangeArrowheads="1"/>
            </p:cNvSpPr>
            <p:nvPr/>
          </p:nvSpPr>
          <p:spPr bwMode="auto">
            <a:xfrm>
              <a:off x="480" y="3072"/>
              <a:ext cx="4296"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4.6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傅里叶变换的性质与傅里叶变换对列表</a:t>
              </a:r>
              <a:endPar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34" name="Rectangle 27"/>
            <p:cNvSpPr>
              <a:spLocks noChangeArrowheads="1"/>
            </p:cNvSpPr>
            <p:nvPr/>
          </p:nvSpPr>
          <p:spPr bwMode="auto">
            <a:xfrm>
              <a:off x="4691" y="3072"/>
              <a:ext cx="72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自学</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a:t>
              </a:r>
              <a:endPar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linds(horizontal)">
                                      <p:cBhvr>
                                        <p:cTn id="12" dur="500"/>
                                        <p:tgtEl>
                                          <p:spTgt spid="23"/>
                                        </p:tgtEl>
                                      </p:cBhvr>
                                    </p:animEffect>
                                  </p:childTnLst>
                                </p:cTn>
                              </p:par>
                              <p:par>
                                <p:cTn id="13" presetID="3" presetClass="entr" presetSubtype="1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blinds(horizontal)">
                                      <p:cBhvr>
                                        <p:cTn id="15" dur="500"/>
                                        <p:tgtEl>
                                          <p:spTgt spid="2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blinds(horizontal)">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blinds(horizontal)">
                                      <p:cBhvr>
                                        <p:cTn id="23" dur="500"/>
                                        <p:tgtEl>
                                          <p:spTgt spid="28"/>
                                        </p:tgtEl>
                                      </p:cBhvr>
                                    </p:animEffect>
                                  </p:childTnLst>
                                </p:cTn>
                              </p:par>
                              <p:par>
                                <p:cTn id="24" presetID="3" presetClass="entr" presetSubtype="10"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blinds(horizontal)">
                                      <p:cBhvr>
                                        <p:cTn id="26" dur="500"/>
                                        <p:tgtEl>
                                          <p:spTgt spid="29"/>
                                        </p:tgtEl>
                                      </p:cBhvr>
                                    </p:animEffect>
                                  </p:childTnLst>
                                </p:cTn>
                              </p:par>
                              <p:par>
                                <p:cTn id="27" presetID="3" presetClass="entr" presetSubtype="1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blinds(horizontal)">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blinds(horizontal)">
                                      <p:cBhvr>
                                        <p:cTn id="34" dur="500"/>
                                        <p:tgtEl>
                                          <p:spTgt spid="31"/>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linds(horizontal)">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linds(horizontal)">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linds(horizontal)">
                                      <p:cBhvr>
                                        <p:cTn id="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8" grpId="0"/>
      <p:bldP spid="3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标题 1"/>
          <p:cNvSpPr>
            <a:spLocks noGrp="1"/>
          </p:cNvSpPr>
          <p:nvPr>
            <p:ph type="title"/>
          </p:nvPr>
        </p:nvSpPr>
        <p:spPr/>
        <p:txBody>
          <a:bodyPr/>
          <a:lstStyle/>
          <a:p>
            <a:r>
              <a:rPr lang="en-US" altLang="zh-CN" sz="3600" dirty="0"/>
              <a:t>4.7 </a:t>
            </a:r>
            <a:r>
              <a:rPr lang="zh-CN" altLang="en-US" sz="3600" dirty="0"/>
              <a:t>由线性常系数微分方程表征的系统</a:t>
            </a:r>
            <a:endParaRPr lang="zh-CN" altLang="en-US" sz="1600" dirty="0"/>
          </a:p>
        </p:txBody>
      </p:sp>
      <p:sp>
        <p:nvSpPr>
          <p:cNvPr id="26630" name="内容占位符 2"/>
          <p:cNvSpPr>
            <a:spLocks noGrp="1"/>
          </p:cNvSpPr>
          <p:nvPr>
            <p:ph idx="1"/>
          </p:nvPr>
        </p:nvSpPr>
        <p:spPr/>
        <p:txBody>
          <a:bodyPr/>
          <a:lstStyle/>
          <a:p>
            <a:r>
              <a:rPr lang="zh-CN" altLang="en-US" sz="2800" b="0"/>
              <a:t>对于由线性常系数微分方程描述的</a:t>
            </a:r>
            <a:r>
              <a:rPr lang="en-US" altLang="zh-CN" sz="2800" b="0"/>
              <a:t>LTI</a:t>
            </a:r>
            <a:r>
              <a:rPr lang="zh-CN" altLang="en-US" sz="2800" b="0"/>
              <a:t>系统：</a:t>
            </a:r>
            <a:endParaRPr lang="zh-CN" altLang="en-US" sz="2800"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9860A83-362A-4547-BE7E-F3F0130E5B8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6626" name="Object 2"/>
          <p:cNvGraphicFramePr>
            <a:graphicFrameLocks noChangeAspect="1"/>
          </p:cNvGraphicFramePr>
          <p:nvPr/>
        </p:nvGraphicFramePr>
        <p:xfrm>
          <a:off x="2500313" y="1928813"/>
          <a:ext cx="3990975" cy="1065212"/>
        </p:xfrm>
        <a:graphic>
          <a:graphicData uri="http://schemas.openxmlformats.org/presentationml/2006/ole">
            <mc:AlternateContent xmlns:mc="http://schemas.openxmlformats.org/markup-compatibility/2006">
              <mc:Choice xmlns:v="urn:schemas-microsoft-com:vml" Requires="v">
                <p:oleObj spid="_x0000_s52406" name="Equation" r:id="rId1" imgW="1663700" imgH="444500" progId="Equation.DSMT4">
                  <p:embed/>
                </p:oleObj>
              </mc:Choice>
              <mc:Fallback>
                <p:oleObj name="Equation" r:id="rId1" imgW="1663700" imgH="4445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0313" y="1928813"/>
                        <a:ext cx="3990975" cy="106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2" name="Rectangle 20"/>
          <p:cNvSpPr>
            <a:spLocks noChangeArrowheads="1"/>
          </p:cNvSpPr>
          <p:nvPr/>
        </p:nvSpPr>
        <p:spPr bwMode="auto">
          <a:xfrm>
            <a:off x="796925" y="3105150"/>
            <a:ext cx="52863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800" i="0" u="none" strike="noStrike" kern="1200" cap="none" spc="0" normalizeH="0" baseline="0" noProof="0">
                <a:ln>
                  <a:noFill/>
                </a:ln>
                <a:solidFill>
                  <a:prstClr val="black"/>
                </a:solidFill>
                <a:effectLst/>
                <a:uLnTx/>
                <a:uFillTx/>
                <a:latin typeface="Times New Roman" panose="02020603050405020304" pitchFamily="18" charset="0"/>
                <a:ea typeface="华文楷体" pitchFamily="2" charset="-122"/>
                <a:cs typeface="楷体_GB2312" panose="02010609030101010101" pitchFamily="49" charset="-122"/>
              </a:rPr>
              <a:t>如何计算其频率响应</a:t>
            </a:r>
            <a:r>
              <a:rPr kumimoji="0" lang="en-US" altLang="zh-CN" sz="2800" i="1" u="none" strike="noStrike" kern="1200" cap="none" spc="0" normalizeH="0" baseline="0" noProof="0">
                <a:ln>
                  <a:noFill/>
                </a:ln>
                <a:solidFill>
                  <a:prstClr val="black"/>
                </a:solidFill>
                <a:effectLst/>
                <a:uLnTx/>
                <a:uFillTx/>
                <a:latin typeface="Times New Roman" panose="02020603050405020304" pitchFamily="18" charset="0"/>
                <a:ea typeface="华文楷体" pitchFamily="2" charset="-122"/>
                <a:cs typeface="楷体_GB2312" panose="02010609030101010101" pitchFamily="49" charset="-122"/>
              </a:rPr>
              <a:t>H</a:t>
            </a:r>
            <a:r>
              <a:rPr kumimoji="0" lang="en-US" altLang="zh-CN" sz="2800" i="0" u="none" strike="noStrike" kern="1200" cap="none" spc="0" normalizeH="0" baseline="0" noProof="0">
                <a:ln>
                  <a:noFill/>
                </a:ln>
                <a:solidFill>
                  <a:prstClr val="black"/>
                </a:solidFill>
                <a:effectLst/>
                <a:uLnTx/>
                <a:uFillTx/>
                <a:latin typeface="Times New Roman" panose="02020603050405020304" pitchFamily="18" charset="0"/>
                <a:ea typeface="华文楷体" pitchFamily="2" charset="-122"/>
                <a:cs typeface="楷体_GB2312" panose="02010609030101010101" pitchFamily="49" charset="-122"/>
              </a:rPr>
              <a:t>(j</a:t>
            </a:r>
            <a:r>
              <a:rPr kumimoji="0" lang="el-GR" altLang="zh-CN" sz="2800" i="1" u="none" strike="noStrike" kern="1200" cap="none" spc="0" normalizeH="0" baseline="0" noProof="0">
                <a:ln>
                  <a:noFill/>
                </a:ln>
                <a:solidFill>
                  <a:prstClr val="black"/>
                </a:solidFill>
                <a:effectLst/>
                <a:uLnTx/>
                <a:uFillTx/>
                <a:latin typeface="Times New Roman" panose="02020603050405020304" pitchFamily="18" charset="0"/>
                <a:ea typeface="华文楷体" pitchFamily="2" charset="-122"/>
                <a:cs typeface="Times New Roman" panose="02020603050405020304" pitchFamily="18" charset="0"/>
              </a:rPr>
              <a:t>ω</a:t>
            </a:r>
            <a:r>
              <a:rPr kumimoji="0" lang="en-US" altLang="zh-CN" sz="2800" i="0" u="none" strike="noStrike" kern="1200" cap="none" spc="0" normalizeH="0" baseline="0" noProof="0">
                <a:ln>
                  <a:noFill/>
                </a:ln>
                <a:solidFill>
                  <a:prstClr val="black"/>
                </a:solidFill>
                <a:effectLst/>
                <a:uLnTx/>
                <a:uFillTx/>
                <a:latin typeface="Times New Roman" panose="02020603050405020304" pitchFamily="18" charset="0"/>
                <a:ea typeface="华文楷体" pitchFamily="2" charset="-122"/>
                <a:cs typeface="Times New Roman" panose="02020603050405020304" pitchFamily="18" charset="0"/>
              </a:rPr>
              <a:t>)</a:t>
            </a:r>
            <a:r>
              <a:rPr kumimoji="0" lang="zh-CN" altLang="en-US" sz="2800" i="0" u="none" strike="noStrike" kern="1200" cap="none" spc="0" normalizeH="0" baseline="0" noProof="0">
                <a:ln>
                  <a:noFill/>
                </a:ln>
                <a:solidFill>
                  <a:prstClr val="black"/>
                </a:solidFill>
                <a:effectLst/>
                <a:uLnTx/>
                <a:uFillTx/>
                <a:latin typeface="Times New Roman" panose="02020603050405020304" pitchFamily="18" charset="0"/>
                <a:ea typeface="华文楷体" pitchFamily="2" charset="-122"/>
                <a:cs typeface="Times New Roman" panose="02020603050405020304" pitchFamily="18" charset="0"/>
              </a:rPr>
              <a:t>？</a:t>
            </a:r>
            <a:endParaRPr kumimoji="0" lang="zh-CN" altLang="en-US" sz="2800" i="0" u="none" strike="noStrike" kern="1200" cap="none" spc="0" normalizeH="0" baseline="0" noProof="0">
              <a:ln>
                <a:noFill/>
              </a:ln>
              <a:solidFill>
                <a:prstClr val="black"/>
              </a:solidFill>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7" name="Text Box 9"/>
          <p:cNvSpPr txBox="1">
            <a:spLocks noChangeArrowheads="1"/>
          </p:cNvSpPr>
          <p:nvPr/>
        </p:nvSpPr>
        <p:spPr bwMode="auto">
          <a:xfrm>
            <a:off x="815975" y="3843338"/>
            <a:ext cx="55707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对方程两边进行傅里叶变换</a:t>
            </a:r>
            <a:r>
              <a:rPr lang="zh-CN" altLang="en-US" sz="2800" noProof="0" dirty="0">
                <a:latin typeface="Times New Roman" panose="02020603050405020304" pitchFamily="18" charset="0"/>
                <a:ea typeface="华文楷体"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有：</a:t>
            </a:r>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8" name="Object 3"/>
          <p:cNvGraphicFramePr>
            <a:graphicFrameLocks noChangeAspect="1"/>
          </p:cNvGraphicFramePr>
          <p:nvPr/>
        </p:nvGraphicFramePr>
        <p:xfrm>
          <a:off x="1824038" y="4438650"/>
          <a:ext cx="5319712" cy="1036638"/>
        </p:xfrm>
        <a:graphic>
          <a:graphicData uri="http://schemas.openxmlformats.org/presentationml/2006/ole">
            <mc:AlternateContent xmlns:mc="http://schemas.openxmlformats.org/markup-compatibility/2006">
              <mc:Choice xmlns:v="urn:schemas-microsoft-com:vml" Requires="v">
                <p:oleObj spid="_x0000_s52407" name="Equation" r:id="rId3" imgW="2298700" imgH="431800" progId="Equation.DSMT4">
                  <p:embed/>
                </p:oleObj>
              </mc:Choice>
              <mc:Fallback>
                <p:oleObj name="Equation" r:id="rId3" imgW="2298700" imgH="431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4038" y="4438650"/>
                        <a:ext cx="5319712" cy="103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1"/>
          <p:cNvGrpSpPr/>
          <p:nvPr/>
        </p:nvGrpSpPr>
        <p:grpSpPr bwMode="auto">
          <a:xfrm>
            <a:off x="819150" y="5580063"/>
            <a:ext cx="5110163" cy="525462"/>
            <a:chOff x="1056" y="3504"/>
            <a:chExt cx="3219" cy="331"/>
          </a:xfrm>
        </p:grpSpPr>
        <p:sp>
          <p:nvSpPr>
            <p:cNvPr id="26635" name="Text Box 12"/>
            <p:cNvSpPr txBox="1">
              <a:spLocks noChangeArrowheads="1"/>
            </p:cNvSpPr>
            <p:nvPr/>
          </p:nvSpPr>
          <p:spPr bwMode="auto">
            <a:xfrm>
              <a:off x="1056" y="3504"/>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rPr>
                <a:t>由于</a:t>
              </a:r>
              <a:endParaRPr kumimoji="0" lang="zh-CN" altLang="en-US" sz="2800" i="0" u="none" strike="noStrike" kern="1200" cap="none" spc="0" normalizeH="0" baseline="0" noProof="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graphicFrame>
          <p:nvGraphicFramePr>
            <p:cNvPr id="26628" name="Object 4"/>
            <p:cNvGraphicFramePr>
              <a:graphicFrameLocks noChangeAspect="1"/>
            </p:cNvGraphicFramePr>
            <p:nvPr/>
          </p:nvGraphicFramePr>
          <p:xfrm>
            <a:off x="2154" y="3526"/>
            <a:ext cx="2121" cy="309"/>
          </p:xfrm>
          <a:graphic>
            <a:graphicData uri="http://schemas.openxmlformats.org/presentationml/2006/ole">
              <mc:AlternateContent xmlns:mc="http://schemas.openxmlformats.org/markup-compatibility/2006">
                <mc:Choice xmlns:v="urn:schemas-microsoft-com:vml" Requires="v">
                  <p:oleObj spid="_x0000_s52408" name="Equation" r:id="rId5" imgW="1396365" imgH="203200" progId="Equation.DSMT4">
                    <p:embed/>
                  </p:oleObj>
                </mc:Choice>
                <mc:Fallback>
                  <p:oleObj name="Equation" r:id="rId5" imgW="1396365"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4" y="3526"/>
                          <a:ext cx="212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标题 1"/>
          <p:cNvSpPr>
            <a:spLocks noGrp="1"/>
          </p:cNvSpPr>
          <p:nvPr>
            <p:ph type="title"/>
          </p:nvPr>
        </p:nvSpPr>
        <p:spPr/>
        <p:txBody>
          <a:bodyPr/>
          <a:lstStyle/>
          <a:p>
            <a:r>
              <a:rPr lang="en-US" altLang="zh-CN" sz="3600"/>
              <a:t>4.7 </a:t>
            </a:r>
            <a:r>
              <a:rPr lang="zh-CN" altLang="en-US" sz="3600"/>
              <a:t>由线性常系数微分方程表征的系统</a:t>
            </a:r>
            <a:endParaRPr lang="zh-CN" altLang="en-US" sz="3600"/>
          </a:p>
        </p:txBody>
      </p:sp>
      <p:sp>
        <p:nvSpPr>
          <p:cNvPr id="3" name="内容占位符 2"/>
          <p:cNvSpPr>
            <a:spLocks noGrp="1"/>
          </p:cNvSpPr>
          <p:nvPr>
            <p:ph idx="1"/>
          </p:nvPr>
        </p:nvSpPr>
        <p:spPr>
          <a:xfrm>
            <a:off x="457200" y="3429000"/>
            <a:ext cx="8229600" cy="2857500"/>
          </a:xfrm>
        </p:spPr>
        <p:txBody>
          <a:bodyPr/>
          <a:lstStyle/>
          <a:p>
            <a:r>
              <a:rPr lang="zh-CN" altLang="en-US" sz="2800" b="0"/>
              <a:t>可见由线性常系数微分方程描述的</a:t>
            </a:r>
            <a:r>
              <a:rPr lang="en-US" altLang="zh-CN" sz="2800" b="0"/>
              <a:t>LTI </a:t>
            </a:r>
            <a:r>
              <a:rPr lang="zh-CN" altLang="en-US" sz="2800" b="0"/>
              <a:t>系统其频率特性是一个有理函数。</a:t>
            </a:r>
            <a:endParaRPr lang="en-US" altLang="zh-CN" sz="2800" b="0"/>
          </a:p>
          <a:p>
            <a:r>
              <a:rPr lang="zh-CN" altLang="en-US" sz="2800" b="0"/>
              <a:t>当需要求得线性常系数微分方程描述的</a:t>
            </a:r>
            <a:r>
              <a:rPr lang="en-US" altLang="zh-CN" sz="2800" b="0"/>
              <a:t>LTI</a:t>
            </a:r>
            <a:r>
              <a:rPr lang="zh-CN" altLang="en-US" sz="2800" b="0"/>
              <a:t>系统的</a:t>
            </a:r>
            <a:br>
              <a:rPr lang="en-US" altLang="zh-CN" sz="2800" b="0"/>
            </a:br>
            <a:r>
              <a:rPr lang="zh-CN" altLang="en-US" sz="2800" b="0"/>
              <a:t>        时，往往是由            做反变换得到。</a:t>
            </a:r>
            <a:endParaRPr lang="en-US" altLang="zh-CN" sz="2800" b="0"/>
          </a:p>
          <a:p>
            <a:r>
              <a:rPr lang="zh-CN" altLang="en-US" sz="2800" b="0"/>
              <a:t>对有理函数求傅里叶反变换通常采用</a:t>
            </a:r>
            <a:r>
              <a:rPr lang="zh-CN" altLang="en-US" sz="2800" b="0">
                <a:solidFill>
                  <a:srgbClr val="FF0000"/>
                </a:solidFill>
              </a:rPr>
              <a:t>部分分式展开</a:t>
            </a:r>
            <a:r>
              <a:rPr lang="zh-CN" altLang="en-US" sz="2800" b="0"/>
              <a:t>和利用</a:t>
            </a:r>
            <a:r>
              <a:rPr lang="zh-CN" altLang="en-US" sz="2800" b="0">
                <a:solidFill>
                  <a:srgbClr val="FF0000"/>
                </a:solidFill>
              </a:rPr>
              <a:t>常用变换对</a:t>
            </a:r>
            <a:r>
              <a:rPr lang="zh-CN" altLang="en-US" sz="2800" b="0"/>
              <a:t>进行。</a:t>
            </a:r>
            <a:endParaRPr lang="zh-CN" altLang="en-US" sz="2800"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A7D435C-EEB2-4494-BC55-97F08FB1AB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7650" name="Object 2"/>
          <p:cNvGraphicFramePr>
            <a:graphicFrameLocks noChangeAspect="1"/>
          </p:cNvGraphicFramePr>
          <p:nvPr/>
        </p:nvGraphicFramePr>
        <p:xfrm>
          <a:off x="2643188" y="1260475"/>
          <a:ext cx="3414712" cy="2012950"/>
        </p:xfrm>
        <a:graphic>
          <a:graphicData uri="http://schemas.openxmlformats.org/presentationml/2006/ole">
            <mc:AlternateContent xmlns:mc="http://schemas.openxmlformats.org/markup-compatibility/2006">
              <mc:Choice xmlns:v="urn:schemas-microsoft-com:vml" Requires="v">
                <p:oleObj spid="_x0000_s53430" name="Equation" r:id="rId1" imgW="1422400" imgH="838200" progId="Equation.DSMT4">
                  <p:embed/>
                </p:oleObj>
              </mc:Choice>
              <mc:Fallback>
                <p:oleObj name="Equation" r:id="rId1" imgW="1422400" imgH="838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3188" y="1260475"/>
                        <a:ext cx="3414712" cy="2012950"/>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graphicFrame>
        <p:nvGraphicFramePr>
          <p:cNvPr id="6" name="Object 3"/>
          <p:cNvGraphicFramePr>
            <a:graphicFrameLocks noChangeAspect="1"/>
          </p:cNvGraphicFramePr>
          <p:nvPr/>
        </p:nvGraphicFramePr>
        <p:xfrm>
          <a:off x="928688" y="4830763"/>
          <a:ext cx="695325" cy="487362"/>
        </p:xfrm>
        <a:graphic>
          <a:graphicData uri="http://schemas.openxmlformats.org/presentationml/2006/ole">
            <mc:AlternateContent xmlns:mc="http://schemas.openxmlformats.org/markup-compatibility/2006">
              <mc:Choice xmlns:v="urn:schemas-microsoft-com:vml" Requires="v">
                <p:oleObj spid="_x0000_s53431" name="Equation" r:id="rId3" imgW="279400" imgH="203200" progId="Equation.DSMT4">
                  <p:embed/>
                </p:oleObj>
              </mc:Choice>
              <mc:Fallback>
                <p:oleObj name="Equation" r:id="rId3" imgW="2794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688" y="4830763"/>
                        <a:ext cx="695325" cy="48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4"/>
          <p:cNvGraphicFramePr>
            <a:graphicFrameLocks noChangeAspect="1"/>
          </p:cNvGraphicFramePr>
          <p:nvPr/>
        </p:nvGraphicFramePr>
        <p:xfrm>
          <a:off x="3786188" y="4827588"/>
          <a:ext cx="909637" cy="488950"/>
        </p:xfrm>
        <a:graphic>
          <a:graphicData uri="http://schemas.openxmlformats.org/presentationml/2006/ole">
            <mc:AlternateContent xmlns:mc="http://schemas.openxmlformats.org/markup-compatibility/2006">
              <mc:Choice xmlns:v="urn:schemas-microsoft-com:vml" Requires="v">
                <p:oleObj spid="_x0000_s53432" name="Equation" r:id="rId5" imgW="457200" imgH="203200" progId="Equation.DSMT4">
                  <p:embed/>
                </p:oleObj>
              </mc:Choice>
              <mc:Fallback>
                <p:oleObj name="Equation" r:id="rId5" imgW="4572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86188" y="4827588"/>
                        <a:ext cx="909637"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标题 1"/>
          <p:cNvSpPr>
            <a:spLocks noGrp="1"/>
          </p:cNvSpPr>
          <p:nvPr>
            <p:ph type="title"/>
          </p:nvPr>
        </p:nvSpPr>
        <p:spPr/>
        <p:txBody>
          <a:bodyPr/>
          <a:lstStyle/>
          <a:p>
            <a:r>
              <a:rPr lang="en-US" altLang="zh-CN" sz="3600"/>
              <a:t>4.7 </a:t>
            </a:r>
            <a:r>
              <a:rPr lang="zh-CN" altLang="en-US" sz="3600"/>
              <a:t>由线性常系数微分方程表征的系统</a:t>
            </a:r>
            <a:endParaRPr lang="zh-CN" altLang="en-US" sz="360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D48C6D9-5AFB-4A78-A3B1-3DA6B7FF887E}"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8679" name="Group 2"/>
          <p:cNvGrpSpPr/>
          <p:nvPr/>
        </p:nvGrpSpPr>
        <p:grpSpPr bwMode="auto">
          <a:xfrm>
            <a:off x="762000" y="1301750"/>
            <a:ext cx="6096000" cy="909638"/>
            <a:chOff x="480" y="531"/>
            <a:chExt cx="3840" cy="573"/>
          </a:xfrm>
        </p:grpSpPr>
        <p:graphicFrame>
          <p:nvGraphicFramePr>
            <p:cNvPr id="28676" name="Object 2"/>
            <p:cNvGraphicFramePr>
              <a:graphicFrameLocks noChangeAspect="1"/>
            </p:cNvGraphicFramePr>
            <p:nvPr/>
          </p:nvGraphicFramePr>
          <p:xfrm>
            <a:off x="1056" y="531"/>
            <a:ext cx="3264" cy="573"/>
          </p:xfrm>
          <a:graphic>
            <a:graphicData uri="http://schemas.openxmlformats.org/presentationml/2006/ole">
              <mc:AlternateContent xmlns:mc="http://schemas.openxmlformats.org/markup-compatibility/2006">
                <mc:Choice xmlns:v="urn:schemas-microsoft-com:vml" Requires="v">
                  <p:oleObj spid="_x0000_s54457" name="Equation" r:id="rId1" imgW="2387600" imgH="419100" progId="Equation.DSMT4">
                    <p:embed/>
                  </p:oleObj>
                </mc:Choice>
                <mc:Fallback>
                  <p:oleObj name="Equation" r:id="rId1" imgW="2387600" imgH="4191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 y="531"/>
                          <a:ext cx="3264" cy="5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1" name="Text Box 4"/>
            <p:cNvSpPr txBox="1">
              <a:spLocks noChangeArrowheads="1"/>
            </p:cNvSpPr>
            <p:nvPr/>
          </p:nvSpPr>
          <p:spPr bwMode="auto">
            <a:xfrm>
              <a:off x="480" y="624"/>
              <a:ext cx="6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rPr>
                <a:t>例：</a:t>
              </a:r>
              <a:endParaRPr kumimoji="1"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itchFamily="2" charset="-122"/>
                <a:cs typeface="楷体_GB2312" panose="02010609030101010101" pitchFamily="49" charset="-122"/>
              </a:endParaRPr>
            </a:p>
          </p:txBody>
        </p:sp>
      </p:grpSp>
      <p:graphicFrame>
        <p:nvGraphicFramePr>
          <p:cNvPr id="9" name="Object 3"/>
          <p:cNvGraphicFramePr>
            <a:graphicFrameLocks noChangeAspect="1"/>
          </p:cNvGraphicFramePr>
          <p:nvPr/>
        </p:nvGraphicFramePr>
        <p:xfrm>
          <a:off x="1620838" y="2384425"/>
          <a:ext cx="6283325" cy="1998663"/>
        </p:xfrm>
        <a:graphic>
          <a:graphicData uri="http://schemas.openxmlformats.org/presentationml/2006/ole">
            <mc:AlternateContent xmlns:mc="http://schemas.openxmlformats.org/markup-compatibility/2006">
              <mc:Choice xmlns:v="urn:schemas-microsoft-com:vml" Requires="v">
                <p:oleObj spid="_x0000_s54458" name="Equation" r:id="rId3" imgW="68884800" imgH="21945600" progId="Equation.DSMT4">
                  <p:embed/>
                </p:oleObj>
              </mc:Choice>
              <mc:Fallback>
                <p:oleObj name="Equation" r:id="rId3" imgW="68884800" imgH="21945600" progId="Equation.DSMT4">
                  <p:embed/>
                  <p:pic>
                    <p:nvPicPr>
                      <p:cNvPr id="0" name="Object 3"/>
                      <p:cNvPicPr>
                        <a:picLocks noChangeAspect="1" noChangeArrowheads="1"/>
                      </p:cNvPicPr>
                      <p:nvPr/>
                    </p:nvPicPr>
                    <p:blipFill>
                      <a:blip r:embed="rId4"/>
                      <a:srcRect/>
                      <a:stretch>
                        <a:fillRect/>
                      </a:stretch>
                    </p:blipFill>
                    <p:spPr bwMode="auto">
                      <a:xfrm>
                        <a:off x="1620838" y="2384425"/>
                        <a:ext cx="6283325" cy="199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4"/>
          <p:cNvGraphicFramePr>
            <a:graphicFrameLocks noChangeAspect="1"/>
          </p:cNvGraphicFramePr>
          <p:nvPr/>
        </p:nvGraphicFramePr>
        <p:xfrm>
          <a:off x="1568450" y="4421188"/>
          <a:ext cx="3797300" cy="1001712"/>
        </p:xfrm>
        <a:graphic>
          <a:graphicData uri="http://schemas.openxmlformats.org/presentationml/2006/ole">
            <mc:AlternateContent xmlns:mc="http://schemas.openxmlformats.org/markup-compatibility/2006">
              <mc:Choice xmlns:v="urn:schemas-microsoft-com:vml" Requires="v">
                <p:oleObj spid="_x0000_s54459" name="Equation" r:id="rId5" imgW="35661600" imgH="9448800" progId="Equation.DSMT4">
                  <p:embed/>
                </p:oleObj>
              </mc:Choice>
              <mc:Fallback>
                <p:oleObj name="Equation" r:id="rId5" imgW="35661600" imgH="9448800" progId="Equation.DSMT4">
                  <p:embed/>
                  <p:pic>
                    <p:nvPicPr>
                      <p:cNvPr id="0" name="Object 4"/>
                      <p:cNvPicPr>
                        <a:picLocks noChangeAspect="1" noChangeArrowheads="1"/>
                      </p:cNvPicPr>
                      <p:nvPr/>
                    </p:nvPicPr>
                    <p:blipFill>
                      <a:blip r:embed="rId6"/>
                      <a:srcRect/>
                      <a:stretch>
                        <a:fillRect/>
                      </a:stretch>
                    </p:blipFill>
                    <p:spPr bwMode="auto">
                      <a:xfrm>
                        <a:off x="1568450" y="4421188"/>
                        <a:ext cx="3797300" cy="1001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11"/>
          <p:cNvSpPr txBox="1">
            <a:spLocks noChangeArrowheads="1"/>
          </p:cNvSpPr>
          <p:nvPr/>
        </p:nvSpPr>
        <p:spPr bwMode="auto">
          <a:xfrm>
            <a:off x="857250" y="5402263"/>
            <a:ext cx="77343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spcBef>
                <a:spcPts val="0"/>
              </a:spcBef>
              <a:spcAft>
                <a:spcPct val="0"/>
              </a:spcAft>
              <a:buClrTx/>
              <a:buSzTx/>
              <a:buFontTx/>
              <a:buNone/>
              <a:defRPr/>
            </a:pPr>
            <a:r>
              <a:rPr kumimoji="1"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rPr>
              <a:t>可见，对由微分方程所描述的系统通过求频率响应可以方便地求出其单位冲激响应。</a:t>
            </a:r>
            <a:endParaRPr kumimoji="1" lang="zh-CN" altLang="en-US" sz="2800" i="0" u="none" strike="noStrike" kern="1200" cap="none" spc="0" normalizeH="0" baseline="0" noProof="0" dirty="0">
              <a:ln>
                <a:noFill/>
              </a:ln>
              <a:effectLst/>
              <a:uLnTx/>
              <a:uFillTx/>
              <a:latin typeface="Times New Roman" panose="02020603050405020304" pitchFamily="18" charset="0"/>
              <a:ea typeface="华文楷体" pitchFamily="2" charset="-122"/>
              <a:cs typeface="楷体_GB2312" panose="02010609030101010101" pitchFamily="49" charset="-122"/>
            </a:endParaRPr>
          </a:p>
        </p:txBody>
      </p:sp>
      <p:sp>
        <p:nvSpPr>
          <p:cNvPr id="12" name="矩形 11"/>
          <p:cNvSpPr>
            <a:spLocks noChangeArrowheads="1"/>
          </p:cNvSpPr>
          <p:nvPr/>
        </p:nvSpPr>
        <p:spPr bwMode="auto">
          <a:xfrm>
            <a:off x="6188895" y="3863391"/>
            <a:ext cx="1800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lgn="ctr" eaLnBrk="1" hangingPunct="1">
              <a:buFontTx/>
              <a:buNone/>
            </a:pPr>
            <a:r>
              <a:rPr lang="zh-CN" altLang="en-US" sz="2000" b="1" dirty="0">
                <a:solidFill>
                  <a:srgbClr val="FF0000"/>
                </a:solidFill>
                <a:ea typeface="华文楷体" pitchFamily="2" charset="-122"/>
              </a:rPr>
              <a:t>部分分式展开</a:t>
            </a:r>
            <a:endParaRPr lang="en-US" altLang="zh-CN" sz="2000" b="1" dirty="0">
              <a:solidFill>
                <a:srgbClr val="FF0000"/>
              </a:solidFill>
              <a:ea typeface="华文楷体" pitchFamily="2" charset="-122"/>
            </a:endParaRPr>
          </a:p>
          <a:p>
            <a:pPr algn="ctr" eaLnBrk="1" hangingPunct="1">
              <a:buFontTx/>
              <a:buNone/>
            </a:pPr>
            <a:r>
              <a:rPr lang="en-US" altLang="zh-CN" sz="2000" b="1" dirty="0">
                <a:solidFill>
                  <a:srgbClr val="FF0000"/>
                </a:solidFill>
                <a:ea typeface="华文楷体" pitchFamily="2" charset="-122"/>
              </a:rPr>
              <a:t>(</a:t>
            </a:r>
            <a:r>
              <a:rPr lang="zh-CN" altLang="en-US" sz="2000" b="1" dirty="0">
                <a:solidFill>
                  <a:srgbClr val="FF0000"/>
                </a:solidFill>
                <a:ea typeface="华文楷体" pitchFamily="2" charset="-122"/>
              </a:rPr>
              <a:t>课本附录</a:t>
            </a:r>
            <a:r>
              <a:rPr lang="en-US" altLang="zh-CN" sz="2000" b="1" dirty="0">
                <a:solidFill>
                  <a:srgbClr val="FF0000"/>
                </a:solidFill>
                <a:ea typeface="华文楷体" pitchFamily="2" charset="-122"/>
              </a:rPr>
              <a:t>A)</a:t>
            </a:r>
            <a:endParaRPr lang="zh-CN" altLang="en-US" sz="2000" dirty="0">
              <a:ea typeface="华文楷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endParaRPr lang="en-US" dirty="0"/>
          </a:p>
        </p:txBody>
      </p:sp>
      <p:sp>
        <p:nvSpPr>
          <p:cNvPr id="3" name="内容占位符 2"/>
          <p:cNvSpPr>
            <a:spLocks noGrp="1"/>
          </p:cNvSpPr>
          <p:nvPr>
            <p:ph idx="1"/>
          </p:nvPr>
        </p:nvSpPr>
        <p:spPr>
          <a:xfrm>
            <a:off x="457200" y="1285875"/>
            <a:ext cx="8229600" cy="608885"/>
          </a:xfrm>
        </p:spPr>
        <p:txBody>
          <a:bodyPr>
            <a:spAutoFit/>
          </a:bodyPr>
          <a:lstStyle/>
          <a:p>
            <a:pPr algn="just">
              <a:lnSpc>
                <a:spcPct val="130000"/>
              </a:lnSpc>
              <a:spcBef>
                <a:spcPts val="0"/>
              </a:spcBef>
              <a:spcAft>
                <a:spcPts val="600"/>
              </a:spcAft>
            </a:pPr>
            <a:r>
              <a:rPr lang="en-US" altLang="zh-CN" sz="2800" b="0" dirty="0"/>
              <a:t>4.28(a)</a:t>
            </a:r>
            <a:r>
              <a:rPr lang="zh-CN" altLang="en-US" sz="2800" b="0" dirty="0"/>
              <a:t>、</a:t>
            </a:r>
            <a:r>
              <a:rPr lang="en-US" altLang="zh-CN" sz="2800" b="0" dirty="0"/>
              <a:t>4.35</a:t>
            </a:r>
            <a:r>
              <a:rPr lang="zh-CN" altLang="en-US" sz="2800" b="0" dirty="0"/>
              <a:t>、</a:t>
            </a:r>
            <a:r>
              <a:rPr lang="en-US" altLang="zh-CN" sz="2800" b="0" dirty="0"/>
              <a:t>4.36</a:t>
            </a:r>
            <a:endParaRPr lang="en-US" sz="2800" b="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a:t>本章小结</a:t>
            </a:r>
            <a:endParaRPr lang="zh-CN" altLang="en-US"/>
          </a:p>
        </p:txBody>
      </p:sp>
      <p:sp>
        <p:nvSpPr>
          <p:cNvPr id="3" name="内容占位符 2"/>
          <p:cNvSpPr>
            <a:spLocks noGrp="1"/>
          </p:cNvSpPr>
          <p:nvPr>
            <p:ph idx="1"/>
          </p:nvPr>
        </p:nvSpPr>
        <p:spPr>
          <a:xfrm>
            <a:off x="457200" y="1285875"/>
            <a:ext cx="8229600" cy="5214938"/>
          </a:xfrm>
        </p:spPr>
        <p:txBody>
          <a:bodyPr/>
          <a:lstStyle/>
          <a:p>
            <a:pPr>
              <a:lnSpc>
                <a:spcPct val="130000"/>
              </a:lnSpc>
              <a:spcBef>
                <a:spcPts val="0"/>
              </a:spcBef>
            </a:pPr>
            <a:r>
              <a:rPr lang="zh-CN" altLang="en-US" sz="2800" b="0" dirty="0"/>
              <a:t>连续时间傅里叶变换建立了将连续时间信号</a:t>
            </a:r>
            <a:r>
              <a:rPr lang="en-US" altLang="zh-CN" sz="2800" b="0" dirty="0"/>
              <a:t>(</a:t>
            </a:r>
            <a:r>
              <a:rPr lang="zh-CN" altLang="en-US" sz="2800" b="0" dirty="0"/>
              <a:t>包括周期、非周期信号</a:t>
            </a:r>
            <a:r>
              <a:rPr lang="en-US" altLang="zh-CN" sz="2800" b="0" dirty="0"/>
              <a:t>)</a:t>
            </a:r>
            <a:r>
              <a:rPr lang="zh-CN" altLang="en-US" sz="2800" b="0" dirty="0"/>
              <a:t>分解为复指数信号分量的线性组合的方法。</a:t>
            </a:r>
            <a:endParaRPr lang="en-US" altLang="zh-CN" sz="2800" b="0" dirty="0"/>
          </a:p>
          <a:p>
            <a:pPr>
              <a:lnSpc>
                <a:spcPct val="130000"/>
              </a:lnSpc>
              <a:spcBef>
                <a:spcPts val="0"/>
              </a:spcBef>
            </a:pPr>
            <a:r>
              <a:rPr lang="zh-CN" altLang="en-US" sz="2800" b="0" dirty="0"/>
              <a:t>卷积特性是</a:t>
            </a:r>
            <a:r>
              <a:rPr lang="en-US" altLang="zh-CN" sz="2800" b="0" dirty="0"/>
              <a:t>LTI</a:t>
            </a:r>
            <a:r>
              <a:rPr lang="zh-CN" altLang="en-US" sz="2800" b="0" dirty="0"/>
              <a:t>系统频域分析方法的理论基础，稳定的</a:t>
            </a:r>
            <a:r>
              <a:rPr lang="en-US" altLang="zh-CN" sz="2800" b="0" dirty="0"/>
              <a:t>LTI</a:t>
            </a:r>
            <a:r>
              <a:rPr lang="zh-CN" altLang="en-US" sz="2800" b="0" dirty="0"/>
              <a:t>系统可以通过其频率响应来描述。</a:t>
            </a:r>
            <a:endParaRPr lang="zh-CN" altLang="en-US" sz="2800" b="0" dirty="0"/>
          </a:p>
          <a:p>
            <a:pPr>
              <a:lnSpc>
                <a:spcPct val="130000"/>
              </a:lnSpc>
              <a:spcBef>
                <a:spcPts val="0"/>
              </a:spcBef>
            </a:pPr>
            <a:r>
              <a:rPr lang="zh-CN" altLang="en-US" sz="2800" b="0" dirty="0"/>
              <a:t>相乘特性是通信和信号传输领域各种调制解调技术的理论基础。</a:t>
            </a:r>
            <a:endParaRPr lang="en-US" altLang="zh-CN" sz="2800" b="0" dirty="0"/>
          </a:p>
          <a:p>
            <a:pPr>
              <a:lnSpc>
                <a:spcPct val="130000"/>
              </a:lnSpc>
              <a:spcBef>
                <a:spcPts val="0"/>
              </a:spcBef>
            </a:pPr>
            <a:r>
              <a:rPr lang="zh-CN" altLang="en-US" sz="2800" b="0" dirty="0"/>
              <a:t>线性常系数微分方程描述的</a:t>
            </a:r>
            <a:r>
              <a:rPr lang="en-US" altLang="zh-CN" sz="2800" b="0" dirty="0"/>
              <a:t>LTI </a:t>
            </a:r>
            <a:r>
              <a:rPr lang="zh-CN" altLang="en-US" sz="2800" b="0" dirty="0"/>
              <a:t>系统频率响应是一个有理函数，并且计算方便。</a:t>
            </a:r>
            <a:endParaRPr lang="en-US" altLang="zh-CN" sz="28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1138ED5-6E33-49EA-A215-8B634B72AE6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ODE1ZDc1ZDQ3ZWEwMDkxYzRmNTRjOWZmMWY2ZjY1OG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5474</Words>
  <Application>WPS 演示</Application>
  <PresentationFormat>全屏显示(4:3)</PresentationFormat>
  <Paragraphs>785</Paragraphs>
  <Slides>66</Slides>
  <Notes>0</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434</vt:i4>
      </vt:variant>
      <vt:variant>
        <vt:lpstr>幻灯片标题</vt:lpstr>
      </vt:variant>
      <vt:variant>
        <vt:i4>66</vt:i4>
      </vt:variant>
    </vt:vector>
  </HeadingPairs>
  <TitlesOfParts>
    <vt:vector size="518" baseType="lpstr">
      <vt:lpstr>Arial</vt:lpstr>
      <vt:lpstr>宋体</vt:lpstr>
      <vt:lpstr>Wingdings</vt:lpstr>
      <vt:lpstr>Calibri</vt:lpstr>
      <vt:lpstr>Arial Black</vt:lpstr>
      <vt:lpstr>黑体</vt:lpstr>
      <vt:lpstr>Georgia</vt:lpstr>
      <vt:lpstr>华文行楷</vt:lpstr>
      <vt:lpstr>微软雅黑</vt:lpstr>
      <vt:lpstr>Times New Roman</vt:lpstr>
      <vt:lpstr>华文楷体</vt:lpstr>
      <vt:lpstr>楷体_GB2312</vt:lpstr>
      <vt:lpstr>Arial Unicode MS</vt:lpstr>
      <vt:lpstr>新宋体</vt:lpstr>
      <vt:lpstr>Cambria Math</vt:lpstr>
      <vt:lpstr>楷体</vt:lpstr>
      <vt:lpstr>Office 主题</vt:lpstr>
      <vt:lpstr>1_Office 主题</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Equation.DSMT4</vt:lpstr>
      <vt:lpstr>Equation.DSMT4</vt:lpstr>
      <vt:lpstr>Paint.Picture</vt:lpstr>
      <vt:lpstr>Equation.DSMT4</vt:lpstr>
      <vt:lpstr>Equation.DSMT4</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第四章   连续时间傅里叶变换</vt:lpstr>
      <vt:lpstr>4.0  引言</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4.1 非周期信号的表示：连续时间傅里叶变换</vt:lpstr>
      <vt:lpstr>课后作业</vt:lpstr>
      <vt:lpstr>4.2  周期信号的傅里叶变换</vt:lpstr>
      <vt:lpstr>4.2  周期信号的傅里叶变换</vt:lpstr>
      <vt:lpstr>4.2  周期信号的傅里叶变换</vt:lpstr>
      <vt:lpstr>4.2  周期信号的傅里叶变换</vt:lpstr>
      <vt:lpstr>4.2  周期信号的傅里叶变换</vt:lpstr>
      <vt:lpstr>4.2  周期信号的傅里叶变换</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课后作业</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4.3 连续时间傅里叶变换的性质</vt:lpstr>
      <vt:lpstr>4.4 卷积性质</vt:lpstr>
      <vt:lpstr>4.4 卷积性质</vt:lpstr>
      <vt:lpstr>4.4 卷积性质</vt:lpstr>
      <vt:lpstr>4.4 卷积性质</vt:lpstr>
      <vt:lpstr>4.4 卷积性质</vt:lpstr>
      <vt:lpstr>4.4 卷积性质</vt:lpstr>
      <vt:lpstr>课后作业</vt:lpstr>
      <vt:lpstr>4.5 相乘性质</vt:lpstr>
      <vt:lpstr>4.5 相乘性质</vt:lpstr>
      <vt:lpstr>4.5 相乘性质</vt:lpstr>
      <vt:lpstr>4.5 相乘性质</vt:lpstr>
      <vt:lpstr>4.5 相乘性质</vt:lpstr>
      <vt:lpstr>4.5 相乘性质</vt:lpstr>
      <vt:lpstr>4.7 由线性常系数微分方程表征的系统</vt:lpstr>
      <vt:lpstr>4.7 由线性常系数微分方程表征的系统</vt:lpstr>
      <vt:lpstr>4.7 由线性常系数微分方程表征的系统</vt:lpstr>
      <vt:lpstr>课后作业</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苏幕遮</cp:lastModifiedBy>
  <cp:revision>892</cp:revision>
  <dcterms:created xsi:type="dcterms:W3CDTF">2009-02-26T06:47:00Z</dcterms:created>
  <dcterms:modified xsi:type="dcterms:W3CDTF">2024-03-26T12:26:14Z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F18C66E18ACA498C99A28F4F6A78F0C7_12</vt:lpwstr>
  </property>
  <property fmtid="{D5CDD505-2E9C-101B-9397-08002B2CF9AE}" pid="3" name="KSOProductBuildVer">
    <vt:lpwstr>2052-12.1.0.16388</vt:lpwstr>
  </property>
</Properties>
</file>