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4.wmf"/><Relationship Id="rId7" Type="http://schemas.openxmlformats.org/officeDocument/2006/relationships/image" Target="../media/image13.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2.wmf"/><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3" Type="http://schemas.openxmlformats.org/officeDocument/2006/relationships/image" Target="../media/image27.wmf"/><Relationship Id="rId12" Type="http://schemas.openxmlformats.org/officeDocument/2006/relationships/image" Target="../media/image26.wmf"/><Relationship Id="rId11" Type="http://schemas.openxmlformats.org/officeDocument/2006/relationships/image" Target="../media/image25.wmf"/><Relationship Id="rId10" Type="http://schemas.openxmlformats.org/officeDocument/2006/relationships/image" Target="../media/image24.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58.wmf"/><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68.wmf"/><Relationship Id="rId8" Type="http://schemas.openxmlformats.org/officeDocument/2006/relationships/image" Target="../media/image66.wmf"/><Relationship Id="rId7" Type="http://schemas.openxmlformats.org/officeDocument/2006/relationships/image" Target="../media/image65.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77.wmf"/><Relationship Id="rId8" Type="http://schemas.openxmlformats.org/officeDocument/2006/relationships/image" Target="../media/image76.wmf"/><Relationship Id="rId7" Type="http://schemas.openxmlformats.org/officeDocument/2006/relationships/image" Target="../media/image75.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7" Type="http://schemas.openxmlformats.org/officeDocument/2006/relationships/image" Target="../media/image85.wmf"/><Relationship Id="rId16" Type="http://schemas.openxmlformats.org/officeDocument/2006/relationships/image" Target="../media/image84.wmf"/><Relationship Id="rId15" Type="http://schemas.openxmlformats.org/officeDocument/2006/relationships/image" Target="../media/image83.wmf"/><Relationship Id="rId14" Type="http://schemas.openxmlformats.org/officeDocument/2006/relationships/image" Target="../media/image82.wmf"/><Relationship Id="rId13" Type="http://schemas.openxmlformats.org/officeDocument/2006/relationships/image" Target="../media/image81.wmf"/><Relationship Id="rId12" Type="http://schemas.openxmlformats.org/officeDocument/2006/relationships/image" Target="../media/image80.wmf"/><Relationship Id="rId11" Type="http://schemas.openxmlformats.org/officeDocument/2006/relationships/image" Target="../media/image79.wmf"/><Relationship Id="rId10" Type="http://schemas.openxmlformats.org/officeDocument/2006/relationships/image" Target="../media/image78.wmf"/><Relationship Id="rId1" Type="http://schemas.openxmlformats.org/officeDocument/2006/relationships/image" Target="../media/image69.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106.wmf"/><Relationship Id="rId8" Type="http://schemas.openxmlformats.org/officeDocument/2006/relationships/image" Target="../media/image105.wmf"/><Relationship Id="rId7" Type="http://schemas.openxmlformats.org/officeDocument/2006/relationships/image" Target="../media/image104.wmf"/><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 Id="rId3" Type="http://schemas.openxmlformats.org/officeDocument/2006/relationships/image" Target="../media/image100.wmf"/><Relationship Id="rId2" Type="http://schemas.openxmlformats.org/officeDocument/2006/relationships/image" Target="../media/image99.wmf"/><Relationship Id="rId11" Type="http://schemas.openxmlformats.org/officeDocument/2006/relationships/image" Target="../media/image110.wmf"/><Relationship Id="rId10" Type="http://schemas.openxmlformats.org/officeDocument/2006/relationships/image" Target="../media/image108.wmf"/><Relationship Id="rId1" Type="http://schemas.openxmlformats.org/officeDocument/2006/relationships/image" Target="../media/image98.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2867" y="1993900"/>
            <a:ext cx="1038225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2867" y="3429000"/>
            <a:ext cx="1038225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914400" y="2130425"/>
            <a:ext cx="10363200" cy="1470025"/>
          </a:xfrm>
        </p:spPr>
        <p:txBody>
          <a:bodyPr/>
          <a:lstStyle>
            <a:lvl1pPr>
              <a:defRPr b="1" i="0" baseline="0">
                <a:latin typeface="Arial Black" panose="020B0A04020102020204" pitchFamily="34" charset="0"/>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lstStyle>
            <a:lvl1pPr marL="0" indent="0" algn="ctr">
              <a:buNone/>
              <a:defRPr baseline="0">
                <a:solidFill>
                  <a:schemeClr val="tx1">
                    <a:tint val="75000"/>
                  </a:schemeClr>
                </a:solidFill>
                <a:latin typeface="Arial" panose="020B0604020202020204" pitchFamily="34" charset="0"/>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B678740A-DB83-420D-BE41-3CF54A6B800B}"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D7C74716-3800-4523-86B2-B878F0C42495}"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anose="02040502050405020303" pitchFamily="18" charset="0"/>
                <a:ea typeface="华文行楷" panose="0201080004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b="1" i="0" baseline="0">
                <a:latin typeface="Times New Roman" panose="02020603050405020304" pitchFamily="18" charset="0"/>
                <a:ea typeface="华文楷体" panose="02010600040101010101" pitchFamily="2" charset="-122"/>
              </a:defRPr>
            </a:lvl1pPr>
            <a:lvl2pPr>
              <a:defRPr b="1" i="0" baseline="0">
                <a:latin typeface="Times New Roman" panose="02020603050405020304" pitchFamily="18" charset="0"/>
                <a:ea typeface="华文楷体" panose="02010600040101010101" pitchFamily="2" charset="-122"/>
              </a:defRPr>
            </a:lvl2pPr>
            <a:lvl3pPr>
              <a:defRPr b="1" i="0" baseline="0">
                <a:latin typeface="Times New Roman" panose="02020603050405020304" pitchFamily="18" charset="0"/>
                <a:ea typeface="华文楷体" panose="02010600040101010101" pitchFamily="2" charset="-122"/>
              </a:defRPr>
            </a:lvl3pPr>
            <a:lvl4pPr>
              <a:defRPr b="1" i="0" baseline="0">
                <a:latin typeface="Times New Roman" panose="02020603050405020304" pitchFamily="18" charset="0"/>
                <a:ea typeface="华文楷体" panose="02010600040101010101" pitchFamily="2" charset="-122"/>
              </a:defRPr>
            </a:lvl4pPr>
            <a:lvl5pPr>
              <a:defRPr b="1" i="0" baseline="0">
                <a:latin typeface="Times New Roman" panose="02020603050405020304" pitchFamily="18" charset="0"/>
                <a:ea typeface="华文楷体"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836FA201-B126-4A7B-8480-3AF9A44A8350}"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1C93D48C-E1B3-484C-859B-CFC490B7DD53}"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86E413A-D0FC-436F-AB94-DD59D9E721A7}"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C2DA5B01-1428-4C9D-84CE-71CFDA0D38D6}"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23938"/>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anose="02040502050405020303" pitchFamily="18" charset="0"/>
                <a:ea typeface="华文行楷" panose="0201080004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09600" y="1142984"/>
            <a:ext cx="5384800" cy="4983179"/>
          </a:xfrm>
        </p:spPr>
        <p:txBody>
          <a:bodyPr/>
          <a:lstStyle>
            <a:lvl1pPr>
              <a:defRPr sz="2800" b="1" i="0" baseline="0">
                <a:latin typeface="Times New Roman" panose="02020603050405020304" pitchFamily="18" charset="0"/>
                <a:ea typeface="华文楷体" panose="02010600040101010101" pitchFamily="2" charset="-122"/>
              </a:defRPr>
            </a:lvl1pPr>
            <a:lvl2pPr>
              <a:defRPr sz="2400" b="1" i="0" baseline="0">
                <a:latin typeface="Times New Roman" panose="02020603050405020304" pitchFamily="18" charset="0"/>
                <a:ea typeface="华文楷体" panose="02010600040101010101" pitchFamily="2" charset="-122"/>
              </a:defRPr>
            </a:lvl2pPr>
            <a:lvl3pPr>
              <a:defRPr sz="2000" b="1" i="0" baseline="0">
                <a:latin typeface="Times New Roman" panose="02020603050405020304" pitchFamily="18" charset="0"/>
                <a:ea typeface="华文楷体" panose="02010600040101010101" pitchFamily="2" charset="-122"/>
              </a:defRPr>
            </a:lvl3pPr>
            <a:lvl4pPr>
              <a:defRPr sz="1800" b="1" i="0" baseline="0">
                <a:latin typeface="Times New Roman" panose="02020603050405020304" pitchFamily="18" charset="0"/>
                <a:ea typeface="华文楷体" panose="02010600040101010101" pitchFamily="2" charset="-122"/>
              </a:defRPr>
            </a:lvl4pPr>
            <a:lvl5pPr>
              <a:defRPr sz="1800" b="1" i="0" baseline="0">
                <a:latin typeface="Times New Roman" panose="02020603050405020304" pitchFamily="18" charset="0"/>
                <a:ea typeface="华文楷体"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97600" y="1142984"/>
            <a:ext cx="5384800" cy="4983179"/>
          </a:xfrm>
        </p:spPr>
        <p:txBody>
          <a:bodyPr/>
          <a:lstStyle>
            <a:lvl1pPr>
              <a:defRPr sz="2800" b="1" i="0" baseline="0">
                <a:latin typeface="Times New Roman" panose="02020603050405020304" pitchFamily="18" charset="0"/>
                <a:ea typeface="华文楷体" panose="02010600040101010101" pitchFamily="2" charset="-122"/>
              </a:defRPr>
            </a:lvl1pPr>
            <a:lvl2pPr>
              <a:defRPr sz="2400" b="1" i="0" baseline="0">
                <a:latin typeface="Times New Roman" panose="02020603050405020304" pitchFamily="18" charset="0"/>
                <a:ea typeface="华文楷体" panose="02010600040101010101" pitchFamily="2" charset="-122"/>
              </a:defRPr>
            </a:lvl2pPr>
            <a:lvl3pPr>
              <a:defRPr sz="2000" b="1" i="0" baseline="0">
                <a:latin typeface="Times New Roman" panose="02020603050405020304" pitchFamily="18" charset="0"/>
                <a:ea typeface="华文楷体" panose="02010600040101010101" pitchFamily="2" charset="-122"/>
              </a:defRPr>
            </a:lvl3pPr>
            <a:lvl4pPr>
              <a:defRPr sz="1800" b="1" i="0" baseline="0">
                <a:latin typeface="Times New Roman" panose="02020603050405020304" pitchFamily="18" charset="0"/>
                <a:ea typeface="华文楷体" panose="02010600040101010101" pitchFamily="2" charset="-122"/>
              </a:defRPr>
            </a:lvl4pPr>
            <a:lvl5pPr>
              <a:defRPr sz="1800" b="1" i="0" baseline="0">
                <a:latin typeface="Times New Roman" panose="02020603050405020304" pitchFamily="18" charset="0"/>
                <a:ea typeface="华文楷体"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4"/>
          <p:cNvSpPr>
            <a:spLocks noGrp="1"/>
          </p:cNvSpPr>
          <p:nvPr>
            <p:ph type="dt" sz="half" idx="10"/>
          </p:nvPr>
        </p:nvSpPr>
        <p:spPr/>
        <p:txBody>
          <a:bodyPr/>
          <a:lstStyle>
            <a:lvl1pPr>
              <a:defRPr/>
            </a:lvl1pPr>
          </a:lstStyle>
          <a:p>
            <a:pPr>
              <a:defRPr/>
            </a:pPr>
            <a:fld id="{EA2C74D9-28A4-48EB-A37F-ECAA20A29F77}" type="datetime1">
              <a:rPr lang="zh-CN" altLang="en-US"/>
            </a:fld>
            <a:endParaRPr lang="zh-CN" altLang="en-US"/>
          </a:p>
        </p:txBody>
      </p:sp>
      <p:sp>
        <p:nvSpPr>
          <p:cNvPr id="8" name="页脚占位符 5"/>
          <p:cNvSpPr>
            <a:spLocks noGrp="1"/>
          </p:cNvSpPr>
          <p:nvPr>
            <p:ph type="ftr" sz="quarter" idx="11"/>
          </p:nvPr>
        </p:nvSpPr>
        <p:spPr/>
        <p:txBody>
          <a:bodyPr/>
          <a:lstStyle>
            <a:lvl1pPr>
              <a:defRPr/>
            </a:lvl1pPr>
          </a:lstStyle>
          <a:p>
            <a:pPr>
              <a:defRPr/>
            </a:pPr>
            <a:endParaRPr lang="zh-CN" altLang="en-US"/>
          </a:p>
        </p:txBody>
      </p:sp>
      <p:sp>
        <p:nvSpPr>
          <p:cNvPr id="9" name="灯片编号占位符 6"/>
          <p:cNvSpPr>
            <a:spLocks noGrp="1"/>
          </p:cNvSpPr>
          <p:nvPr>
            <p:ph type="sldNum" sz="quarter" idx="12"/>
          </p:nvPr>
        </p:nvSpPr>
        <p:spPr/>
        <p:txBody>
          <a:bodyPr/>
          <a:lstStyle>
            <a:lvl1pPr>
              <a:defRPr/>
            </a:lvl1pPr>
          </a:lstStyle>
          <a:p>
            <a:fld id="{704A95EC-A6F9-496F-AB53-154B240B8E41}"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142984"/>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09600" y="1785926"/>
            <a:ext cx="5386917"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93367" y="1142984"/>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93367" y="1785926"/>
            <a:ext cx="5389033"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6"/>
          <p:cNvSpPr>
            <a:spLocks noGrp="1"/>
          </p:cNvSpPr>
          <p:nvPr>
            <p:ph type="dt" sz="half" idx="10"/>
          </p:nvPr>
        </p:nvSpPr>
        <p:spPr/>
        <p:txBody>
          <a:bodyPr/>
          <a:lstStyle>
            <a:lvl1pPr>
              <a:defRPr/>
            </a:lvl1pPr>
          </a:lstStyle>
          <a:p>
            <a:pPr>
              <a:defRPr/>
            </a:pPr>
            <a:fld id="{75E274D3-2958-499F-A4AB-C2B91D4003FE}" type="datetime1">
              <a:rPr lang="zh-CN" altLang="en-US"/>
            </a:fld>
            <a:endParaRPr lang="zh-CN" altLang="en-US"/>
          </a:p>
        </p:txBody>
      </p:sp>
      <p:sp>
        <p:nvSpPr>
          <p:cNvPr id="10" name="页脚占位符 7"/>
          <p:cNvSpPr>
            <a:spLocks noGrp="1"/>
          </p:cNvSpPr>
          <p:nvPr>
            <p:ph type="ftr" sz="quarter" idx="11"/>
          </p:nvPr>
        </p:nvSpPr>
        <p:spPr/>
        <p:txBody>
          <a:bodyPr/>
          <a:lstStyle>
            <a:lvl1pPr>
              <a:defRPr/>
            </a:lvl1pPr>
          </a:lstStyle>
          <a:p>
            <a:pPr>
              <a:defRPr/>
            </a:pPr>
            <a:endParaRPr lang="zh-CN" altLang="en-US"/>
          </a:p>
        </p:txBody>
      </p:sp>
      <p:sp>
        <p:nvSpPr>
          <p:cNvPr id="11" name="灯片编号占位符 8"/>
          <p:cNvSpPr>
            <a:spLocks noGrp="1"/>
          </p:cNvSpPr>
          <p:nvPr>
            <p:ph type="sldNum" sz="quarter" idx="12"/>
          </p:nvPr>
        </p:nvSpPr>
        <p:spPr/>
        <p:txBody>
          <a:bodyPr/>
          <a:lstStyle>
            <a:lvl1pPr>
              <a:defRPr/>
            </a:lvl1pPr>
          </a:lstStyle>
          <a:p>
            <a:fld id="{71BB9303-FFFB-48EF-9A53-871DA720B2C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日期占位符 2"/>
          <p:cNvSpPr>
            <a:spLocks noGrp="1"/>
          </p:cNvSpPr>
          <p:nvPr>
            <p:ph type="dt" sz="half" idx="10"/>
          </p:nvPr>
        </p:nvSpPr>
        <p:spPr/>
        <p:txBody>
          <a:bodyPr/>
          <a:lstStyle>
            <a:lvl1pPr>
              <a:defRPr/>
            </a:lvl1pPr>
          </a:lstStyle>
          <a:p>
            <a:pPr>
              <a:defRPr/>
            </a:pPr>
            <a:fld id="{FBA7078A-00B8-4CAA-BCDB-1E0BC0296479}" type="datetime1">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a:lvl1pPr>
          </a:lstStyle>
          <a:p>
            <a:fld id="{A44C0A27-F063-45A4-BFF0-B0A65DA3FFC3}"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B9C36EA-092E-4399-8E7D-3C6520068C27}" type="datetime1">
              <a:rPr lang="zh-CN" altLang="en-US"/>
            </a:fld>
            <a:endParaRPr lang="zh-CN" altLang="en-US" dirty="0"/>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43675A2F-E655-453F-86D1-95856707754F}"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2120F865-CCEC-468A-830F-7DEFD5917920}"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ED4ED381-002D-4D17-B8F1-023F01374ABA}"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172F774F-B800-48F6-8E60-55CFC8D2C9B3}"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9D036BD5-C772-4A7C-9DA0-01A79F4CD24C}"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14422"/>
            <a:ext cx="10972800" cy="491174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3"/>
          <p:cNvSpPr>
            <a:spLocks noGrp="1"/>
          </p:cNvSpPr>
          <p:nvPr>
            <p:ph type="dt" sz="half" idx="10"/>
          </p:nvPr>
        </p:nvSpPr>
        <p:spPr/>
        <p:txBody>
          <a:bodyPr/>
          <a:lstStyle>
            <a:lvl1pPr>
              <a:defRPr/>
            </a:lvl1pPr>
          </a:lstStyle>
          <a:p>
            <a:pPr>
              <a:defRPr/>
            </a:pPr>
            <a:fld id="{8B5941F7-A8E6-404E-849F-D628FCD12136}"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2F19BCD2-B18E-46A8-AEC3-1273B39FA08C}"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8"/>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2D493DA-BA6A-49A9-BF79-6F1D9E0B17F4}"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8D4CDB82-444F-4B69-B313-D92E7CFB5AE8}"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2867" y="1993900"/>
            <a:ext cx="1038225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2867" y="3429000"/>
            <a:ext cx="1038225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914400" y="2130425"/>
            <a:ext cx="10363200" cy="1470025"/>
          </a:xfrm>
        </p:spPr>
        <p:txBody>
          <a:bodyPr/>
          <a:lstStyle>
            <a:lvl1pPr>
              <a:defRPr b="1" i="0" baseline="0">
                <a:latin typeface="Arial Black" panose="020B0A04020102020204" pitchFamily="34" charset="0"/>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lstStyle>
            <a:lvl1pPr marL="0" indent="0" algn="ctr">
              <a:buNone/>
              <a:defRPr baseline="0">
                <a:solidFill>
                  <a:schemeClr val="tx1">
                    <a:tint val="75000"/>
                  </a:schemeClr>
                </a:solidFill>
                <a:latin typeface="Arial" panose="020B0604020202020204" pitchFamily="34" charset="0"/>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28AB3E30-931D-43BB-A6CC-90940250C7B0}"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C8B5041A-158C-42EA-A707-B0D06D73BD4F}" type="slidenum">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anose="02040502050405020303" pitchFamily="18" charset="0"/>
                <a:ea typeface="华文行楷" panose="0201080004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b="1" i="0" baseline="0">
                <a:latin typeface="Times New Roman" panose="02020603050405020304" pitchFamily="18" charset="0"/>
                <a:ea typeface="华文楷体" panose="02010600040101010101" pitchFamily="2" charset="-122"/>
              </a:defRPr>
            </a:lvl1pPr>
            <a:lvl2pPr>
              <a:defRPr b="1" i="0" baseline="0">
                <a:latin typeface="Times New Roman" panose="02020603050405020304" pitchFamily="18" charset="0"/>
                <a:ea typeface="华文楷体" panose="02010600040101010101" pitchFamily="2" charset="-122"/>
              </a:defRPr>
            </a:lvl2pPr>
            <a:lvl3pPr>
              <a:defRPr b="1" i="0" baseline="0">
                <a:latin typeface="Times New Roman" panose="02020603050405020304" pitchFamily="18" charset="0"/>
                <a:ea typeface="华文楷体" panose="02010600040101010101" pitchFamily="2" charset="-122"/>
              </a:defRPr>
            </a:lvl3pPr>
            <a:lvl4pPr>
              <a:defRPr b="1" i="0" baseline="0">
                <a:latin typeface="Times New Roman" panose="02020603050405020304" pitchFamily="18" charset="0"/>
                <a:ea typeface="华文楷体" panose="02010600040101010101" pitchFamily="2" charset="-122"/>
              </a:defRPr>
            </a:lvl4pPr>
            <a:lvl5pPr>
              <a:defRPr b="1" i="0" baseline="0">
                <a:latin typeface="Times New Roman" panose="02020603050405020304" pitchFamily="18" charset="0"/>
                <a:ea typeface="华文楷体"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A8AA586E-80DF-4193-B246-B3F0F94DC7B2}"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AE9F989A-F7CB-4A22-BFDB-697BE0184409}" type="slidenum">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B07C0DA3-0CDC-4FCC-8B0A-B8C8B1E39FFE}"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31C927CF-39EE-457D-9623-8F666B7DA47A}"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23938"/>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anose="02040502050405020303" pitchFamily="18" charset="0"/>
                <a:ea typeface="华文行楷" panose="0201080004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09600" y="1142984"/>
            <a:ext cx="5384800" cy="4983179"/>
          </a:xfrm>
        </p:spPr>
        <p:txBody>
          <a:bodyPr/>
          <a:lstStyle>
            <a:lvl1pPr>
              <a:defRPr sz="2800" b="1" i="0" baseline="0">
                <a:latin typeface="Times New Roman" panose="02020603050405020304" pitchFamily="18" charset="0"/>
                <a:ea typeface="华文楷体" panose="02010600040101010101" pitchFamily="2" charset="-122"/>
              </a:defRPr>
            </a:lvl1pPr>
            <a:lvl2pPr>
              <a:defRPr sz="2400" b="1" i="0" baseline="0">
                <a:latin typeface="Times New Roman" panose="02020603050405020304" pitchFamily="18" charset="0"/>
                <a:ea typeface="华文楷体" panose="02010600040101010101" pitchFamily="2" charset="-122"/>
              </a:defRPr>
            </a:lvl2pPr>
            <a:lvl3pPr>
              <a:defRPr sz="2000" b="1" i="0" baseline="0">
                <a:latin typeface="Times New Roman" panose="02020603050405020304" pitchFamily="18" charset="0"/>
                <a:ea typeface="华文楷体" panose="02010600040101010101" pitchFamily="2" charset="-122"/>
              </a:defRPr>
            </a:lvl3pPr>
            <a:lvl4pPr>
              <a:defRPr sz="1800" b="1" i="0" baseline="0">
                <a:latin typeface="Times New Roman" panose="02020603050405020304" pitchFamily="18" charset="0"/>
                <a:ea typeface="华文楷体" panose="02010600040101010101" pitchFamily="2" charset="-122"/>
              </a:defRPr>
            </a:lvl4pPr>
            <a:lvl5pPr>
              <a:defRPr sz="1800" b="1" i="0" baseline="0">
                <a:latin typeface="Times New Roman" panose="02020603050405020304" pitchFamily="18" charset="0"/>
                <a:ea typeface="华文楷体"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97600" y="1142984"/>
            <a:ext cx="5384800" cy="4983179"/>
          </a:xfrm>
        </p:spPr>
        <p:txBody>
          <a:bodyPr/>
          <a:lstStyle>
            <a:lvl1pPr>
              <a:defRPr sz="2800" b="1" i="0" baseline="0">
                <a:latin typeface="Times New Roman" panose="02020603050405020304" pitchFamily="18" charset="0"/>
                <a:ea typeface="华文楷体" panose="02010600040101010101" pitchFamily="2" charset="-122"/>
              </a:defRPr>
            </a:lvl1pPr>
            <a:lvl2pPr>
              <a:defRPr sz="2400" b="1" i="0" baseline="0">
                <a:latin typeface="Times New Roman" panose="02020603050405020304" pitchFamily="18" charset="0"/>
                <a:ea typeface="华文楷体" panose="02010600040101010101" pitchFamily="2" charset="-122"/>
              </a:defRPr>
            </a:lvl2pPr>
            <a:lvl3pPr>
              <a:defRPr sz="2000" b="1" i="0" baseline="0">
                <a:latin typeface="Times New Roman" panose="02020603050405020304" pitchFamily="18" charset="0"/>
                <a:ea typeface="华文楷体" panose="02010600040101010101" pitchFamily="2" charset="-122"/>
              </a:defRPr>
            </a:lvl3pPr>
            <a:lvl4pPr>
              <a:defRPr sz="1800" b="1" i="0" baseline="0">
                <a:latin typeface="Times New Roman" panose="02020603050405020304" pitchFamily="18" charset="0"/>
                <a:ea typeface="华文楷体" panose="02010600040101010101" pitchFamily="2" charset="-122"/>
              </a:defRPr>
            </a:lvl4pPr>
            <a:lvl5pPr>
              <a:defRPr sz="1800" b="1" i="0" baseline="0">
                <a:latin typeface="Times New Roman" panose="02020603050405020304" pitchFamily="18" charset="0"/>
                <a:ea typeface="华文楷体"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4"/>
          <p:cNvSpPr>
            <a:spLocks noGrp="1"/>
          </p:cNvSpPr>
          <p:nvPr>
            <p:ph type="dt" sz="half" idx="10"/>
          </p:nvPr>
        </p:nvSpPr>
        <p:spPr/>
        <p:txBody>
          <a:bodyPr/>
          <a:lstStyle>
            <a:lvl1pPr>
              <a:defRPr/>
            </a:lvl1pPr>
          </a:lstStyle>
          <a:p>
            <a:pPr>
              <a:defRPr/>
            </a:pPr>
            <a:fld id="{D67AF281-B9E5-4C16-9600-326A167765D8}" type="datetime1">
              <a:rPr lang="zh-CN" altLang="en-US"/>
            </a:fld>
            <a:endParaRPr lang="zh-CN" altLang="en-US"/>
          </a:p>
        </p:txBody>
      </p:sp>
      <p:sp>
        <p:nvSpPr>
          <p:cNvPr id="8" name="页脚占位符 5"/>
          <p:cNvSpPr>
            <a:spLocks noGrp="1"/>
          </p:cNvSpPr>
          <p:nvPr>
            <p:ph type="ftr" sz="quarter" idx="11"/>
          </p:nvPr>
        </p:nvSpPr>
        <p:spPr/>
        <p:txBody>
          <a:bodyPr/>
          <a:lstStyle>
            <a:lvl1pPr>
              <a:defRPr/>
            </a:lvl1pPr>
          </a:lstStyle>
          <a:p>
            <a:pPr>
              <a:defRPr/>
            </a:pPr>
            <a:endParaRPr lang="zh-CN" altLang="en-US"/>
          </a:p>
        </p:txBody>
      </p:sp>
      <p:sp>
        <p:nvSpPr>
          <p:cNvPr id="9" name="灯片编号占位符 6"/>
          <p:cNvSpPr>
            <a:spLocks noGrp="1"/>
          </p:cNvSpPr>
          <p:nvPr>
            <p:ph type="sldNum" sz="quarter" idx="12"/>
          </p:nvPr>
        </p:nvSpPr>
        <p:spPr/>
        <p:txBody>
          <a:bodyPr/>
          <a:lstStyle>
            <a:lvl1pPr>
              <a:defRPr/>
            </a:lvl1pPr>
          </a:lstStyle>
          <a:p>
            <a:fld id="{2B322268-6BD6-431A-A661-4E04304DFFBF}"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142984"/>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09600" y="1785926"/>
            <a:ext cx="5386917"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93367" y="1142984"/>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93367" y="1785926"/>
            <a:ext cx="5389033"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6"/>
          <p:cNvSpPr>
            <a:spLocks noGrp="1"/>
          </p:cNvSpPr>
          <p:nvPr>
            <p:ph type="dt" sz="half" idx="10"/>
          </p:nvPr>
        </p:nvSpPr>
        <p:spPr/>
        <p:txBody>
          <a:bodyPr/>
          <a:lstStyle>
            <a:lvl1pPr>
              <a:defRPr/>
            </a:lvl1pPr>
          </a:lstStyle>
          <a:p>
            <a:pPr>
              <a:defRPr/>
            </a:pPr>
            <a:fld id="{68979132-AC65-4B4B-9D63-A86B1A7E685E}" type="datetime1">
              <a:rPr lang="zh-CN" altLang="en-US"/>
            </a:fld>
            <a:endParaRPr lang="zh-CN" altLang="en-US"/>
          </a:p>
        </p:txBody>
      </p:sp>
      <p:sp>
        <p:nvSpPr>
          <p:cNvPr id="10" name="页脚占位符 7"/>
          <p:cNvSpPr>
            <a:spLocks noGrp="1"/>
          </p:cNvSpPr>
          <p:nvPr>
            <p:ph type="ftr" sz="quarter" idx="11"/>
          </p:nvPr>
        </p:nvSpPr>
        <p:spPr/>
        <p:txBody>
          <a:bodyPr/>
          <a:lstStyle>
            <a:lvl1pPr>
              <a:defRPr/>
            </a:lvl1pPr>
          </a:lstStyle>
          <a:p>
            <a:pPr>
              <a:defRPr/>
            </a:pPr>
            <a:endParaRPr lang="zh-CN" altLang="en-US"/>
          </a:p>
        </p:txBody>
      </p:sp>
      <p:sp>
        <p:nvSpPr>
          <p:cNvPr id="11" name="灯片编号占位符 8"/>
          <p:cNvSpPr>
            <a:spLocks noGrp="1"/>
          </p:cNvSpPr>
          <p:nvPr>
            <p:ph type="sldNum" sz="quarter" idx="12"/>
          </p:nvPr>
        </p:nvSpPr>
        <p:spPr/>
        <p:txBody>
          <a:bodyPr/>
          <a:lstStyle>
            <a:lvl1pPr>
              <a:defRPr/>
            </a:lvl1pPr>
          </a:lstStyle>
          <a:p>
            <a:fld id="{A7363D12-DFF4-4695-8CD4-EF5E570A7311}"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日期占位符 2"/>
          <p:cNvSpPr>
            <a:spLocks noGrp="1"/>
          </p:cNvSpPr>
          <p:nvPr>
            <p:ph type="dt" sz="half" idx="10"/>
          </p:nvPr>
        </p:nvSpPr>
        <p:spPr/>
        <p:txBody>
          <a:bodyPr/>
          <a:lstStyle>
            <a:lvl1pPr>
              <a:defRPr/>
            </a:lvl1pPr>
          </a:lstStyle>
          <a:p>
            <a:pPr>
              <a:defRPr/>
            </a:pPr>
            <a:fld id="{19FD2EAD-239B-4952-80F9-BBA0FA460052}" type="datetime1">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a:lvl1pPr>
          </a:lstStyle>
          <a:p>
            <a:fld id="{6A7F6393-69C8-49F1-9DA9-A55E66B524DB}"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A176CA09-CC40-4060-86C5-D92F8EACA6D3}" type="datetime1">
              <a:rPr lang="zh-CN" altLang="en-US"/>
            </a:fld>
            <a:endParaRPr lang="zh-CN" altLang="en-US" dirty="0"/>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5E5BDE15-7318-4D10-9457-6E6A5287C02A}"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5DF71B12-7058-438C-87DB-5B42943033F8}"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541D4EDD-592A-48E8-80C1-637715FBC643}" type="slidenum">
              <a:rPr lang="zh-CN" altLang="en-US"/>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85FC6459-0A65-43FC-B441-CC3CF0A20F21}"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A3EE3225-FAD9-4CBD-97A6-67BA5359F111}"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14422"/>
            <a:ext cx="10972800" cy="491174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3"/>
          <p:cNvSpPr>
            <a:spLocks noGrp="1"/>
          </p:cNvSpPr>
          <p:nvPr>
            <p:ph type="dt" sz="half" idx="10"/>
          </p:nvPr>
        </p:nvSpPr>
        <p:spPr/>
        <p:txBody>
          <a:bodyPr/>
          <a:lstStyle>
            <a:lvl1pPr>
              <a:defRPr/>
            </a:lvl1pPr>
          </a:lstStyle>
          <a:p>
            <a:pPr>
              <a:defRPr/>
            </a:pPr>
            <a:fld id="{04FD046E-7DDC-4D22-8F8A-F0F5E848F953}"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6C048763-1003-4B1A-ABBB-CC5B1193B5E7}" type="slidenum">
              <a:rPr lang="zh-CN" altLang="en-US"/>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8"/>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D287BEE-391F-4349-8058-1CD2530929BE}"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CB71AED9-CC6D-4D0A-8A4D-546673C1CA2F}"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标题占位符 1"/>
          <p:cNvSpPr>
            <a:spLocks noGrp="1"/>
          </p:cNvSpPr>
          <p:nvPr>
            <p:ph type="title"/>
          </p:nvPr>
        </p:nvSpPr>
        <p:spPr bwMode="auto">
          <a:xfrm>
            <a:off x="609600" y="274638"/>
            <a:ext cx="109728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8675" name="文本占位符 2"/>
          <p:cNvSpPr>
            <a:spLocks noGrp="1"/>
          </p:cNvSpPr>
          <p:nvPr>
            <p:ph type="body" idx="1"/>
          </p:nvPr>
        </p:nvSpPr>
        <p:spPr bwMode="auto">
          <a:xfrm>
            <a:off x="609600" y="1285875"/>
            <a:ext cx="109728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CD16CD5-1A11-4953-A038-5E7ED2FD8AB8}" type="datetime1">
              <a:rPr lang="zh-CN" altLang="en-US"/>
            </a:fld>
            <a:endParaRPr lang="zh-CN" altLang="en-US" dirty="0"/>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charset="0"/>
              </a:defRPr>
            </a:lvl1pPr>
          </a:lstStyle>
          <a:p>
            <a:fld id="{DA3EB07D-900B-4A21-BBD2-D9DCAA2D37AA}"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标题占位符 1"/>
          <p:cNvSpPr>
            <a:spLocks noGrp="1"/>
          </p:cNvSpPr>
          <p:nvPr>
            <p:ph type="title"/>
          </p:nvPr>
        </p:nvSpPr>
        <p:spPr bwMode="auto">
          <a:xfrm>
            <a:off x="609600" y="274638"/>
            <a:ext cx="109728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4579" name="文本占位符 2"/>
          <p:cNvSpPr>
            <a:spLocks noGrp="1"/>
          </p:cNvSpPr>
          <p:nvPr>
            <p:ph type="body" idx="1"/>
          </p:nvPr>
        </p:nvSpPr>
        <p:spPr bwMode="auto">
          <a:xfrm>
            <a:off x="609600" y="1285875"/>
            <a:ext cx="109728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6AD7236-D6F9-4D39-BFD7-0DC7BA14FB34}" type="datetime1">
              <a:rPr lang="zh-CN" altLang="en-US"/>
            </a:fld>
            <a:endParaRPr lang="zh-CN" altLang="en-US" dirty="0"/>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charset="0"/>
              </a:defRPr>
            </a:lvl1pPr>
          </a:lstStyle>
          <a:p>
            <a:fld id="{0C30F1DD-5B7E-4FE0-ABE2-6D9AB18D5EA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oleObject" Target="../embeddings/oleObject2.bin"/><Relationship Id="rId2" Type="http://schemas.openxmlformats.org/officeDocument/2006/relationships/image" Target="../media/image4.png"/><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10.wmf"/><Relationship Id="rId7" Type="http://schemas.openxmlformats.org/officeDocument/2006/relationships/oleObject" Target="../embeddings/oleObject6.bin"/><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image" Target="../media/image7.wmf"/><Relationship Id="rId18" Type="http://schemas.openxmlformats.org/officeDocument/2006/relationships/vmlDrawing" Target="../drawings/vmlDrawing2.vml"/><Relationship Id="rId17" Type="http://schemas.openxmlformats.org/officeDocument/2006/relationships/slideLayout" Target="../slideLayouts/slideLayout2.xml"/><Relationship Id="rId16" Type="http://schemas.openxmlformats.org/officeDocument/2006/relationships/image" Target="../media/image14.wmf"/><Relationship Id="rId15" Type="http://schemas.openxmlformats.org/officeDocument/2006/relationships/oleObject" Target="../embeddings/oleObject10.bin"/><Relationship Id="rId14" Type="http://schemas.openxmlformats.org/officeDocument/2006/relationships/image" Target="../media/image13.wmf"/><Relationship Id="rId13" Type="http://schemas.openxmlformats.org/officeDocument/2006/relationships/oleObject" Target="../embeddings/oleObject9.bin"/><Relationship Id="rId12" Type="http://schemas.openxmlformats.org/officeDocument/2006/relationships/image" Target="../media/image12.wmf"/><Relationship Id="rId11" Type="http://schemas.openxmlformats.org/officeDocument/2006/relationships/oleObject" Target="../embeddings/oleObject8.bin"/><Relationship Id="rId10" Type="http://schemas.openxmlformats.org/officeDocument/2006/relationships/image" Target="../media/image11.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oleObject" Target="../embeddings/oleObject15.bin"/><Relationship Id="rId7" Type="http://schemas.openxmlformats.org/officeDocument/2006/relationships/oleObject" Target="../embeddings/oleObject14.bin"/><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16.wmf"/><Relationship Id="rId34" Type="http://schemas.openxmlformats.org/officeDocument/2006/relationships/vmlDrawing" Target="../drawings/vmlDrawing3.vml"/><Relationship Id="rId33" Type="http://schemas.openxmlformats.org/officeDocument/2006/relationships/slideLayout" Target="../slideLayouts/slideLayout2.xml"/><Relationship Id="rId32" Type="http://schemas.openxmlformats.org/officeDocument/2006/relationships/image" Target="../media/image27.wmf"/><Relationship Id="rId31" Type="http://schemas.openxmlformats.org/officeDocument/2006/relationships/oleObject" Target="../embeddings/oleObject29.bin"/><Relationship Id="rId30" Type="http://schemas.openxmlformats.org/officeDocument/2006/relationships/image" Target="../media/image26.wmf"/><Relationship Id="rId3" Type="http://schemas.openxmlformats.org/officeDocument/2006/relationships/oleObject" Target="../embeddings/oleObject12.bin"/><Relationship Id="rId29" Type="http://schemas.openxmlformats.org/officeDocument/2006/relationships/oleObject" Target="../embeddings/oleObject28.bin"/><Relationship Id="rId28" Type="http://schemas.openxmlformats.org/officeDocument/2006/relationships/oleObject" Target="../embeddings/oleObject27.bin"/><Relationship Id="rId27" Type="http://schemas.openxmlformats.org/officeDocument/2006/relationships/oleObject" Target="../embeddings/oleObject26.bin"/><Relationship Id="rId26" Type="http://schemas.openxmlformats.org/officeDocument/2006/relationships/oleObject" Target="../embeddings/oleObject25.bin"/><Relationship Id="rId25" Type="http://schemas.openxmlformats.org/officeDocument/2006/relationships/oleObject" Target="../embeddings/oleObject24.bin"/><Relationship Id="rId24" Type="http://schemas.openxmlformats.org/officeDocument/2006/relationships/image" Target="../media/image25.wmf"/><Relationship Id="rId23" Type="http://schemas.openxmlformats.org/officeDocument/2006/relationships/oleObject" Target="../embeddings/oleObject23.bin"/><Relationship Id="rId22" Type="http://schemas.openxmlformats.org/officeDocument/2006/relationships/image" Target="../media/image24.wmf"/><Relationship Id="rId21" Type="http://schemas.openxmlformats.org/officeDocument/2006/relationships/oleObject" Target="../embeddings/oleObject22.bin"/><Relationship Id="rId20" Type="http://schemas.openxmlformats.org/officeDocument/2006/relationships/image" Target="../media/image23.wmf"/><Relationship Id="rId2" Type="http://schemas.openxmlformats.org/officeDocument/2006/relationships/image" Target="../media/image15.wmf"/><Relationship Id="rId19" Type="http://schemas.openxmlformats.org/officeDocument/2006/relationships/oleObject" Target="../embeddings/oleObject21.bin"/><Relationship Id="rId18" Type="http://schemas.openxmlformats.org/officeDocument/2006/relationships/image" Target="../media/image22.wmf"/><Relationship Id="rId17" Type="http://schemas.openxmlformats.org/officeDocument/2006/relationships/oleObject" Target="../embeddings/oleObject20.bin"/><Relationship Id="rId16" Type="http://schemas.openxmlformats.org/officeDocument/2006/relationships/oleObject" Target="../embeddings/oleObject19.bin"/><Relationship Id="rId15" Type="http://schemas.openxmlformats.org/officeDocument/2006/relationships/image" Target="../media/image21.wmf"/><Relationship Id="rId14" Type="http://schemas.openxmlformats.org/officeDocument/2006/relationships/oleObject" Target="../embeddings/oleObject18.bin"/><Relationship Id="rId13" Type="http://schemas.openxmlformats.org/officeDocument/2006/relationships/image" Target="../media/image20.wmf"/><Relationship Id="rId12" Type="http://schemas.openxmlformats.org/officeDocument/2006/relationships/oleObject" Target="../embeddings/oleObject17.bin"/><Relationship Id="rId11" Type="http://schemas.openxmlformats.org/officeDocument/2006/relationships/image" Target="../media/image19.wmf"/><Relationship Id="rId10" Type="http://schemas.openxmlformats.org/officeDocument/2006/relationships/oleObject" Target="../embeddings/oleObject16.bin"/><Relationship Id="rId1"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1.wmf"/><Relationship Id="rId7" Type="http://schemas.openxmlformats.org/officeDocument/2006/relationships/oleObject" Target="../embeddings/oleObject33.bin"/><Relationship Id="rId6" Type="http://schemas.openxmlformats.org/officeDocument/2006/relationships/image" Target="../media/image30.wmf"/><Relationship Id="rId5" Type="http://schemas.openxmlformats.org/officeDocument/2006/relationships/oleObject" Target="../embeddings/oleObject32.bin"/><Relationship Id="rId4" Type="http://schemas.openxmlformats.org/officeDocument/2006/relationships/image" Target="../media/image29.wmf"/><Relationship Id="rId3" Type="http://schemas.openxmlformats.org/officeDocument/2006/relationships/oleObject" Target="../embeddings/oleObject31.bin"/><Relationship Id="rId2" Type="http://schemas.openxmlformats.org/officeDocument/2006/relationships/image" Target="../media/image28.wmf"/><Relationship Id="rId10" Type="http://schemas.openxmlformats.org/officeDocument/2006/relationships/vmlDrawing" Target="../drawings/vmlDrawing4.vml"/><Relationship Id="rId1" Type="http://schemas.openxmlformats.org/officeDocument/2006/relationships/oleObject" Target="../embeddings/oleObject30.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9.xml.rels><?xml version="1.0" encoding="UTF-8" standalone="yes"?>
<Relationships xmlns="http://schemas.openxmlformats.org/package/2006/relationships"><Relationship Id="rId9" Type="http://schemas.openxmlformats.org/officeDocument/2006/relationships/image" Target="../media/image35.wmf"/><Relationship Id="rId8" Type="http://schemas.openxmlformats.org/officeDocument/2006/relationships/oleObject" Target="../embeddings/oleObject39.bin"/><Relationship Id="rId7" Type="http://schemas.openxmlformats.org/officeDocument/2006/relationships/oleObject" Target="../embeddings/oleObject38.bin"/><Relationship Id="rId6" Type="http://schemas.openxmlformats.org/officeDocument/2006/relationships/oleObject" Target="../embeddings/oleObject37.bin"/><Relationship Id="rId5" Type="http://schemas.openxmlformats.org/officeDocument/2006/relationships/oleObject" Target="../embeddings/oleObject36.bin"/><Relationship Id="rId4" Type="http://schemas.openxmlformats.org/officeDocument/2006/relationships/image" Target="../media/image34.wmf"/><Relationship Id="rId3" Type="http://schemas.openxmlformats.org/officeDocument/2006/relationships/oleObject" Target="../embeddings/oleObject35.bin"/><Relationship Id="rId2" Type="http://schemas.openxmlformats.org/officeDocument/2006/relationships/image" Target="../media/image33.wmf"/><Relationship Id="rId17" Type="http://schemas.openxmlformats.org/officeDocument/2006/relationships/vmlDrawing" Target="../drawings/vmlDrawing5.vml"/><Relationship Id="rId16" Type="http://schemas.openxmlformats.org/officeDocument/2006/relationships/slideLayout" Target="../slideLayouts/slideLayout2.xml"/><Relationship Id="rId15" Type="http://schemas.openxmlformats.org/officeDocument/2006/relationships/image" Target="../media/image38.wmf"/><Relationship Id="rId14" Type="http://schemas.openxmlformats.org/officeDocument/2006/relationships/oleObject" Target="../embeddings/oleObject42.bin"/><Relationship Id="rId13" Type="http://schemas.openxmlformats.org/officeDocument/2006/relationships/image" Target="../media/image37.wmf"/><Relationship Id="rId12" Type="http://schemas.openxmlformats.org/officeDocument/2006/relationships/oleObject" Target="../embeddings/oleObject41.bin"/><Relationship Id="rId11" Type="http://schemas.openxmlformats.org/officeDocument/2006/relationships/image" Target="../media/image36.wmf"/><Relationship Id="rId10" Type="http://schemas.openxmlformats.org/officeDocument/2006/relationships/oleObject" Target="../embeddings/oleObject40.bin"/><Relationship Id="rId1" Type="http://schemas.openxmlformats.org/officeDocument/2006/relationships/oleObject" Target="../embeddings/oleObject34.bin"/></Relationships>
</file>

<file path=ppt/slides/_rels/slide10.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3" Type="http://schemas.openxmlformats.org/officeDocument/2006/relationships/slideLayout" Target="../slideLayouts/slideLayout2.xml"/><Relationship Id="rId12" Type="http://schemas.openxmlformats.org/officeDocument/2006/relationships/image" Target="../media/image50.png"/><Relationship Id="rId11" Type="http://schemas.openxmlformats.org/officeDocument/2006/relationships/image" Target="../media/image49.png"/><Relationship Id="rId10" Type="http://schemas.openxmlformats.org/officeDocument/2006/relationships/image" Target="../media/image48.png"/><Relationship Id="rId1" Type="http://schemas.openxmlformats.org/officeDocument/2006/relationships/image" Target="../media/image39.png"/></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47.bin"/><Relationship Id="rId8" Type="http://schemas.openxmlformats.org/officeDocument/2006/relationships/image" Target="../media/image54.wmf"/><Relationship Id="rId7" Type="http://schemas.openxmlformats.org/officeDocument/2006/relationships/oleObject" Target="../embeddings/oleObject46.bin"/><Relationship Id="rId6" Type="http://schemas.openxmlformats.org/officeDocument/2006/relationships/image" Target="../media/image53.wmf"/><Relationship Id="rId5" Type="http://schemas.openxmlformats.org/officeDocument/2006/relationships/oleObject" Target="../embeddings/oleObject45.bin"/><Relationship Id="rId4" Type="http://schemas.openxmlformats.org/officeDocument/2006/relationships/image" Target="../media/image52.wmf"/><Relationship Id="rId3" Type="http://schemas.openxmlformats.org/officeDocument/2006/relationships/oleObject" Target="../embeddings/oleObject44.bin"/><Relationship Id="rId2" Type="http://schemas.openxmlformats.org/officeDocument/2006/relationships/image" Target="../media/image51.wmf"/><Relationship Id="rId19" Type="http://schemas.openxmlformats.org/officeDocument/2006/relationships/vmlDrawing" Target="../drawings/vmlDrawing6.vml"/><Relationship Id="rId18" Type="http://schemas.openxmlformats.org/officeDocument/2006/relationships/slideLayout" Target="../slideLayouts/slideLayout2.xml"/><Relationship Id="rId17" Type="http://schemas.openxmlformats.org/officeDocument/2006/relationships/oleObject" Target="../embeddings/oleObject51.bin"/><Relationship Id="rId16" Type="http://schemas.openxmlformats.org/officeDocument/2006/relationships/image" Target="../media/image58.wmf"/><Relationship Id="rId15" Type="http://schemas.openxmlformats.org/officeDocument/2006/relationships/oleObject" Target="../embeddings/oleObject50.bin"/><Relationship Id="rId14" Type="http://schemas.openxmlformats.org/officeDocument/2006/relationships/image" Target="../media/image57.wmf"/><Relationship Id="rId13" Type="http://schemas.openxmlformats.org/officeDocument/2006/relationships/oleObject" Target="../embeddings/oleObject49.bin"/><Relationship Id="rId12" Type="http://schemas.openxmlformats.org/officeDocument/2006/relationships/image" Target="../media/image56.wmf"/><Relationship Id="rId11" Type="http://schemas.openxmlformats.org/officeDocument/2006/relationships/oleObject" Target="../embeddings/oleObject48.bin"/><Relationship Id="rId10" Type="http://schemas.openxmlformats.org/officeDocument/2006/relationships/image" Target="../media/image55.wmf"/><Relationship Id="rId1" Type="http://schemas.openxmlformats.org/officeDocument/2006/relationships/oleObject" Target="../embeddings/oleObject43.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62.wmf"/><Relationship Id="rId7" Type="http://schemas.openxmlformats.org/officeDocument/2006/relationships/oleObject" Target="../embeddings/oleObject55.bin"/><Relationship Id="rId6" Type="http://schemas.openxmlformats.org/officeDocument/2006/relationships/image" Target="../media/image61.wmf"/><Relationship Id="rId5" Type="http://schemas.openxmlformats.org/officeDocument/2006/relationships/oleObject" Target="../embeddings/oleObject54.bin"/><Relationship Id="rId4" Type="http://schemas.openxmlformats.org/officeDocument/2006/relationships/image" Target="../media/image60.wmf"/><Relationship Id="rId3" Type="http://schemas.openxmlformats.org/officeDocument/2006/relationships/oleObject" Target="../embeddings/oleObject53.bin"/><Relationship Id="rId21" Type="http://schemas.openxmlformats.org/officeDocument/2006/relationships/vmlDrawing" Target="../drawings/vmlDrawing7.vml"/><Relationship Id="rId20" Type="http://schemas.openxmlformats.org/officeDocument/2006/relationships/slideLayout" Target="../slideLayouts/slideLayout13.xml"/><Relationship Id="rId2" Type="http://schemas.openxmlformats.org/officeDocument/2006/relationships/image" Target="../media/image59.wmf"/><Relationship Id="rId19" Type="http://schemas.openxmlformats.org/officeDocument/2006/relationships/image" Target="../media/image68.wmf"/><Relationship Id="rId18" Type="http://schemas.openxmlformats.org/officeDocument/2006/relationships/oleObject" Target="../embeddings/oleObject60.bin"/><Relationship Id="rId17" Type="http://schemas.openxmlformats.org/officeDocument/2006/relationships/image" Target="../media/image67.png"/><Relationship Id="rId16" Type="http://schemas.openxmlformats.org/officeDocument/2006/relationships/image" Target="../media/image66.wmf"/><Relationship Id="rId15" Type="http://schemas.openxmlformats.org/officeDocument/2006/relationships/oleObject" Target="../embeddings/oleObject59.bin"/><Relationship Id="rId14" Type="http://schemas.openxmlformats.org/officeDocument/2006/relationships/image" Target="../media/image65.wmf"/><Relationship Id="rId13" Type="http://schemas.openxmlformats.org/officeDocument/2006/relationships/oleObject" Target="../embeddings/oleObject58.bin"/><Relationship Id="rId12" Type="http://schemas.openxmlformats.org/officeDocument/2006/relationships/image" Target="../media/image64.wmf"/><Relationship Id="rId11" Type="http://schemas.openxmlformats.org/officeDocument/2006/relationships/oleObject" Target="../embeddings/oleObject57.bin"/><Relationship Id="rId10" Type="http://schemas.openxmlformats.org/officeDocument/2006/relationships/image" Target="../media/image63.wmf"/><Relationship Id="rId1" Type="http://schemas.openxmlformats.org/officeDocument/2006/relationships/oleObject" Target="../embeddings/oleObject52.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72.wmf"/><Relationship Id="rId7" Type="http://schemas.openxmlformats.org/officeDocument/2006/relationships/oleObject" Target="../embeddings/oleObject64.bin"/><Relationship Id="rId6" Type="http://schemas.openxmlformats.org/officeDocument/2006/relationships/image" Target="../media/image71.wmf"/><Relationship Id="rId5" Type="http://schemas.openxmlformats.org/officeDocument/2006/relationships/oleObject" Target="../embeddings/oleObject63.bin"/><Relationship Id="rId40" Type="http://schemas.openxmlformats.org/officeDocument/2006/relationships/vmlDrawing" Target="../drawings/vmlDrawing8.vml"/><Relationship Id="rId4" Type="http://schemas.openxmlformats.org/officeDocument/2006/relationships/image" Target="../media/image70.wmf"/><Relationship Id="rId39" Type="http://schemas.openxmlformats.org/officeDocument/2006/relationships/slideLayout" Target="../slideLayouts/slideLayout13.xml"/><Relationship Id="rId38" Type="http://schemas.openxmlformats.org/officeDocument/2006/relationships/image" Target="../media/image85.wmf"/><Relationship Id="rId37" Type="http://schemas.openxmlformats.org/officeDocument/2006/relationships/oleObject" Target="../embeddings/oleObject81.bin"/><Relationship Id="rId36" Type="http://schemas.openxmlformats.org/officeDocument/2006/relationships/image" Target="../media/image84.wmf"/><Relationship Id="rId35" Type="http://schemas.openxmlformats.org/officeDocument/2006/relationships/oleObject" Target="../embeddings/oleObject80.bin"/><Relationship Id="rId34" Type="http://schemas.openxmlformats.org/officeDocument/2006/relationships/oleObject" Target="../embeddings/oleObject79.bin"/><Relationship Id="rId33" Type="http://schemas.openxmlformats.org/officeDocument/2006/relationships/image" Target="../media/image83.wmf"/><Relationship Id="rId32" Type="http://schemas.openxmlformats.org/officeDocument/2006/relationships/oleObject" Target="../embeddings/oleObject78.bin"/><Relationship Id="rId31" Type="http://schemas.openxmlformats.org/officeDocument/2006/relationships/image" Target="../media/image82.wmf"/><Relationship Id="rId30" Type="http://schemas.openxmlformats.org/officeDocument/2006/relationships/oleObject" Target="../embeddings/oleObject77.bin"/><Relationship Id="rId3" Type="http://schemas.openxmlformats.org/officeDocument/2006/relationships/oleObject" Target="../embeddings/oleObject62.bin"/><Relationship Id="rId29" Type="http://schemas.openxmlformats.org/officeDocument/2006/relationships/image" Target="../media/image81.wmf"/><Relationship Id="rId28" Type="http://schemas.openxmlformats.org/officeDocument/2006/relationships/oleObject" Target="../embeddings/oleObject76.bin"/><Relationship Id="rId27" Type="http://schemas.openxmlformats.org/officeDocument/2006/relationships/oleObject" Target="../embeddings/oleObject75.bin"/><Relationship Id="rId26" Type="http://schemas.openxmlformats.org/officeDocument/2006/relationships/image" Target="../media/image80.wmf"/><Relationship Id="rId25" Type="http://schemas.openxmlformats.org/officeDocument/2006/relationships/oleObject" Target="../embeddings/oleObject74.bin"/><Relationship Id="rId24" Type="http://schemas.openxmlformats.org/officeDocument/2006/relationships/image" Target="../media/image79.wmf"/><Relationship Id="rId23" Type="http://schemas.openxmlformats.org/officeDocument/2006/relationships/oleObject" Target="../embeddings/oleObject73.bin"/><Relationship Id="rId22" Type="http://schemas.openxmlformats.org/officeDocument/2006/relationships/oleObject" Target="../embeddings/oleObject72.bin"/><Relationship Id="rId21" Type="http://schemas.openxmlformats.org/officeDocument/2006/relationships/oleObject" Target="../embeddings/oleObject71.bin"/><Relationship Id="rId20" Type="http://schemas.openxmlformats.org/officeDocument/2006/relationships/image" Target="../media/image78.wmf"/><Relationship Id="rId2" Type="http://schemas.openxmlformats.org/officeDocument/2006/relationships/image" Target="../media/image69.wmf"/><Relationship Id="rId19" Type="http://schemas.openxmlformats.org/officeDocument/2006/relationships/oleObject" Target="../embeddings/oleObject70.bin"/><Relationship Id="rId18" Type="http://schemas.openxmlformats.org/officeDocument/2006/relationships/image" Target="../media/image77.wmf"/><Relationship Id="rId17" Type="http://schemas.openxmlformats.org/officeDocument/2006/relationships/oleObject" Target="../embeddings/oleObject69.bin"/><Relationship Id="rId16" Type="http://schemas.openxmlformats.org/officeDocument/2006/relationships/image" Target="../media/image76.wmf"/><Relationship Id="rId15" Type="http://schemas.openxmlformats.org/officeDocument/2006/relationships/oleObject" Target="../embeddings/oleObject68.bin"/><Relationship Id="rId14" Type="http://schemas.openxmlformats.org/officeDocument/2006/relationships/image" Target="../media/image75.wmf"/><Relationship Id="rId13" Type="http://schemas.openxmlformats.org/officeDocument/2006/relationships/oleObject" Target="../embeddings/oleObject67.bin"/><Relationship Id="rId12" Type="http://schemas.openxmlformats.org/officeDocument/2006/relationships/image" Target="../media/image74.wmf"/><Relationship Id="rId11" Type="http://schemas.openxmlformats.org/officeDocument/2006/relationships/oleObject" Target="../embeddings/oleObject66.bin"/><Relationship Id="rId10" Type="http://schemas.openxmlformats.org/officeDocument/2006/relationships/image" Target="../media/image73.wmf"/><Relationship Id="rId1" Type="http://schemas.openxmlformats.org/officeDocument/2006/relationships/oleObject" Target="../embeddings/oleObject6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93.png"/><Relationship Id="rId1" Type="http://schemas.openxmlformats.org/officeDocument/2006/relationships/image" Target="../media/image9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95.png"/><Relationship Id="rId1" Type="http://schemas.openxmlformats.org/officeDocument/2006/relationships/image" Target="../media/image94.png"/></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85.bin"/><Relationship Id="rId8" Type="http://schemas.openxmlformats.org/officeDocument/2006/relationships/image" Target="../media/image100.wmf"/><Relationship Id="rId7" Type="http://schemas.openxmlformats.org/officeDocument/2006/relationships/oleObject" Target="../embeddings/oleObject84.bin"/><Relationship Id="rId6" Type="http://schemas.openxmlformats.org/officeDocument/2006/relationships/image" Target="../media/image99.wmf"/><Relationship Id="rId5" Type="http://schemas.openxmlformats.org/officeDocument/2006/relationships/oleObject" Target="../embeddings/oleObject83.bin"/><Relationship Id="rId44" Type="http://schemas.openxmlformats.org/officeDocument/2006/relationships/vmlDrawing" Target="../drawings/vmlDrawing9.vml"/><Relationship Id="rId43" Type="http://schemas.openxmlformats.org/officeDocument/2006/relationships/slideLayout" Target="../slideLayouts/slideLayout18.xml"/><Relationship Id="rId42" Type="http://schemas.openxmlformats.org/officeDocument/2006/relationships/hyperlink" Target="http://172.18.167.235/" TargetMode="External"/><Relationship Id="rId41" Type="http://schemas.openxmlformats.org/officeDocument/2006/relationships/image" Target="../media/image110.wmf"/><Relationship Id="rId40" Type="http://schemas.openxmlformats.org/officeDocument/2006/relationships/oleObject" Target="../embeddings/oleObject107.bin"/><Relationship Id="rId4" Type="http://schemas.openxmlformats.org/officeDocument/2006/relationships/image" Target="../media/image98.wmf"/><Relationship Id="rId39" Type="http://schemas.openxmlformats.org/officeDocument/2006/relationships/oleObject" Target="../embeddings/oleObject106.bin"/><Relationship Id="rId38" Type="http://schemas.openxmlformats.org/officeDocument/2006/relationships/oleObject" Target="../embeddings/oleObject105.bin"/><Relationship Id="rId37" Type="http://schemas.openxmlformats.org/officeDocument/2006/relationships/oleObject" Target="../embeddings/oleObject104.bin"/><Relationship Id="rId36" Type="http://schemas.openxmlformats.org/officeDocument/2006/relationships/oleObject" Target="../embeddings/oleObject103.bin"/><Relationship Id="rId35" Type="http://schemas.openxmlformats.org/officeDocument/2006/relationships/oleObject" Target="../embeddings/oleObject102.bin"/><Relationship Id="rId34" Type="http://schemas.openxmlformats.org/officeDocument/2006/relationships/image" Target="../media/image109.png"/><Relationship Id="rId33" Type="http://schemas.openxmlformats.org/officeDocument/2006/relationships/image" Target="../media/image108.wmf"/><Relationship Id="rId32" Type="http://schemas.openxmlformats.org/officeDocument/2006/relationships/oleObject" Target="../embeddings/oleObject101.bin"/><Relationship Id="rId31" Type="http://schemas.openxmlformats.org/officeDocument/2006/relationships/oleObject" Target="../embeddings/oleObject100.bin"/><Relationship Id="rId30" Type="http://schemas.openxmlformats.org/officeDocument/2006/relationships/oleObject" Target="../embeddings/oleObject99.bin"/><Relationship Id="rId3" Type="http://schemas.openxmlformats.org/officeDocument/2006/relationships/oleObject" Target="../embeddings/oleObject82.bin"/><Relationship Id="rId29" Type="http://schemas.openxmlformats.org/officeDocument/2006/relationships/oleObject" Target="../embeddings/oleObject98.bin"/><Relationship Id="rId28" Type="http://schemas.openxmlformats.org/officeDocument/2006/relationships/oleObject" Target="../embeddings/oleObject97.bin"/><Relationship Id="rId27" Type="http://schemas.openxmlformats.org/officeDocument/2006/relationships/oleObject" Target="../embeddings/oleObject96.bin"/><Relationship Id="rId26" Type="http://schemas.openxmlformats.org/officeDocument/2006/relationships/oleObject" Target="../embeddings/oleObject95.bin"/><Relationship Id="rId25" Type="http://schemas.openxmlformats.org/officeDocument/2006/relationships/oleObject" Target="../embeddings/oleObject94.bin"/><Relationship Id="rId24" Type="http://schemas.openxmlformats.org/officeDocument/2006/relationships/oleObject" Target="../embeddings/oleObject93.bin"/><Relationship Id="rId23" Type="http://schemas.openxmlformats.org/officeDocument/2006/relationships/oleObject" Target="../embeddings/oleObject92.bin"/><Relationship Id="rId22" Type="http://schemas.openxmlformats.org/officeDocument/2006/relationships/image" Target="../media/image107.png"/><Relationship Id="rId21" Type="http://schemas.openxmlformats.org/officeDocument/2006/relationships/image" Target="../media/image106.wmf"/><Relationship Id="rId20" Type="http://schemas.openxmlformats.org/officeDocument/2006/relationships/oleObject" Target="../embeddings/oleObject91.bin"/><Relationship Id="rId2" Type="http://schemas.openxmlformats.org/officeDocument/2006/relationships/image" Target="../media/image97.png"/><Relationship Id="rId19" Type="http://schemas.openxmlformats.org/officeDocument/2006/relationships/image" Target="../media/image105.wmf"/><Relationship Id="rId18" Type="http://schemas.openxmlformats.org/officeDocument/2006/relationships/oleObject" Target="../embeddings/oleObject90.bin"/><Relationship Id="rId17" Type="http://schemas.openxmlformats.org/officeDocument/2006/relationships/image" Target="../media/image104.wmf"/><Relationship Id="rId16" Type="http://schemas.openxmlformats.org/officeDocument/2006/relationships/oleObject" Target="../embeddings/oleObject89.bin"/><Relationship Id="rId15" Type="http://schemas.openxmlformats.org/officeDocument/2006/relationships/image" Target="../media/image103.wmf"/><Relationship Id="rId14" Type="http://schemas.openxmlformats.org/officeDocument/2006/relationships/oleObject" Target="../embeddings/oleObject88.bin"/><Relationship Id="rId13" Type="http://schemas.openxmlformats.org/officeDocument/2006/relationships/image" Target="../media/image102.wmf"/><Relationship Id="rId12" Type="http://schemas.openxmlformats.org/officeDocument/2006/relationships/oleObject" Target="../embeddings/oleObject87.bin"/><Relationship Id="rId11" Type="http://schemas.openxmlformats.org/officeDocument/2006/relationships/oleObject" Target="../embeddings/oleObject86.bin"/><Relationship Id="rId10" Type="http://schemas.openxmlformats.org/officeDocument/2006/relationships/image" Target="../media/image101.wmf"/><Relationship Id="rId1" Type="http://schemas.openxmlformats.org/officeDocument/2006/relationships/image" Target="../media/image9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ctrTitle"/>
          </p:nvPr>
        </p:nvSpPr>
        <p:spPr/>
        <p:txBody>
          <a:bodyPr/>
          <a:lstStyle/>
          <a:p>
            <a:r>
              <a:rPr lang="zh-CN" altLang="en-US"/>
              <a:t>第</a:t>
            </a:r>
            <a:r>
              <a:rPr lang="en-US" altLang="zh-CN"/>
              <a:t>7</a:t>
            </a:r>
            <a:r>
              <a:rPr lang="zh-CN" altLang="en-US"/>
              <a:t>章 采样</a:t>
            </a:r>
            <a:endParaRPr lang="zh-CN" altLang="en-US"/>
          </a:p>
        </p:txBody>
      </p:sp>
      <p:sp>
        <p:nvSpPr>
          <p:cNvPr id="3" name="副标题 2"/>
          <p:cNvSpPr>
            <a:spLocks noGrp="1"/>
          </p:cNvSpPr>
          <p:nvPr>
            <p:ph type="subTitle" idx="1"/>
          </p:nvPr>
        </p:nvSpPr>
        <p:spPr/>
        <p:txBody>
          <a:bodyPr/>
          <a:lstStyle/>
          <a:p>
            <a:pPr>
              <a:defRPr/>
            </a:pPr>
            <a:r>
              <a:rPr lang="en-US" altLang="zh-CN" dirty="0"/>
              <a:t>Sampling</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01BB2C7-663C-4F50-8583-6E9717BEAC2E}"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标题 1"/>
          <p:cNvSpPr>
            <a:spLocks noGrp="1"/>
          </p:cNvSpPr>
          <p:nvPr>
            <p:ph type="title"/>
          </p:nvPr>
        </p:nvSpPr>
        <p:spPr/>
        <p:txBody>
          <a:bodyPr/>
          <a:lstStyle/>
          <a:p>
            <a:r>
              <a:rPr lang="en-US" altLang="zh-CN"/>
              <a:t>7.0 </a:t>
            </a:r>
            <a:r>
              <a:rPr lang="zh-CN" altLang="en-US"/>
              <a:t>引言</a:t>
            </a:r>
            <a:endParaRPr lang="zh-CN" altLang="en-US"/>
          </a:p>
        </p:txBody>
      </p:sp>
      <p:sp>
        <p:nvSpPr>
          <p:cNvPr id="3" name="内容占位符 2"/>
          <p:cNvSpPr>
            <a:spLocks noGrp="1"/>
          </p:cNvSpPr>
          <p:nvPr>
            <p:ph idx="1"/>
          </p:nvPr>
        </p:nvSpPr>
        <p:spPr>
          <a:xfrm>
            <a:off x="1981200" y="1285875"/>
            <a:ext cx="8229600" cy="5429250"/>
          </a:xfrm>
        </p:spPr>
        <p:txBody>
          <a:bodyPr/>
          <a:lstStyle/>
          <a:p>
            <a:pPr algn="just"/>
            <a:r>
              <a:rPr lang="zh-CN" altLang="en-US" sz="2400" b="0" dirty="0"/>
              <a:t>在日常生活中，常可以看到用离散时间信号表示连续时间信号的例子。如传真的照片、电视屏幕的画面、电影胶片等等。</a:t>
            </a:r>
            <a:endParaRPr lang="en-US" altLang="zh-CN" sz="2400" b="0" dirty="0"/>
          </a:p>
          <a:p>
            <a:endParaRPr lang="en-US" altLang="zh-CN" sz="2400" b="0" dirty="0"/>
          </a:p>
          <a:p>
            <a:endParaRPr lang="en-US" altLang="zh-CN" sz="2400" b="0" dirty="0"/>
          </a:p>
          <a:p>
            <a:endParaRPr lang="en-US" altLang="zh-CN" sz="2400" b="0" dirty="0"/>
          </a:p>
          <a:p>
            <a:endParaRPr lang="en-US" altLang="zh-CN" sz="2400" b="0" dirty="0"/>
          </a:p>
          <a:p>
            <a:endParaRPr lang="en-US" altLang="zh-CN" sz="2400" b="0" dirty="0"/>
          </a:p>
          <a:p>
            <a:endParaRPr lang="en-US" altLang="zh-CN" sz="2400" b="0" dirty="0"/>
          </a:p>
          <a:p>
            <a:endParaRPr lang="en-US" altLang="zh-CN" sz="2400" b="0" dirty="0"/>
          </a:p>
          <a:p>
            <a:pPr lvl="1" algn="just"/>
            <a:r>
              <a:rPr lang="zh-CN" altLang="en-US" sz="2400" b="0" dirty="0"/>
              <a:t>这些都表明连续时间信号与离散时间信号之间存在着密切的联系。在一定条件下，可以用离散时间信号代替连续时间信号而并不丢失原来信号所包含的信息。</a:t>
            </a:r>
            <a:endParaRPr lang="zh-CN" altLang="en-US" sz="24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5260EF-D176-4429-9BFF-592906650136}"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aphicFrame>
        <p:nvGraphicFramePr>
          <p:cNvPr id="21506" name="Object 2"/>
          <p:cNvGraphicFramePr>
            <a:graphicFrameLocks noChangeAspect="1"/>
          </p:cNvGraphicFramePr>
          <p:nvPr/>
        </p:nvGraphicFramePr>
        <p:xfrm>
          <a:off x="2595563" y="2538413"/>
          <a:ext cx="3313112" cy="2444750"/>
        </p:xfrm>
        <a:graphic>
          <a:graphicData uri="http://schemas.openxmlformats.org/presentationml/2006/ole">
            <mc:AlternateContent xmlns:mc="http://schemas.openxmlformats.org/markup-compatibility/2006">
              <mc:Choice xmlns:v="urn:schemas-microsoft-com:vml" Requires="v">
                <p:oleObj spid="_x0000_s7374" name="位图图像" r:id="rId1" imgW="5086350" imgH="3752850" progId="Paint.Picture">
                  <p:embed/>
                </p:oleObj>
              </mc:Choice>
              <mc:Fallback>
                <p:oleObj name="位图图像" r:id="rId1" imgW="5086350" imgH="375285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563" y="2538413"/>
                        <a:ext cx="3313112" cy="244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1" name="Object 3"/>
          <p:cNvGraphicFramePr>
            <a:graphicFrameLocks noChangeAspect="1"/>
          </p:cNvGraphicFramePr>
          <p:nvPr/>
        </p:nvGraphicFramePr>
        <p:xfrm>
          <a:off x="6208713" y="2538413"/>
          <a:ext cx="3695700" cy="2443162"/>
        </p:xfrm>
        <a:graphic>
          <a:graphicData uri="http://schemas.openxmlformats.org/presentationml/2006/ole">
            <mc:AlternateContent xmlns:mc="http://schemas.openxmlformats.org/markup-compatibility/2006">
              <mc:Choice xmlns:v="urn:schemas-microsoft-com:vml" Requires="v">
                <p:oleObj spid="_x0000_s7375" name="位图图像" r:id="rId3" imgW="1743075" imgH="1152525" progId="Paint.Picture">
                  <p:embed/>
                </p:oleObj>
              </mc:Choice>
              <mc:Fallback>
                <p:oleObj name="位图图像" r:id="rId3" imgW="1743075" imgH="1152525"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8713" y="2538413"/>
                        <a:ext cx="3695700" cy="244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1" name="Text Box 3"/>
          <p:cNvSpPr txBox="1">
            <a:spLocks noChangeArrowheads="1"/>
          </p:cNvSpPr>
          <p:nvPr/>
        </p:nvSpPr>
        <p:spPr bwMode="auto">
          <a:xfrm>
            <a:off x="3148013" y="5038725"/>
            <a:ext cx="2162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一幅新闻照片</a:t>
            </a:r>
            <a:endParaRPr kumimoji="1" lang="zh-CN" altLang="en-US" sz="2400">
              <a:solidFill>
                <a:srgbClr val="1B0682"/>
              </a:solidFill>
              <a:latin typeface="华文楷体" panose="02010600040101010101" pitchFamily="2" charset="-122"/>
              <a:ea typeface="华文楷体" panose="02010600040101010101" pitchFamily="2" charset="-122"/>
              <a:cs typeface="楷体_GB2312" panose="02010609030101010101" pitchFamily="49" charset="-122"/>
            </a:endParaRPr>
          </a:p>
        </p:txBody>
      </p:sp>
      <p:sp>
        <p:nvSpPr>
          <p:cNvPr id="8" name="Text Box 3"/>
          <p:cNvSpPr txBox="1">
            <a:spLocks noChangeArrowheads="1"/>
          </p:cNvSpPr>
          <p:nvPr/>
        </p:nvSpPr>
        <p:spPr bwMode="auto">
          <a:xfrm>
            <a:off x="7291388" y="5038725"/>
            <a:ext cx="1519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局部放大</a:t>
            </a:r>
            <a:endParaRPr kumimoji="1" lang="zh-CN" altLang="en-US" sz="2400">
              <a:solidFill>
                <a:srgbClr val="1B0682"/>
              </a:solidFill>
              <a:latin typeface="华文楷体" panose="02010600040101010101" pitchFamily="2" charset="-122"/>
              <a:ea typeface="华文楷体" panose="02010600040101010101"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blinds(horizontal)">
                                      <p:cBhvr>
                                        <p:cTn id="7" dur="500"/>
                                        <p:tgtEl>
                                          <p:spTgt spid="4813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blinds(horizontal)">
                                      <p:cBhvr>
                                        <p:cTn id="1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en-US" altLang="zh-CN"/>
              <a:t>7.0 </a:t>
            </a:r>
            <a:r>
              <a:rPr lang="zh-CN" altLang="en-US"/>
              <a:t>引言</a:t>
            </a:r>
            <a:endParaRPr lang="zh-CN" altLang="en-US"/>
          </a:p>
        </p:txBody>
      </p:sp>
      <p:sp>
        <p:nvSpPr>
          <p:cNvPr id="44035" name="内容占位符 2"/>
          <p:cNvSpPr>
            <a:spLocks noGrp="1"/>
          </p:cNvSpPr>
          <p:nvPr>
            <p:ph idx="1"/>
          </p:nvPr>
        </p:nvSpPr>
        <p:spPr>
          <a:xfrm>
            <a:off x="1981200" y="1285875"/>
            <a:ext cx="8229600" cy="3969385"/>
          </a:xfrm>
        </p:spPr>
        <p:txBody>
          <a:bodyPr>
            <a:spAutoFit/>
          </a:bodyPr>
          <a:lstStyle/>
          <a:p>
            <a:pPr algn="just">
              <a:lnSpc>
                <a:spcPct val="150000"/>
              </a:lnSpc>
              <a:spcBef>
                <a:spcPts val="0"/>
              </a:spcBef>
            </a:pPr>
            <a:r>
              <a:rPr lang="zh-CN" altLang="en-US" sz="2800" b="0" dirty="0"/>
              <a:t>研究连续时间信号与离散时间信号之间的关系主要包括 </a:t>
            </a:r>
            <a:r>
              <a:rPr lang="en-US" altLang="zh-CN" sz="2800" b="0" dirty="0"/>
              <a:t>:</a:t>
            </a:r>
            <a:endParaRPr lang="en-US" altLang="zh-CN" sz="2800" b="0" dirty="0"/>
          </a:p>
          <a:p>
            <a:pPr lvl="1" algn="just">
              <a:lnSpc>
                <a:spcPct val="150000"/>
              </a:lnSpc>
              <a:spcBef>
                <a:spcPts val="0"/>
              </a:spcBef>
            </a:pPr>
            <a:r>
              <a:rPr lang="zh-CN" altLang="en-US" b="0" dirty="0"/>
              <a:t>在什么条件下，一个连续时间信号可以用它的离散时间样本来代替而不致丢失原有的信息？</a:t>
            </a:r>
            <a:endParaRPr lang="en-US" altLang="zh-CN" b="0" dirty="0"/>
          </a:p>
          <a:p>
            <a:pPr lvl="1" algn="just">
              <a:lnSpc>
                <a:spcPct val="150000"/>
              </a:lnSpc>
              <a:spcBef>
                <a:spcPts val="0"/>
              </a:spcBef>
            </a:pPr>
            <a:r>
              <a:rPr lang="zh-CN" altLang="en-US" b="0" dirty="0"/>
              <a:t>如何从连续时间信号的离散时间样本不失真地恢复成原来的连续时间信号？</a:t>
            </a:r>
            <a:endParaRPr lang="zh-CN" altLang="en-US"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9198D7-96B4-4F35-A752-216635D15FEB}"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en-US" altLang="zh-CN" sz="3600" dirty="0"/>
              <a:t>7.1 </a:t>
            </a:r>
            <a:r>
              <a:rPr lang="zh-CN" altLang="en-US" sz="3600" dirty="0"/>
              <a:t>用样本表示连续时间信号</a:t>
            </a:r>
            <a:r>
              <a:rPr lang="en-US" altLang="zh-CN" sz="3600" dirty="0"/>
              <a:t>: </a:t>
            </a:r>
            <a:r>
              <a:rPr lang="zh-CN" altLang="en-US" sz="3600" dirty="0"/>
              <a:t>采样定理</a:t>
            </a:r>
            <a:endParaRPr lang="zh-CN" altLang="en-US" sz="4000" dirty="0"/>
          </a:p>
        </p:txBody>
      </p:sp>
      <p:sp>
        <p:nvSpPr>
          <p:cNvPr id="3" name="内容占位符 2"/>
          <p:cNvSpPr>
            <a:spLocks noGrp="1"/>
          </p:cNvSpPr>
          <p:nvPr>
            <p:ph idx="1"/>
          </p:nvPr>
        </p:nvSpPr>
        <p:spPr>
          <a:xfrm>
            <a:off x="1981200" y="1285875"/>
            <a:ext cx="8229600" cy="5260975"/>
          </a:xfrm>
        </p:spPr>
        <p:txBody>
          <a:bodyPr>
            <a:spAutoFit/>
          </a:bodyPr>
          <a:lstStyle/>
          <a:p>
            <a:pPr marL="0" indent="0">
              <a:buNone/>
            </a:pPr>
            <a:r>
              <a:rPr lang="zh-CN" altLang="en-US" sz="2400" b="0" dirty="0">
                <a:solidFill>
                  <a:srgbClr val="0000FF"/>
                </a:solidFill>
              </a:rPr>
              <a:t>一</a:t>
            </a:r>
            <a:r>
              <a:rPr lang="en-US" altLang="zh-CN" sz="2400" b="0" dirty="0">
                <a:solidFill>
                  <a:srgbClr val="0000FF"/>
                </a:solidFill>
              </a:rPr>
              <a:t>. </a:t>
            </a:r>
            <a:r>
              <a:rPr lang="zh-CN" altLang="en-US" sz="2400" b="0" dirty="0">
                <a:solidFill>
                  <a:srgbClr val="0000FF"/>
                </a:solidFill>
              </a:rPr>
              <a:t>采样</a:t>
            </a:r>
            <a:endParaRPr lang="en-US" altLang="zh-CN" sz="2400" b="0" dirty="0">
              <a:solidFill>
                <a:srgbClr val="0000FF"/>
              </a:solidFill>
            </a:endParaRPr>
          </a:p>
          <a:p>
            <a:pPr lvl="1"/>
            <a:r>
              <a:rPr lang="zh-CN" altLang="en-US" sz="2400" b="0" dirty="0"/>
              <a:t>在某些离散的时间点上提取连续时间信号值的过程。</a:t>
            </a:r>
            <a:endParaRPr lang="en-US" altLang="zh-CN" sz="2400" b="0" dirty="0"/>
          </a:p>
          <a:p>
            <a:pPr lvl="1"/>
            <a:r>
              <a:rPr lang="zh-CN" altLang="en-US" sz="2400" b="0" dirty="0"/>
              <a:t>是否任何信号都可以由它的离散时间样本来表示？</a:t>
            </a:r>
            <a:endParaRPr lang="en-US" altLang="zh-CN" sz="2400" b="0" dirty="0"/>
          </a:p>
          <a:p>
            <a:pPr lvl="1"/>
            <a:r>
              <a:rPr lang="zh-CN" altLang="en-US" sz="2400" b="0" dirty="0"/>
              <a:t>考察下面一维连续时间信号采样的例子：</a:t>
            </a:r>
            <a:endParaRPr lang="en-US" altLang="zh-CN" sz="2400" b="0" dirty="0"/>
          </a:p>
          <a:p>
            <a:pPr lvl="1"/>
            <a:endParaRPr lang="en-US" altLang="zh-CN" sz="2400" b="0" dirty="0"/>
          </a:p>
          <a:p>
            <a:pPr lvl="1"/>
            <a:endParaRPr lang="en-US" altLang="zh-CN" sz="2400" b="0" dirty="0"/>
          </a:p>
          <a:p>
            <a:pPr lvl="1"/>
            <a:endParaRPr lang="en-US" altLang="zh-CN" sz="2400" b="0" dirty="0"/>
          </a:p>
          <a:p>
            <a:pPr lvl="1"/>
            <a:endParaRPr lang="en-US" altLang="zh-CN" sz="2400" b="0" dirty="0"/>
          </a:p>
          <a:p>
            <a:pPr lvl="1"/>
            <a:endParaRPr lang="en-US" altLang="zh-CN" sz="2400" b="0" dirty="0"/>
          </a:p>
          <a:p>
            <a:pPr lvl="1"/>
            <a:endParaRPr lang="en-US" altLang="zh-CN" sz="2400" b="0" dirty="0"/>
          </a:p>
          <a:p>
            <a:pPr lvl="1"/>
            <a:r>
              <a:rPr lang="zh-CN" altLang="en-US" sz="2400" b="0" dirty="0"/>
              <a:t>一般情况下，从连续时间信号采样所得到的样本序列不能唯一地代表原来的连续时间信号。</a:t>
            </a:r>
            <a:endParaRPr lang="zh-CN" altLang="en-US" sz="24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D471D1-B84F-4BB6-873B-E8B1B1A909BC}"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pic>
        <p:nvPicPr>
          <p:cNvPr id="4915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5625" y="3143250"/>
            <a:ext cx="6000750"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9155"/>
                                        </p:tgtEl>
                                        <p:attrNameLst>
                                          <p:attrName>style.visibility</p:attrName>
                                        </p:attrNameLst>
                                      </p:cBhvr>
                                      <p:to>
                                        <p:strVal val="visible"/>
                                      </p:to>
                                    </p:set>
                                    <p:animEffect transition="in" filter="blinds(horizontal)">
                                      <p:cBhvr>
                                        <p:cTn id="15" dur="500"/>
                                        <p:tgtEl>
                                          <p:spTgt spid="4915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10" end="10"/>
                                            </p:txEl>
                                          </p:spTgt>
                                        </p:tgtEl>
                                        <p:attrNameLst>
                                          <p:attrName>style.visibility</p:attrName>
                                        </p:attrNameLst>
                                      </p:cBhvr>
                                      <p:to>
                                        <p:strVal val="visible"/>
                                      </p:to>
                                    </p:set>
                                    <p:animEffect transition="in" filter="blinds(horizontal)">
                                      <p:cBhvr>
                                        <p:cTn id="2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8" name="标题 1"/>
          <p:cNvSpPr>
            <a:spLocks noGrp="1"/>
          </p:cNvSpPr>
          <p:nvPr>
            <p:ph type="title"/>
          </p:nvPr>
        </p:nvSpPr>
        <p:spPr/>
        <p:txBody>
          <a:bodyPr/>
          <a:lstStyle/>
          <a:p>
            <a:r>
              <a:rPr lang="en-US" altLang="zh-CN" sz="3600" dirty="0"/>
              <a:t>7.1 </a:t>
            </a:r>
            <a:r>
              <a:rPr lang="zh-CN" altLang="en-US" sz="3600" dirty="0"/>
              <a:t>用样本表示连续时间信号</a:t>
            </a:r>
            <a:r>
              <a:rPr lang="en-US" altLang="zh-CN" sz="3600" dirty="0"/>
              <a:t>: </a:t>
            </a:r>
            <a:r>
              <a:rPr lang="zh-CN" altLang="en-US" sz="3600" dirty="0"/>
              <a:t>采样定理</a:t>
            </a:r>
            <a:endParaRPr lang="zh-CN" altLang="en-US" sz="360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C40336-0292-4EEB-A47D-CF353760FF8E}"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
        <p:nvSpPr>
          <p:cNvPr id="22540" name="Text Box 2"/>
          <p:cNvSpPr txBox="1">
            <a:spLocks noChangeArrowheads="1"/>
          </p:cNvSpPr>
          <p:nvPr/>
        </p:nvSpPr>
        <p:spPr bwMode="auto">
          <a:xfrm>
            <a:off x="2133600" y="1214438"/>
            <a:ext cx="35337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二</a:t>
            </a:r>
            <a:r>
              <a:rPr kumimoji="1" lang="en-US" altLang="zh-CN"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a:t>
            </a:r>
            <a:r>
              <a:rPr kumimoji="1"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采样的数学模型：</a:t>
            </a:r>
            <a:endParaRPr kumimoji="1"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endParaRPr>
          </a:p>
        </p:txBody>
      </p:sp>
      <p:grpSp>
        <p:nvGrpSpPr>
          <p:cNvPr id="22541" name="Group 3"/>
          <p:cNvGrpSpPr/>
          <p:nvPr/>
        </p:nvGrpSpPr>
        <p:grpSpPr bwMode="auto">
          <a:xfrm>
            <a:off x="7018338" y="1428750"/>
            <a:ext cx="2649537" cy="1398588"/>
            <a:chOff x="3648" y="599"/>
            <a:chExt cx="1669" cy="881"/>
          </a:xfrm>
        </p:grpSpPr>
        <p:sp>
          <p:nvSpPr>
            <p:cNvPr id="22547" name="AutoShape 4"/>
            <p:cNvSpPr>
              <a:spLocks noChangeArrowheads="1"/>
            </p:cNvSpPr>
            <p:nvPr/>
          </p:nvSpPr>
          <p:spPr bwMode="auto">
            <a:xfrm>
              <a:off x="4361" y="825"/>
              <a:ext cx="210" cy="208"/>
            </a:xfrm>
            <a:prstGeom prst="flowChartSummingJunction">
              <a:avLst/>
            </a:prstGeom>
            <a:solidFill>
              <a:schemeClr val="accent1"/>
            </a:solidFill>
            <a:ln w="28575">
              <a:solidFill>
                <a:schemeClr val="tx1"/>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48" name="Line 5"/>
            <p:cNvSpPr>
              <a:spLocks noChangeShapeType="1"/>
            </p:cNvSpPr>
            <p:nvPr/>
          </p:nvSpPr>
          <p:spPr bwMode="auto">
            <a:xfrm>
              <a:off x="3776" y="950"/>
              <a:ext cx="585"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9" name="Line 6"/>
            <p:cNvSpPr>
              <a:spLocks noChangeShapeType="1"/>
            </p:cNvSpPr>
            <p:nvPr/>
          </p:nvSpPr>
          <p:spPr bwMode="auto">
            <a:xfrm>
              <a:off x="4571" y="950"/>
              <a:ext cx="543"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0" name="Line 7"/>
            <p:cNvSpPr>
              <a:spLocks noChangeShapeType="1"/>
            </p:cNvSpPr>
            <p:nvPr/>
          </p:nvSpPr>
          <p:spPr bwMode="auto">
            <a:xfrm flipV="1">
              <a:off x="4456" y="1033"/>
              <a:ext cx="0" cy="37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2535" name="Object 2"/>
            <p:cNvGraphicFramePr>
              <a:graphicFrameLocks noChangeAspect="1"/>
            </p:cNvGraphicFramePr>
            <p:nvPr/>
          </p:nvGraphicFramePr>
          <p:xfrm>
            <a:off x="3648" y="637"/>
            <a:ext cx="390" cy="281"/>
          </p:xfrm>
          <a:graphic>
            <a:graphicData uri="http://schemas.openxmlformats.org/presentationml/2006/ole">
              <mc:AlternateContent xmlns:mc="http://schemas.openxmlformats.org/markup-compatibility/2006">
                <mc:Choice xmlns:v="urn:schemas-microsoft-com:vml" Requires="v">
                  <p:oleObj spid="_x0000_s9010" name="Equation" r:id="rId1" imgW="279400" imgH="203200" progId="Equation.DSMT4">
                    <p:embed/>
                  </p:oleObj>
                </mc:Choice>
                <mc:Fallback>
                  <p:oleObj name="Equation" r:id="rId1" imgW="279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 y="637"/>
                          <a:ext cx="390"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6" name="Object 3"/>
            <p:cNvGraphicFramePr>
              <a:graphicFrameLocks noChangeAspect="1"/>
            </p:cNvGraphicFramePr>
            <p:nvPr/>
          </p:nvGraphicFramePr>
          <p:xfrm>
            <a:off x="4821" y="599"/>
            <a:ext cx="496" cy="335"/>
          </p:xfrm>
          <a:graphic>
            <a:graphicData uri="http://schemas.openxmlformats.org/presentationml/2006/ole">
              <mc:AlternateContent xmlns:mc="http://schemas.openxmlformats.org/markup-compatibility/2006">
                <mc:Choice xmlns:v="urn:schemas-microsoft-com:vml" Requires="v">
                  <p:oleObj spid="_x0000_s9011" name="Equation" r:id="rId3" imgW="355600" imgH="241300" progId="Equation.DSMT4">
                    <p:embed/>
                  </p:oleObj>
                </mc:Choice>
                <mc:Fallback>
                  <p:oleObj name="Equation" r:id="rId3" imgW="355600" imgH="241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 y="599"/>
                          <a:ext cx="496"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7" name="Object 4"/>
            <p:cNvGraphicFramePr>
              <a:graphicFrameLocks noChangeAspect="1"/>
            </p:cNvGraphicFramePr>
            <p:nvPr/>
          </p:nvGraphicFramePr>
          <p:xfrm>
            <a:off x="4487" y="1199"/>
            <a:ext cx="424" cy="281"/>
          </p:xfrm>
          <a:graphic>
            <a:graphicData uri="http://schemas.openxmlformats.org/presentationml/2006/ole">
              <mc:AlternateContent xmlns:mc="http://schemas.openxmlformats.org/markup-compatibility/2006">
                <mc:Choice xmlns:v="urn:schemas-microsoft-com:vml" Requires="v">
                  <p:oleObj spid="_x0000_s9012" name="Equation" r:id="rId5" imgW="304800" imgH="203200" progId="Equation.DSMT4">
                    <p:embed/>
                  </p:oleObj>
                </mc:Choice>
                <mc:Fallback>
                  <p:oleObj name="Equation" r:id="rId5" imgW="3048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7" y="1199"/>
                          <a:ext cx="42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542" name="Text Box 11"/>
          <p:cNvSpPr txBox="1">
            <a:spLocks noChangeArrowheads="1"/>
          </p:cNvSpPr>
          <p:nvPr/>
        </p:nvSpPr>
        <p:spPr bwMode="auto">
          <a:xfrm>
            <a:off x="2286000" y="1925638"/>
            <a:ext cx="17938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在时域：</a:t>
            </a:r>
            <a:endParaRPr kumimoji="1"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22530" name="Object 5"/>
          <p:cNvGraphicFramePr>
            <a:graphicFrameLocks noChangeAspect="1"/>
          </p:cNvGraphicFramePr>
          <p:nvPr/>
        </p:nvGraphicFramePr>
        <p:xfrm>
          <a:off x="3779838" y="1925638"/>
          <a:ext cx="2563812" cy="579437"/>
        </p:xfrm>
        <a:graphic>
          <a:graphicData uri="http://schemas.openxmlformats.org/presentationml/2006/ole">
            <mc:AlternateContent xmlns:mc="http://schemas.openxmlformats.org/markup-compatibility/2006">
              <mc:Choice xmlns:v="urn:schemas-microsoft-com:vml" Requires="v">
                <p:oleObj spid="_x0000_s9013" name="Equation" r:id="rId7" imgW="1066800" imgH="241300" progId="Equation.DSMT4">
                  <p:embed/>
                </p:oleObj>
              </mc:Choice>
              <mc:Fallback>
                <p:oleObj name="Equation" r:id="rId7" imgW="1066800" imgH="2413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838" y="1925638"/>
                        <a:ext cx="25638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14"/>
          <p:cNvSpPr txBox="1">
            <a:spLocks noChangeArrowheads="1"/>
          </p:cNvSpPr>
          <p:nvPr/>
        </p:nvSpPr>
        <p:spPr bwMode="auto">
          <a:xfrm>
            <a:off x="2286000" y="2997200"/>
            <a:ext cx="1828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在频域</a:t>
            </a:r>
            <a:r>
              <a:rPr kumimoji="1" lang="en-US" altLang="zh-CN"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a:t>
            </a:r>
            <a:endParaRPr kumimoji="1" lang="en-US" altLang="zh-CN"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18" name="Object 7"/>
          <p:cNvGraphicFramePr>
            <a:graphicFrameLocks noChangeAspect="1"/>
          </p:cNvGraphicFramePr>
          <p:nvPr/>
        </p:nvGraphicFramePr>
        <p:xfrm>
          <a:off x="3733800" y="2803525"/>
          <a:ext cx="4386263" cy="942975"/>
        </p:xfrm>
        <a:graphic>
          <a:graphicData uri="http://schemas.openxmlformats.org/presentationml/2006/ole">
            <mc:AlternateContent xmlns:mc="http://schemas.openxmlformats.org/markup-compatibility/2006">
              <mc:Choice xmlns:v="urn:schemas-microsoft-com:vml" Requires="v">
                <p:oleObj spid="_x0000_s9014" name="Equation" r:id="rId9" imgW="1828800" imgH="393700" progId="Equation.DSMT4">
                  <p:embed/>
                </p:oleObj>
              </mc:Choice>
              <mc:Fallback>
                <p:oleObj name="Equation" r:id="rId9" imgW="1828800" imgH="3937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3800" y="2803525"/>
                        <a:ext cx="4386263"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Text Box 16"/>
          <p:cNvSpPr txBox="1">
            <a:spLocks noChangeArrowheads="1"/>
          </p:cNvSpPr>
          <p:nvPr/>
        </p:nvSpPr>
        <p:spPr bwMode="auto">
          <a:xfrm>
            <a:off x="2133600" y="3929063"/>
            <a:ext cx="46767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三</a:t>
            </a:r>
            <a:r>
              <a:rPr kumimoji="1" lang="en-US" altLang="zh-CN"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a:t>
            </a:r>
            <a:r>
              <a:rPr kumimoji="1"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冲激串采样 </a:t>
            </a:r>
            <a:r>
              <a:rPr kumimoji="1" lang="en-US" altLang="zh-CN"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a:t>
            </a:r>
            <a:r>
              <a:rPr kumimoji="1" lang="zh-CN" altLang="en-US"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理想采样</a:t>
            </a:r>
            <a:r>
              <a:rPr kumimoji="1" lang="en-US" altLang="zh-CN"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rPr>
              <a:t>):</a:t>
            </a:r>
            <a:endParaRPr kumimoji="1" lang="en-US" altLang="zh-CN" sz="2800" dirty="0">
              <a:solidFill>
                <a:srgbClr val="0000FF"/>
              </a:solidFill>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20" name="Object 8"/>
          <p:cNvGraphicFramePr>
            <a:graphicFrameLocks noChangeAspect="1"/>
          </p:cNvGraphicFramePr>
          <p:nvPr/>
        </p:nvGraphicFramePr>
        <p:xfrm>
          <a:off x="2514600" y="4500563"/>
          <a:ext cx="2979738" cy="1036637"/>
        </p:xfrm>
        <a:graphic>
          <a:graphicData uri="http://schemas.openxmlformats.org/presentationml/2006/ole">
            <mc:AlternateContent xmlns:mc="http://schemas.openxmlformats.org/markup-compatibility/2006">
              <mc:Choice xmlns:v="urn:schemas-microsoft-com:vml" Requires="v">
                <p:oleObj spid="_x0000_s9015" name="Equation" r:id="rId11" imgW="1257300" imgH="431800" progId="Equation.DSMT4">
                  <p:embed/>
                </p:oleObj>
              </mc:Choice>
              <mc:Fallback>
                <p:oleObj name="Equation" r:id="rId11" imgW="1257300" imgH="4318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600" y="4500563"/>
                        <a:ext cx="2979738" cy="103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9"/>
          <p:cNvGraphicFramePr>
            <a:graphicFrameLocks noChangeAspect="1"/>
          </p:cNvGraphicFramePr>
          <p:nvPr/>
        </p:nvGraphicFramePr>
        <p:xfrm>
          <a:off x="6464300" y="4708525"/>
          <a:ext cx="3206750" cy="1649413"/>
        </p:xfrm>
        <a:graphic>
          <a:graphicData uri="http://schemas.openxmlformats.org/presentationml/2006/ole">
            <mc:AlternateContent xmlns:mc="http://schemas.openxmlformats.org/markup-compatibility/2006">
              <mc:Choice xmlns:v="urn:schemas-microsoft-com:vml" Requires="v">
                <p:oleObj spid="_x0000_s9016" name="Equation" r:id="rId13" imgW="32004000" imgH="16459200" progId="Equation.DSMT4">
                  <p:embed/>
                </p:oleObj>
              </mc:Choice>
              <mc:Fallback>
                <p:oleObj name="Equation" r:id="rId13" imgW="32004000" imgH="16459200" progId="Equation.DSMT4">
                  <p:embed/>
                  <p:pic>
                    <p:nvPicPr>
                      <p:cNvPr id="0" name="Object 9"/>
                      <p:cNvPicPr>
                        <a:picLocks noChangeAspect="1" noChangeArrowheads="1"/>
                      </p:cNvPicPr>
                      <p:nvPr/>
                    </p:nvPicPr>
                    <p:blipFill>
                      <a:blip r:embed="rId14"/>
                      <a:srcRect/>
                      <a:stretch>
                        <a:fillRect/>
                      </a:stretch>
                    </p:blipFill>
                    <p:spPr bwMode="auto">
                      <a:xfrm>
                        <a:off x="6464300" y="4708525"/>
                        <a:ext cx="3206750" cy="164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9"/>
          <p:cNvGrpSpPr/>
          <p:nvPr/>
        </p:nvGrpSpPr>
        <p:grpSpPr bwMode="auto">
          <a:xfrm>
            <a:off x="2809875" y="5857875"/>
            <a:ext cx="2241550" cy="522288"/>
            <a:chOff x="927" y="3696"/>
            <a:chExt cx="1412" cy="329"/>
          </a:xfrm>
        </p:grpSpPr>
        <p:sp>
          <p:nvSpPr>
            <p:cNvPr id="22546" name="Text Box 20"/>
            <p:cNvSpPr txBox="1">
              <a:spLocks noChangeArrowheads="1"/>
            </p:cNvSpPr>
            <p:nvPr/>
          </p:nvSpPr>
          <p:spPr bwMode="auto">
            <a:xfrm>
              <a:off x="1104" y="3696"/>
              <a:ext cx="1235"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为采样间隔</a:t>
              </a:r>
              <a:endParaRPr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22534" name="Object 10"/>
            <p:cNvGraphicFramePr>
              <a:graphicFrameLocks noChangeAspect="1"/>
            </p:cNvGraphicFramePr>
            <p:nvPr/>
          </p:nvGraphicFramePr>
          <p:xfrm>
            <a:off x="927" y="3719"/>
            <a:ext cx="211" cy="249"/>
          </p:xfrm>
          <a:graphic>
            <a:graphicData uri="http://schemas.openxmlformats.org/presentationml/2006/ole">
              <mc:AlternateContent xmlns:mc="http://schemas.openxmlformats.org/markup-compatibility/2006">
                <mc:Choice xmlns:v="urn:schemas-microsoft-com:vml" Requires="v">
                  <p:oleObj spid="_x0000_s9017" name="Equation" r:id="rId15" imgW="139700" imgH="165100" progId="Equation.DSMT4">
                    <p:embed/>
                  </p:oleObj>
                </mc:Choice>
                <mc:Fallback>
                  <p:oleObj name="Equation" r:id="rId15" imgW="139700" imgH="1651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27" y="3719"/>
                          <a:ext cx="211"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linds(horizontal)">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linds(horizontal)">
                                      <p:cBhvr>
                                        <p:cTn id="20" dur="500"/>
                                        <p:tgtEl>
                                          <p:spTgt spid="20"/>
                                        </p:tgtEl>
                                      </p:cBhvr>
                                    </p:animEffect>
                                  </p:childTnLst>
                                </p:cTn>
                              </p:par>
                              <p:par>
                                <p:cTn id="21" presetID="3" presetClass="entr" presetSubtype="1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linds(horizontal)">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blinds(horizontal)">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3"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0DD8EA-DBBD-4880-A785-EFD977F122CC}"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pSp>
        <p:nvGrpSpPr>
          <p:cNvPr id="23575" name="Group 2"/>
          <p:cNvGrpSpPr/>
          <p:nvPr/>
        </p:nvGrpSpPr>
        <p:grpSpPr bwMode="auto">
          <a:xfrm>
            <a:off x="3095625" y="1336675"/>
            <a:ext cx="5695950" cy="5311848"/>
            <a:chOff x="912" y="528"/>
            <a:chExt cx="3888" cy="3506"/>
          </a:xfrm>
        </p:grpSpPr>
        <p:sp>
          <p:nvSpPr>
            <p:cNvPr id="23576" name="Text Box 3"/>
            <p:cNvSpPr txBox="1">
              <a:spLocks noChangeArrowheads="1"/>
            </p:cNvSpPr>
            <p:nvPr/>
          </p:nvSpPr>
          <p:spPr bwMode="auto">
            <a:xfrm>
              <a:off x="1200" y="934"/>
              <a:ext cx="22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ea typeface="楷体_GB2312" panose="02010609030101010101" pitchFamily="49" charset="-122"/>
                  <a:cs typeface="Times New Roman" panose="02020603050405020304" pitchFamily="18" charset="0"/>
                </a:rPr>
                <a:t>  </a:t>
              </a:r>
              <a:endParaRPr lang="en-US" altLang="zh-CN" sz="240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23577" name="Freeform 4"/>
            <p:cNvSpPr/>
            <p:nvPr/>
          </p:nvSpPr>
          <p:spPr bwMode="auto">
            <a:xfrm>
              <a:off x="1256" y="576"/>
              <a:ext cx="3064" cy="559"/>
            </a:xfrm>
            <a:custGeom>
              <a:avLst/>
              <a:gdLst>
                <a:gd name="T0" fmla="*/ 21 w 2192"/>
                <a:gd name="T1" fmla="*/ 522 h 559"/>
                <a:gd name="T2" fmla="*/ 84 w 2192"/>
                <a:gd name="T3" fmla="*/ 476 h 559"/>
                <a:gd name="T4" fmla="*/ 527 w 2192"/>
                <a:gd name="T5" fmla="*/ 23 h 559"/>
                <a:gd name="T6" fmla="*/ 1606 w 2192"/>
                <a:gd name="T7" fmla="*/ 340 h 559"/>
                <a:gd name="T8" fmla="*/ 2429 w 2192"/>
                <a:gd name="T9" fmla="*/ 159 h 559"/>
                <a:gd name="T10" fmla="*/ 3064 w 2192"/>
                <a:gd name="T11" fmla="*/ 386 h 559"/>
                <a:gd name="T12" fmla="*/ 0 60000 65536"/>
                <a:gd name="T13" fmla="*/ 0 60000 65536"/>
                <a:gd name="T14" fmla="*/ 0 60000 65536"/>
                <a:gd name="T15" fmla="*/ 0 60000 65536"/>
                <a:gd name="T16" fmla="*/ 0 60000 65536"/>
                <a:gd name="T17" fmla="*/ 0 60000 65536"/>
                <a:gd name="T18" fmla="*/ 0 w 2192"/>
                <a:gd name="T19" fmla="*/ 0 h 559"/>
                <a:gd name="T20" fmla="*/ 2192 w 2192"/>
                <a:gd name="T21" fmla="*/ 559 h 559"/>
              </a:gdLst>
              <a:ahLst/>
              <a:cxnLst>
                <a:cxn ang="T12">
                  <a:pos x="T0" y="T1"/>
                </a:cxn>
                <a:cxn ang="T13">
                  <a:pos x="T2" y="T3"/>
                </a:cxn>
                <a:cxn ang="T14">
                  <a:pos x="T4" y="T5"/>
                </a:cxn>
                <a:cxn ang="T15">
                  <a:pos x="T6" y="T7"/>
                </a:cxn>
                <a:cxn ang="T16">
                  <a:pos x="T8" y="T9"/>
                </a:cxn>
                <a:cxn ang="T17">
                  <a:pos x="T10" y="T11"/>
                </a:cxn>
              </a:cxnLst>
              <a:rect l="T18" t="T19" r="T20" b="T21"/>
              <a:pathLst>
                <a:path w="2192" h="559">
                  <a:moveTo>
                    <a:pt x="15" y="522"/>
                  </a:moveTo>
                  <a:cubicBezTo>
                    <a:pt x="7" y="540"/>
                    <a:pt x="0" y="559"/>
                    <a:pt x="60" y="476"/>
                  </a:cubicBezTo>
                  <a:cubicBezTo>
                    <a:pt x="120" y="393"/>
                    <a:pt x="196" y="46"/>
                    <a:pt x="377" y="23"/>
                  </a:cubicBezTo>
                  <a:cubicBezTo>
                    <a:pt x="558" y="0"/>
                    <a:pt x="922" y="317"/>
                    <a:pt x="1149" y="340"/>
                  </a:cubicBezTo>
                  <a:cubicBezTo>
                    <a:pt x="1376" y="363"/>
                    <a:pt x="1564" y="151"/>
                    <a:pt x="1738" y="159"/>
                  </a:cubicBezTo>
                  <a:cubicBezTo>
                    <a:pt x="1912" y="167"/>
                    <a:pt x="2052" y="276"/>
                    <a:pt x="2192" y="386"/>
                  </a:cubicBezTo>
                </a:path>
              </a:pathLst>
            </a:custGeom>
            <a:noFill/>
            <a:ln w="28575">
              <a:solidFill>
                <a:srgbClr val="000099"/>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23578" name="Line 5"/>
            <p:cNvSpPr>
              <a:spLocks noChangeShapeType="1"/>
            </p:cNvSpPr>
            <p:nvPr/>
          </p:nvSpPr>
          <p:spPr bwMode="auto">
            <a:xfrm>
              <a:off x="1056" y="1292"/>
              <a:ext cx="3614" cy="0"/>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79" name="Line 6"/>
            <p:cNvSpPr>
              <a:spLocks noChangeShapeType="1"/>
            </p:cNvSpPr>
            <p:nvPr/>
          </p:nvSpPr>
          <p:spPr bwMode="auto">
            <a:xfrm>
              <a:off x="1123" y="2318"/>
              <a:ext cx="3677" cy="0"/>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0" name="Line 7"/>
            <p:cNvSpPr>
              <a:spLocks noChangeShapeType="1"/>
            </p:cNvSpPr>
            <p:nvPr/>
          </p:nvSpPr>
          <p:spPr bwMode="auto">
            <a:xfrm flipV="1">
              <a:off x="2732" y="2012"/>
              <a:ext cx="0" cy="318"/>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1" name="Line 8"/>
            <p:cNvSpPr>
              <a:spLocks noChangeShapeType="1"/>
            </p:cNvSpPr>
            <p:nvPr/>
          </p:nvSpPr>
          <p:spPr bwMode="auto">
            <a:xfrm flipV="1">
              <a:off x="2732" y="1196"/>
              <a:ext cx="0" cy="91"/>
            </a:xfrm>
            <a:prstGeom prst="line">
              <a:avLst/>
            </a:prstGeom>
            <a:noFill/>
            <a:ln w="9525">
              <a:solidFill>
                <a:srgbClr val="000099"/>
              </a:solidFill>
              <a:rou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2" name="Line 9"/>
            <p:cNvSpPr>
              <a:spLocks noChangeShapeType="1"/>
            </p:cNvSpPr>
            <p:nvPr/>
          </p:nvSpPr>
          <p:spPr bwMode="auto">
            <a:xfrm flipV="1">
              <a:off x="3202" y="2012"/>
              <a:ext cx="0" cy="318"/>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3" name="Line 10"/>
            <p:cNvSpPr>
              <a:spLocks noChangeShapeType="1"/>
            </p:cNvSpPr>
            <p:nvPr/>
          </p:nvSpPr>
          <p:spPr bwMode="auto">
            <a:xfrm flipV="1">
              <a:off x="3671" y="2012"/>
              <a:ext cx="0" cy="318"/>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4" name="Line 11"/>
            <p:cNvSpPr>
              <a:spLocks noChangeShapeType="1"/>
            </p:cNvSpPr>
            <p:nvPr/>
          </p:nvSpPr>
          <p:spPr bwMode="auto">
            <a:xfrm flipV="1">
              <a:off x="4075" y="2012"/>
              <a:ext cx="0" cy="318"/>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5" name="Line 12"/>
            <p:cNvSpPr>
              <a:spLocks noChangeShapeType="1"/>
            </p:cNvSpPr>
            <p:nvPr/>
          </p:nvSpPr>
          <p:spPr bwMode="auto">
            <a:xfrm flipV="1">
              <a:off x="2263" y="2012"/>
              <a:ext cx="0" cy="318"/>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6" name="Line 13"/>
            <p:cNvSpPr>
              <a:spLocks noChangeShapeType="1"/>
            </p:cNvSpPr>
            <p:nvPr/>
          </p:nvSpPr>
          <p:spPr bwMode="auto">
            <a:xfrm flipV="1">
              <a:off x="1793" y="2012"/>
              <a:ext cx="0" cy="318"/>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7" name="Line 14"/>
            <p:cNvSpPr>
              <a:spLocks noChangeShapeType="1"/>
            </p:cNvSpPr>
            <p:nvPr/>
          </p:nvSpPr>
          <p:spPr bwMode="auto">
            <a:xfrm flipV="1">
              <a:off x="1323" y="2012"/>
              <a:ext cx="0" cy="318"/>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8" name="Line 15"/>
            <p:cNvSpPr>
              <a:spLocks noChangeShapeType="1"/>
            </p:cNvSpPr>
            <p:nvPr/>
          </p:nvSpPr>
          <p:spPr bwMode="auto">
            <a:xfrm>
              <a:off x="912" y="2222"/>
              <a:ext cx="381" cy="0"/>
            </a:xfrm>
            <a:prstGeom prst="line">
              <a:avLst/>
            </a:prstGeom>
            <a:noFill/>
            <a:ln w="28575">
              <a:solidFill>
                <a:srgbClr val="000099"/>
              </a:solidFill>
              <a:prstDash val="sysDot"/>
              <a:rou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89" name="Line 16"/>
            <p:cNvSpPr>
              <a:spLocks noChangeShapeType="1"/>
            </p:cNvSpPr>
            <p:nvPr/>
          </p:nvSpPr>
          <p:spPr bwMode="auto">
            <a:xfrm>
              <a:off x="4208" y="2204"/>
              <a:ext cx="381" cy="0"/>
            </a:xfrm>
            <a:prstGeom prst="line">
              <a:avLst/>
            </a:prstGeom>
            <a:noFill/>
            <a:ln w="28575">
              <a:solidFill>
                <a:srgbClr val="000099"/>
              </a:solidFill>
              <a:prstDash val="sysDot"/>
              <a:rou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graphicFrame>
          <p:nvGraphicFramePr>
            <p:cNvPr id="23554" name="Object 2"/>
            <p:cNvGraphicFramePr>
              <a:graphicFrameLocks noChangeAspect="1"/>
            </p:cNvGraphicFramePr>
            <p:nvPr/>
          </p:nvGraphicFramePr>
          <p:xfrm>
            <a:off x="960" y="528"/>
            <a:ext cx="420" cy="296"/>
          </p:xfrm>
          <a:graphic>
            <a:graphicData uri="http://schemas.openxmlformats.org/presentationml/2006/ole">
              <mc:AlternateContent xmlns:mc="http://schemas.openxmlformats.org/markup-compatibility/2006">
                <mc:Choice xmlns:v="urn:schemas-microsoft-com:vml" Requires="v">
                  <p:oleObj spid="_x0000_s43924" name="Equation" r:id="rId1" imgW="279400" imgH="203200" progId="Equation.DSMT4">
                    <p:embed/>
                  </p:oleObj>
                </mc:Choice>
                <mc:Fallback>
                  <p:oleObj name="Equation" r:id="rId1" imgW="2794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 y="528"/>
                          <a:ext cx="42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90" name="Text Box 18"/>
            <p:cNvSpPr txBox="1">
              <a:spLocks noChangeArrowheads="1"/>
            </p:cNvSpPr>
            <p:nvPr/>
          </p:nvSpPr>
          <p:spPr bwMode="auto">
            <a:xfrm>
              <a:off x="2610" y="1310"/>
              <a:ext cx="22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1B0682"/>
                  </a:solidFill>
                  <a:latin typeface="Times New Roman" panose="02020603050405020304" pitchFamily="18" charset="0"/>
                  <a:ea typeface="楷体_GB2312" panose="02010609030101010101" pitchFamily="49" charset="-122"/>
                  <a:cs typeface="Times New Roman" panose="02020603050405020304" pitchFamily="18" charset="0"/>
                </a:rPr>
                <a:t>0</a:t>
              </a:r>
              <a:endParaRPr lang="en-US" altLang="zh-CN" sz="2400">
                <a:solidFill>
                  <a:srgbClr val="1B0682"/>
                </a:solidFill>
                <a:latin typeface="Times New Roman" panose="02020603050405020304" pitchFamily="18" charset="0"/>
                <a:ea typeface="楷体_GB2312" panose="02010609030101010101" pitchFamily="49" charset="-122"/>
                <a:cs typeface="Times New Roman" panose="02020603050405020304" pitchFamily="18" charset="0"/>
              </a:endParaRPr>
            </a:p>
          </p:txBody>
        </p:sp>
        <p:graphicFrame>
          <p:nvGraphicFramePr>
            <p:cNvPr id="23555" name="Object 3"/>
            <p:cNvGraphicFramePr>
              <a:graphicFrameLocks noChangeAspect="1"/>
            </p:cNvGraphicFramePr>
            <p:nvPr/>
          </p:nvGraphicFramePr>
          <p:xfrm>
            <a:off x="988" y="1685"/>
            <a:ext cx="475" cy="296"/>
          </p:xfrm>
          <a:graphic>
            <a:graphicData uri="http://schemas.openxmlformats.org/presentationml/2006/ole">
              <mc:AlternateContent xmlns:mc="http://schemas.openxmlformats.org/markup-compatibility/2006">
                <mc:Choice xmlns:v="urn:schemas-microsoft-com:vml" Requires="v">
                  <p:oleObj spid="_x0000_s43925" name="Equation" r:id="rId3" imgW="304800" imgH="203200" progId="Equation.DSMT4">
                    <p:embed/>
                  </p:oleObj>
                </mc:Choice>
                <mc:Fallback>
                  <p:oleObj name="Equation" r:id="rId3" imgW="3048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 y="1685"/>
                          <a:ext cx="47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6" name="Object 4"/>
            <p:cNvGraphicFramePr>
              <a:graphicFrameLocks noChangeAspect="1"/>
            </p:cNvGraphicFramePr>
            <p:nvPr/>
          </p:nvGraphicFramePr>
          <p:xfrm>
            <a:off x="4410" y="1052"/>
            <a:ext cx="182" cy="222"/>
          </p:xfrm>
          <a:graphic>
            <a:graphicData uri="http://schemas.openxmlformats.org/presentationml/2006/ole">
              <mc:AlternateContent xmlns:mc="http://schemas.openxmlformats.org/markup-compatibility/2006">
                <mc:Choice xmlns:v="urn:schemas-microsoft-com:vml" Requires="v">
                  <p:oleObj spid="_x0000_s43926" name="Equation" r:id="rId5" imgW="88900" imgH="152400" progId="Equation.DSMT4">
                    <p:embed/>
                  </p:oleObj>
                </mc:Choice>
                <mc:Fallback>
                  <p:oleObj name="Equation" r:id="rId5" imgW="88900" imgH="152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0" y="1052"/>
                          <a:ext cx="182"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7" name="Object 5"/>
            <p:cNvGraphicFramePr>
              <a:graphicFrameLocks noChangeAspect="1"/>
            </p:cNvGraphicFramePr>
            <p:nvPr/>
          </p:nvGraphicFramePr>
          <p:xfrm>
            <a:off x="4613" y="2108"/>
            <a:ext cx="177" cy="220"/>
          </p:xfrm>
          <a:graphic>
            <a:graphicData uri="http://schemas.openxmlformats.org/presentationml/2006/ole">
              <mc:AlternateContent xmlns:mc="http://schemas.openxmlformats.org/markup-compatibility/2006">
                <mc:Choice xmlns:v="urn:schemas-microsoft-com:vml" Requires="v">
                  <p:oleObj spid="_x0000_s43927" name="Equation" r:id="rId7" imgW="88900" imgH="152400" progId="Equation.DSMT4">
                    <p:embed/>
                  </p:oleObj>
                </mc:Choice>
                <mc:Fallback>
                  <p:oleObj name="Equation" r:id="rId7" imgW="88900" imgH="1524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3" y="2108"/>
                          <a:ext cx="177"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8" name="Object 6"/>
            <p:cNvGraphicFramePr>
              <a:graphicFrameLocks noChangeAspect="1"/>
            </p:cNvGraphicFramePr>
            <p:nvPr/>
          </p:nvGraphicFramePr>
          <p:xfrm>
            <a:off x="1564" y="2327"/>
            <a:ext cx="368" cy="241"/>
          </p:xfrm>
          <a:graphic>
            <a:graphicData uri="http://schemas.openxmlformats.org/presentationml/2006/ole">
              <mc:AlternateContent xmlns:mc="http://schemas.openxmlformats.org/markup-compatibility/2006">
                <mc:Choice xmlns:v="urn:schemas-microsoft-com:vml" Requires="v">
                  <p:oleObj spid="_x0000_s43928" name="Equation" r:id="rId8" imgW="304800" imgH="165100" progId="Equation.DSMT4">
                    <p:embed/>
                  </p:oleObj>
                </mc:Choice>
                <mc:Fallback>
                  <p:oleObj name="Equation" r:id="rId8" imgW="304800" imgH="1651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64" y="2327"/>
                          <a:ext cx="368"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59" name="Object 7"/>
            <p:cNvGraphicFramePr>
              <a:graphicFrameLocks noChangeAspect="1"/>
            </p:cNvGraphicFramePr>
            <p:nvPr/>
          </p:nvGraphicFramePr>
          <p:xfrm>
            <a:off x="3508" y="2366"/>
            <a:ext cx="312" cy="241"/>
          </p:xfrm>
          <a:graphic>
            <a:graphicData uri="http://schemas.openxmlformats.org/presentationml/2006/ole">
              <mc:AlternateContent xmlns:mc="http://schemas.openxmlformats.org/markup-compatibility/2006">
                <mc:Choice xmlns:v="urn:schemas-microsoft-com:vml" Requires="v">
                  <p:oleObj spid="_x0000_s43929" name="Equation" r:id="rId10" imgW="215900" imgH="165100" progId="Equation.DSMT4">
                    <p:embed/>
                  </p:oleObj>
                </mc:Choice>
                <mc:Fallback>
                  <p:oleObj name="Equation" r:id="rId10" imgW="215900" imgH="16510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8" y="2366"/>
                          <a:ext cx="312"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0" name="Object 8"/>
            <p:cNvGraphicFramePr>
              <a:graphicFrameLocks noChangeAspect="1"/>
            </p:cNvGraphicFramePr>
            <p:nvPr/>
          </p:nvGraphicFramePr>
          <p:xfrm>
            <a:off x="3069" y="2346"/>
            <a:ext cx="280" cy="239"/>
          </p:xfrm>
          <a:graphic>
            <a:graphicData uri="http://schemas.openxmlformats.org/presentationml/2006/ole">
              <mc:AlternateContent xmlns:mc="http://schemas.openxmlformats.org/markup-compatibility/2006">
                <mc:Choice xmlns:v="urn:schemas-microsoft-com:vml" Requires="v">
                  <p:oleObj spid="_x0000_s43930" name="Equation" r:id="rId12" imgW="139700" imgH="165100" progId="Equation.DSMT4">
                    <p:embed/>
                  </p:oleObj>
                </mc:Choice>
                <mc:Fallback>
                  <p:oleObj name="Equation" r:id="rId12" imgW="139700" imgH="1651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69" y="2346"/>
                          <a:ext cx="280"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1" name="Object 9"/>
            <p:cNvGraphicFramePr>
              <a:graphicFrameLocks noChangeAspect="1"/>
            </p:cNvGraphicFramePr>
            <p:nvPr/>
          </p:nvGraphicFramePr>
          <p:xfrm>
            <a:off x="2092" y="2347"/>
            <a:ext cx="366" cy="241"/>
          </p:xfrm>
          <a:graphic>
            <a:graphicData uri="http://schemas.openxmlformats.org/presentationml/2006/ole">
              <mc:AlternateContent xmlns:mc="http://schemas.openxmlformats.org/markup-compatibility/2006">
                <mc:Choice xmlns:v="urn:schemas-microsoft-com:vml" Requires="v">
                  <p:oleObj spid="_x0000_s43931" name="Equation" r:id="rId14" imgW="254000" imgH="165100" progId="Equation.DSMT4">
                    <p:embed/>
                  </p:oleObj>
                </mc:Choice>
                <mc:Fallback>
                  <p:oleObj name="Equation" r:id="rId14" imgW="254000" imgH="165100"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92" y="2347"/>
                          <a:ext cx="36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91" name="Rectangle 26"/>
            <p:cNvSpPr>
              <a:spLocks noChangeArrowheads="1"/>
            </p:cNvSpPr>
            <p:nvPr/>
          </p:nvSpPr>
          <p:spPr bwMode="auto">
            <a:xfrm>
              <a:off x="2619" y="2328"/>
              <a:ext cx="22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1B0682"/>
                  </a:solidFill>
                  <a:latin typeface="Times New Roman" panose="02020603050405020304" pitchFamily="18" charset="0"/>
                  <a:ea typeface="楷体_GB2312" panose="02010609030101010101" pitchFamily="49" charset="-122"/>
                  <a:cs typeface="Times New Roman" panose="02020603050405020304" pitchFamily="18" charset="0"/>
                </a:rPr>
                <a:t>0</a:t>
              </a:r>
              <a:endParaRPr lang="en-US" altLang="zh-CN" sz="2400">
                <a:solidFill>
                  <a:srgbClr val="1B0682"/>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23592" name="Freeform 27"/>
            <p:cNvSpPr/>
            <p:nvPr/>
          </p:nvSpPr>
          <p:spPr bwMode="auto">
            <a:xfrm>
              <a:off x="1178" y="2921"/>
              <a:ext cx="3064" cy="559"/>
            </a:xfrm>
            <a:custGeom>
              <a:avLst/>
              <a:gdLst>
                <a:gd name="T0" fmla="*/ 21 w 2192"/>
                <a:gd name="T1" fmla="*/ 522 h 559"/>
                <a:gd name="T2" fmla="*/ 84 w 2192"/>
                <a:gd name="T3" fmla="*/ 476 h 559"/>
                <a:gd name="T4" fmla="*/ 527 w 2192"/>
                <a:gd name="T5" fmla="*/ 23 h 559"/>
                <a:gd name="T6" fmla="*/ 1606 w 2192"/>
                <a:gd name="T7" fmla="*/ 340 h 559"/>
                <a:gd name="T8" fmla="*/ 2429 w 2192"/>
                <a:gd name="T9" fmla="*/ 159 h 559"/>
                <a:gd name="T10" fmla="*/ 3064 w 2192"/>
                <a:gd name="T11" fmla="*/ 386 h 559"/>
                <a:gd name="T12" fmla="*/ 0 60000 65536"/>
                <a:gd name="T13" fmla="*/ 0 60000 65536"/>
                <a:gd name="T14" fmla="*/ 0 60000 65536"/>
                <a:gd name="T15" fmla="*/ 0 60000 65536"/>
                <a:gd name="T16" fmla="*/ 0 60000 65536"/>
                <a:gd name="T17" fmla="*/ 0 60000 65536"/>
                <a:gd name="T18" fmla="*/ 0 w 2192"/>
                <a:gd name="T19" fmla="*/ 0 h 559"/>
                <a:gd name="T20" fmla="*/ 2192 w 2192"/>
                <a:gd name="T21" fmla="*/ 559 h 559"/>
              </a:gdLst>
              <a:ahLst/>
              <a:cxnLst>
                <a:cxn ang="T12">
                  <a:pos x="T0" y="T1"/>
                </a:cxn>
                <a:cxn ang="T13">
                  <a:pos x="T2" y="T3"/>
                </a:cxn>
                <a:cxn ang="T14">
                  <a:pos x="T4" y="T5"/>
                </a:cxn>
                <a:cxn ang="T15">
                  <a:pos x="T6" y="T7"/>
                </a:cxn>
                <a:cxn ang="T16">
                  <a:pos x="T8" y="T9"/>
                </a:cxn>
                <a:cxn ang="T17">
                  <a:pos x="T10" y="T11"/>
                </a:cxn>
              </a:cxnLst>
              <a:rect l="T18" t="T19" r="T20" b="T21"/>
              <a:pathLst>
                <a:path w="2192" h="559">
                  <a:moveTo>
                    <a:pt x="15" y="522"/>
                  </a:moveTo>
                  <a:cubicBezTo>
                    <a:pt x="7" y="540"/>
                    <a:pt x="0" y="559"/>
                    <a:pt x="60" y="476"/>
                  </a:cubicBezTo>
                  <a:cubicBezTo>
                    <a:pt x="120" y="393"/>
                    <a:pt x="196" y="46"/>
                    <a:pt x="377" y="23"/>
                  </a:cubicBezTo>
                  <a:cubicBezTo>
                    <a:pt x="558" y="0"/>
                    <a:pt x="922" y="317"/>
                    <a:pt x="1149" y="340"/>
                  </a:cubicBezTo>
                  <a:cubicBezTo>
                    <a:pt x="1376" y="363"/>
                    <a:pt x="1564" y="151"/>
                    <a:pt x="1738" y="159"/>
                  </a:cubicBezTo>
                  <a:cubicBezTo>
                    <a:pt x="1912" y="167"/>
                    <a:pt x="2052" y="276"/>
                    <a:pt x="2192" y="386"/>
                  </a:cubicBezTo>
                </a:path>
              </a:pathLst>
            </a:custGeom>
            <a:noFill/>
            <a:ln w="28575">
              <a:solidFill>
                <a:srgbClr val="000099"/>
              </a:solidFill>
              <a:prstDash val="dash"/>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23593" name="Line 28"/>
            <p:cNvSpPr>
              <a:spLocks noChangeShapeType="1"/>
            </p:cNvSpPr>
            <p:nvPr/>
          </p:nvSpPr>
          <p:spPr bwMode="auto">
            <a:xfrm>
              <a:off x="988" y="3737"/>
              <a:ext cx="3740" cy="0"/>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94" name="Line 29"/>
            <p:cNvSpPr>
              <a:spLocks noChangeShapeType="1"/>
            </p:cNvSpPr>
            <p:nvPr/>
          </p:nvSpPr>
          <p:spPr bwMode="auto">
            <a:xfrm flipV="1">
              <a:off x="2764" y="2876"/>
              <a:ext cx="0" cy="861"/>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95" name="Line 30"/>
            <p:cNvSpPr>
              <a:spLocks noChangeShapeType="1"/>
            </p:cNvSpPr>
            <p:nvPr/>
          </p:nvSpPr>
          <p:spPr bwMode="auto">
            <a:xfrm flipV="1">
              <a:off x="3208" y="3148"/>
              <a:ext cx="0" cy="589"/>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96" name="Line 31"/>
            <p:cNvSpPr>
              <a:spLocks noChangeShapeType="1"/>
            </p:cNvSpPr>
            <p:nvPr/>
          </p:nvSpPr>
          <p:spPr bwMode="auto">
            <a:xfrm flipV="1">
              <a:off x="3651" y="3057"/>
              <a:ext cx="0" cy="680"/>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97" name="Line 32"/>
            <p:cNvSpPr>
              <a:spLocks noChangeShapeType="1"/>
            </p:cNvSpPr>
            <p:nvPr/>
          </p:nvSpPr>
          <p:spPr bwMode="auto">
            <a:xfrm flipV="1">
              <a:off x="4095" y="3193"/>
              <a:ext cx="0" cy="544"/>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98" name="Line 33"/>
            <p:cNvSpPr>
              <a:spLocks noChangeShapeType="1"/>
            </p:cNvSpPr>
            <p:nvPr/>
          </p:nvSpPr>
          <p:spPr bwMode="auto">
            <a:xfrm flipV="1">
              <a:off x="2321" y="3148"/>
              <a:ext cx="0" cy="589"/>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599" name="Line 34"/>
            <p:cNvSpPr>
              <a:spLocks noChangeShapeType="1"/>
            </p:cNvSpPr>
            <p:nvPr/>
          </p:nvSpPr>
          <p:spPr bwMode="auto">
            <a:xfrm flipV="1">
              <a:off x="1876" y="2966"/>
              <a:ext cx="0" cy="771"/>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600" name="Line 35"/>
            <p:cNvSpPr>
              <a:spLocks noChangeShapeType="1"/>
            </p:cNvSpPr>
            <p:nvPr/>
          </p:nvSpPr>
          <p:spPr bwMode="auto">
            <a:xfrm flipV="1">
              <a:off x="1434" y="3148"/>
              <a:ext cx="0" cy="589"/>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601" name="Line 36"/>
            <p:cNvSpPr>
              <a:spLocks noChangeShapeType="1"/>
            </p:cNvSpPr>
            <p:nvPr/>
          </p:nvSpPr>
          <p:spPr bwMode="auto">
            <a:xfrm>
              <a:off x="988" y="3556"/>
              <a:ext cx="381" cy="0"/>
            </a:xfrm>
            <a:prstGeom prst="line">
              <a:avLst/>
            </a:prstGeom>
            <a:noFill/>
            <a:ln w="28575">
              <a:solidFill>
                <a:srgbClr val="000099"/>
              </a:solidFill>
              <a:prstDash val="sysDot"/>
              <a:rou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602" name="Line 37"/>
            <p:cNvSpPr>
              <a:spLocks noChangeShapeType="1"/>
            </p:cNvSpPr>
            <p:nvPr/>
          </p:nvSpPr>
          <p:spPr bwMode="auto">
            <a:xfrm>
              <a:off x="4222" y="3556"/>
              <a:ext cx="379" cy="0"/>
            </a:xfrm>
            <a:prstGeom prst="line">
              <a:avLst/>
            </a:prstGeom>
            <a:noFill/>
            <a:ln w="28575">
              <a:solidFill>
                <a:srgbClr val="000099"/>
              </a:solidFill>
              <a:prstDash val="sysDot"/>
              <a:roun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sp>
          <p:nvSpPr>
            <p:cNvPr id="23603" name="Line 38"/>
            <p:cNvSpPr>
              <a:spLocks noChangeShapeType="1"/>
            </p:cNvSpPr>
            <p:nvPr/>
          </p:nvSpPr>
          <p:spPr bwMode="auto">
            <a:xfrm flipV="1">
              <a:off x="2764" y="3238"/>
              <a:ext cx="0" cy="499"/>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endParaRPr lang="en-US">
                <a:latin typeface="Times New Roman" panose="02020603050405020304" pitchFamily="18" charset="0"/>
                <a:cs typeface="Times New Roman" panose="02020603050405020304" pitchFamily="18" charset="0"/>
              </a:endParaRPr>
            </a:p>
          </p:txBody>
        </p:sp>
        <p:graphicFrame>
          <p:nvGraphicFramePr>
            <p:cNvPr id="23562" name="Object 10"/>
            <p:cNvGraphicFramePr>
              <a:graphicFrameLocks noChangeAspect="1"/>
            </p:cNvGraphicFramePr>
            <p:nvPr/>
          </p:nvGraphicFramePr>
          <p:xfrm>
            <a:off x="4558" y="3481"/>
            <a:ext cx="179" cy="220"/>
          </p:xfrm>
          <a:graphic>
            <a:graphicData uri="http://schemas.openxmlformats.org/presentationml/2006/ole">
              <mc:AlternateContent xmlns:mc="http://schemas.openxmlformats.org/markup-compatibility/2006">
                <mc:Choice xmlns:v="urn:schemas-microsoft-com:vml" Requires="v">
                  <p:oleObj spid="_x0000_s43932" name="Equation" r:id="rId16" imgW="88900" imgH="152400" progId="Equation.DSMT4">
                    <p:embed/>
                  </p:oleObj>
                </mc:Choice>
                <mc:Fallback>
                  <p:oleObj name="Equation" r:id="rId16" imgW="88900" imgH="1524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8" y="3481"/>
                          <a:ext cx="179" cy="22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3" name="Object 11"/>
            <p:cNvGraphicFramePr>
              <a:graphicFrameLocks noChangeAspect="1"/>
            </p:cNvGraphicFramePr>
            <p:nvPr/>
          </p:nvGraphicFramePr>
          <p:xfrm>
            <a:off x="2064" y="2832"/>
            <a:ext cx="514" cy="268"/>
          </p:xfrm>
          <a:graphic>
            <a:graphicData uri="http://schemas.openxmlformats.org/presentationml/2006/ole">
              <mc:AlternateContent xmlns:mc="http://schemas.openxmlformats.org/markup-compatibility/2006">
                <mc:Choice xmlns:v="urn:schemas-microsoft-com:vml" Requires="v">
                  <p:oleObj spid="_x0000_s43933" name="Equation" r:id="rId17" imgW="419100" imgH="203200" progId="Equation.DSMT4">
                    <p:embed/>
                  </p:oleObj>
                </mc:Choice>
                <mc:Fallback>
                  <p:oleObj name="Equation" r:id="rId17" imgW="419100" imgH="203200"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64" y="2832"/>
                          <a:ext cx="514"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4" name="Object 12"/>
            <p:cNvGraphicFramePr>
              <a:graphicFrameLocks noChangeAspect="1"/>
            </p:cNvGraphicFramePr>
            <p:nvPr/>
          </p:nvGraphicFramePr>
          <p:xfrm>
            <a:off x="3004" y="2883"/>
            <a:ext cx="415" cy="269"/>
          </p:xfrm>
          <a:graphic>
            <a:graphicData uri="http://schemas.openxmlformats.org/presentationml/2006/ole">
              <mc:AlternateContent xmlns:mc="http://schemas.openxmlformats.org/markup-compatibility/2006">
                <mc:Choice xmlns:v="urn:schemas-microsoft-com:vml" Requires="v">
                  <p:oleObj spid="_x0000_s43934" name="Equation" r:id="rId19" imgW="330200" imgH="203200" progId="Equation.DSMT4">
                    <p:embed/>
                  </p:oleObj>
                </mc:Choice>
                <mc:Fallback>
                  <p:oleObj name="Equation" r:id="rId19" imgW="330200" imgH="203200" progId="Equation.DSMT4">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04" y="2883"/>
                          <a:ext cx="41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5" name="Object 13"/>
            <p:cNvGraphicFramePr>
              <a:graphicFrameLocks noChangeAspect="1"/>
            </p:cNvGraphicFramePr>
            <p:nvPr/>
          </p:nvGraphicFramePr>
          <p:xfrm>
            <a:off x="3462" y="2832"/>
            <a:ext cx="518" cy="268"/>
          </p:xfrm>
          <a:graphic>
            <a:graphicData uri="http://schemas.openxmlformats.org/presentationml/2006/ole">
              <mc:AlternateContent xmlns:mc="http://schemas.openxmlformats.org/markup-compatibility/2006">
                <mc:Choice xmlns:v="urn:schemas-microsoft-com:vml" Requires="v">
                  <p:oleObj spid="_x0000_s43935" name="Equation" r:id="rId21" imgW="405765" imgH="203200" progId="Equation.DSMT4">
                    <p:embed/>
                  </p:oleObj>
                </mc:Choice>
                <mc:Fallback>
                  <p:oleObj name="Equation" r:id="rId21" imgW="405765" imgH="203200" progId="Equation.DSMT4">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62" y="2832"/>
                          <a:ext cx="51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6" name="Object 14"/>
            <p:cNvGraphicFramePr>
              <a:graphicFrameLocks noChangeAspect="1"/>
            </p:cNvGraphicFramePr>
            <p:nvPr/>
          </p:nvGraphicFramePr>
          <p:xfrm>
            <a:off x="2613" y="2976"/>
            <a:ext cx="435" cy="267"/>
          </p:xfrm>
          <a:graphic>
            <a:graphicData uri="http://schemas.openxmlformats.org/presentationml/2006/ole">
              <mc:AlternateContent xmlns:mc="http://schemas.openxmlformats.org/markup-compatibility/2006">
                <mc:Choice xmlns:v="urn:schemas-microsoft-com:vml" Requires="v">
                  <p:oleObj spid="_x0000_s43936" name="Equation" r:id="rId23" imgW="304800" imgH="203200" progId="Equation.DSMT4">
                    <p:embed/>
                  </p:oleObj>
                </mc:Choice>
                <mc:Fallback>
                  <p:oleObj name="Equation" r:id="rId23" imgW="304800" imgH="203200" progId="Equation.DSMT4">
                    <p:embed/>
                    <p:pic>
                      <p:nvPicPr>
                        <p:cNvPr id="0" name="Object 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13" y="2976"/>
                          <a:ext cx="435"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604" name="Rectangle 44"/>
            <p:cNvSpPr>
              <a:spLocks noChangeArrowheads="1"/>
            </p:cNvSpPr>
            <p:nvPr/>
          </p:nvSpPr>
          <p:spPr bwMode="auto">
            <a:xfrm>
              <a:off x="2641" y="3730"/>
              <a:ext cx="22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1B0682"/>
                  </a:solidFill>
                  <a:latin typeface="Times New Roman" panose="02020603050405020304" pitchFamily="18" charset="0"/>
                  <a:ea typeface="楷体_GB2312" panose="02010609030101010101" pitchFamily="49" charset="-122"/>
                  <a:cs typeface="Times New Roman" panose="02020603050405020304" pitchFamily="18" charset="0"/>
                </a:rPr>
                <a:t>0</a:t>
              </a:r>
              <a:endParaRPr lang="en-US" altLang="zh-CN" sz="2400">
                <a:solidFill>
                  <a:srgbClr val="1B0682"/>
                </a:solidFill>
                <a:latin typeface="Times New Roman" panose="02020603050405020304" pitchFamily="18" charset="0"/>
                <a:ea typeface="楷体_GB2312" panose="02010609030101010101" pitchFamily="49" charset="-122"/>
                <a:cs typeface="Times New Roman" panose="02020603050405020304" pitchFamily="18" charset="0"/>
              </a:endParaRPr>
            </a:p>
          </p:txBody>
        </p:sp>
        <p:graphicFrame>
          <p:nvGraphicFramePr>
            <p:cNvPr id="23567" name="Object 15"/>
            <p:cNvGraphicFramePr>
              <a:graphicFrameLocks noChangeAspect="1"/>
            </p:cNvGraphicFramePr>
            <p:nvPr/>
          </p:nvGraphicFramePr>
          <p:xfrm>
            <a:off x="3108" y="3763"/>
            <a:ext cx="226" cy="241"/>
          </p:xfrm>
          <a:graphic>
            <a:graphicData uri="http://schemas.openxmlformats.org/presentationml/2006/ole">
              <mc:AlternateContent xmlns:mc="http://schemas.openxmlformats.org/markup-compatibility/2006">
                <mc:Choice xmlns:v="urn:schemas-microsoft-com:vml" Requires="v">
                  <p:oleObj spid="_x0000_s43937" name="Equation" r:id="rId25" imgW="139700" imgH="165100" progId="Equation.DSMT4">
                    <p:embed/>
                  </p:oleObj>
                </mc:Choice>
                <mc:Fallback>
                  <p:oleObj name="Equation" r:id="rId25" imgW="139700" imgH="165100" progId="Equation.DSMT4">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08" y="3763"/>
                          <a:ext cx="226"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8" name="Object 16"/>
            <p:cNvGraphicFramePr>
              <a:graphicFrameLocks noChangeAspect="1"/>
            </p:cNvGraphicFramePr>
            <p:nvPr/>
          </p:nvGraphicFramePr>
          <p:xfrm>
            <a:off x="3471" y="3748"/>
            <a:ext cx="337" cy="241"/>
          </p:xfrm>
          <a:graphic>
            <a:graphicData uri="http://schemas.openxmlformats.org/presentationml/2006/ole">
              <mc:AlternateContent xmlns:mc="http://schemas.openxmlformats.org/markup-compatibility/2006">
                <mc:Choice xmlns:v="urn:schemas-microsoft-com:vml" Requires="v">
                  <p:oleObj spid="_x0000_s43938" name="Equation" r:id="rId26" imgW="215900" imgH="165100" progId="Equation.DSMT4">
                    <p:embed/>
                  </p:oleObj>
                </mc:Choice>
                <mc:Fallback>
                  <p:oleObj name="Equation" r:id="rId26" imgW="215900" imgH="165100"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1" y="3748"/>
                          <a:ext cx="337"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9" name="Object 17"/>
            <p:cNvGraphicFramePr>
              <a:graphicFrameLocks noChangeAspect="1"/>
            </p:cNvGraphicFramePr>
            <p:nvPr/>
          </p:nvGraphicFramePr>
          <p:xfrm>
            <a:off x="2140" y="3748"/>
            <a:ext cx="288" cy="240"/>
          </p:xfrm>
          <a:graphic>
            <a:graphicData uri="http://schemas.openxmlformats.org/presentationml/2006/ole">
              <mc:AlternateContent xmlns:mc="http://schemas.openxmlformats.org/markup-compatibility/2006">
                <mc:Choice xmlns:v="urn:schemas-microsoft-com:vml" Requires="v">
                  <p:oleObj spid="_x0000_s43939" name="Equation" r:id="rId27" imgW="254000" imgH="165100" progId="Equation.DSMT4">
                    <p:embed/>
                  </p:oleObj>
                </mc:Choice>
                <mc:Fallback>
                  <p:oleObj name="Equation" r:id="rId27" imgW="254000" imgH="165100" progId="Equation.DSMT4">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40" y="374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0" name="Object 18"/>
            <p:cNvGraphicFramePr>
              <a:graphicFrameLocks noChangeAspect="1"/>
            </p:cNvGraphicFramePr>
            <p:nvPr/>
          </p:nvGraphicFramePr>
          <p:xfrm>
            <a:off x="1632" y="3758"/>
            <a:ext cx="459" cy="241"/>
          </p:xfrm>
          <a:graphic>
            <a:graphicData uri="http://schemas.openxmlformats.org/presentationml/2006/ole">
              <mc:AlternateContent xmlns:mc="http://schemas.openxmlformats.org/markup-compatibility/2006">
                <mc:Choice xmlns:v="urn:schemas-microsoft-com:vml" Requires="v">
                  <p:oleObj spid="_x0000_s43940" name="Equation" r:id="rId28" imgW="304800" imgH="165100" progId="Equation.DSMT4">
                    <p:embed/>
                  </p:oleObj>
                </mc:Choice>
                <mc:Fallback>
                  <p:oleObj name="Equation" r:id="rId28" imgW="304800" imgH="165100"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32" y="3758"/>
                          <a:ext cx="459"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1" name="Object 19"/>
            <p:cNvGraphicFramePr>
              <a:graphicFrameLocks noChangeAspect="1"/>
            </p:cNvGraphicFramePr>
            <p:nvPr/>
          </p:nvGraphicFramePr>
          <p:xfrm>
            <a:off x="960" y="2694"/>
            <a:ext cx="384" cy="318"/>
          </p:xfrm>
          <a:graphic>
            <a:graphicData uri="http://schemas.openxmlformats.org/presentationml/2006/ole">
              <mc:AlternateContent xmlns:mc="http://schemas.openxmlformats.org/markup-compatibility/2006">
                <mc:Choice xmlns:v="urn:schemas-microsoft-com:vml" Requires="v">
                  <p:oleObj spid="_x0000_s43941" name="Equation" r:id="rId29" imgW="355600" imgH="241300" progId="Equation.DSMT4">
                    <p:embed/>
                  </p:oleObj>
                </mc:Choice>
                <mc:Fallback>
                  <p:oleObj name="Equation" r:id="rId29" imgW="355600" imgH="241300" progId="Equation.DSMT4">
                    <p:embed/>
                    <p:pic>
                      <p:nvPicPr>
                        <p:cNvPr id="0" name="Object 1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60" y="2694"/>
                          <a:ext cx="384"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2" name="Object 20"/>
            <p:cNvGraphicFramePr>
              <a:graphicFrameLocks noChangeAspect="1"/>
            </p:cNvGraphicFramePr>
            <p:nvPr/>
          </p:nvGraphicFramePr>
          <p:xfrm>
            <a:off x="1519" y="2688"/>
            <a:ext cx="587" cy="268"/>
          </p:xfrm>
          <a:graphic>
            <a:graphicData uri="http://schemas.openxmlformats.org/presentationml/2006/ole">
              <mc:AlternateContent xmlns:mc="http://schemas.openxmlformats.org/markup-compatibility/2006">
                <mc:Choice xmlns:v="urn:schemas-microsoft-com:vml" Requires="v">
                  <p:oleObj spid="_x0000_s43942" name="Equation" r:id="rId31" imgW="508000" imgH="203200" progId="Equation.DSMT4">
                    <p:embed/>
                  </p:oleObj>
                </mc:Choice>
                <mc:Fallback>
                  <p:oleObj name="Equation" r:id="rId31" imgW="508000" imgH="203200" progId="Equation.DSMT4">
                    <p:embed/>
                    <p:pic>
                      <p:nvPicPr>
                        <p:cNvPr id="0" name="Object 2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19" y="2688"/>
                          <a:ext cx="587"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3" name="内容占位符 2"/>
          <p:cNvSpPr>
            <a:spLocks noGrp="1"/>
          </p:cNvSpPr>
          <p:nvPr>
            <p:ph idx="1"/>
          </p:nvPr>
        </p:nvSpPr>
        <p:spPr>
          <a:xfrm>
            <a:off x="1981200" y="5072063"/>
            <a:ext cx="8229600" cy="1357312"/>
          </a:xfrm>
        </p:spPr>
        <p:txBody>
          <a:bodyPr/>
          <a:lstStyle/>
          <a:p>
            <a:r>
              <a:rPr lang="zh-CN" altLang="en-US" sz="2800" b="0"/>
              <a:t>可见，在时域对连续时间信号进行理想采样，就相当于在频域将连续时间信号的频谱以       为周期进行延拓。</a:t>
            </a:r>
            <a:endParaRPr lang="zh-CN" altLang="en-US" sz="28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D491CD-1DE4-492B-B53A-8F1268788F02}"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
        <p:nvSpPr>
          <p:cNvPr id="24585" name="Text Box 5"/>
          <p:cNvSpPr txBox="1">
            <a:spLocks noChangeArrowheads="1"/>
          </p:cNvSpPr>
          <p:nvPr/>
        </p:nvSpPr>
        <p:spPr bwMode="auto">
          <a:xfrm>
            <a:off x="2452688" y="1392238"/>
            <a:ext cx="19608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在频域由于</a:t>
            </a:r>
            <a:endParaRPr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24578" name="Object 2"/>
          <p:cNvGraphicFramePr>
            <a:graphicFrameLocks noChangeAspect="1"/>
          </p:cNvGraphicFramePr>
          <p:nvPr/>
        </p:nvGraphicFramePr>
        <p:xfrm>
          <a:off x="4468813" y="1187450"/>
          <a:ext cx="4984750" cy="946150"/>
        </p:xfrm>
        <a:graphic>
          <a:graphicData uri="http://schemas.openxmlformats.org/presentationml/2006/ole">
            <mc:AlternateContent xmlns:mc="http://schemas.openxmlformats.org/markup-compatibility/2006">
              <mc:Choice xmlns:v="urn:schemas-microsoft-com:vml" Requires="v">
                <p:oleObj spid="_x0000_s10650" name="Equation" r:id="rId1" imgW="2273300" imgH="431800" progId="Equation.DSMT4">
                  <p:embed/>
                </p:oleObj>
              </mc:Choice>
              <mc:Fallback>
                <p:oleObj name="Equation" r:id="rId1" imgW="2273300" imgH="4318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8813" y="1187450"/>
                        <a:ext cx="49847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p:cNvGrpSpPr/>
          <p:nvPr/>
        </p:nvGrpSpPr>
        <p:grpSpPr bwMode="auto">
          <a:xfrm>
            <a:off x="2473325" y="2100263"/>
            <a:ext cx="6426200" cy="2828925"/>
            <a:chOff x="471" y="1007"/>
            <a:chExt cx="4048" cy="1782"/>
          </a:xfrm>
        </p:grpSpPr>
        <p:graphicFrame>
          <p:nvGraphicFramePr>
            <p:cNvPr id="24580" name="Object 3"/>
            <p:cNvGraphicFramePr>
              <a:graphicFrameLocks noChangeAspect="1"/>
            </p:cNvGraphicFramePr>
            <p:nvPr/>
          </p:nvGraphicFramePr>
          <p:xfrm>
            <a:off x="1144" y="1007"/>
            <a:ext cx="2992" cy="1782"/>
          </p:xfrm>
          <a:graphic>
            <a:graphicData uri="http://schemas.openxmlformats.org/presentationml/2006/ole">
              <mc:AlternateContent xmlns:mc="http://schemas.openxmlformats.org/markup-compatibility/2006">
                <mc:Choice xmlns:v="urn:schemas-microsoft-com:vml" Requires="v">
                  <p:oleObj spid="_x0000_s10651" name="Equation" r:id="rId3" imgW="2044700" imgH="1282700" progId="Equation.DSMT4">
                    <p:embed/>
                  </p:oleObj>
                </mc:Choice>
                <mc:Fallback>
                  <p:oleObj name="Equation" r:id="rId3" imgW="2044700" imgH="1282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4" y="1007"/>
                          <a:ext cx="2992" cy="1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1" name="Object 4"/>
            <p:cNvGraphicFramePr>
              <a:graphicFrameLocks noChangeAspect="1"/>
            </p:cNvGraphicFramePr>
            <p:nvPr/>
          </p:nvGraphicFramePr>
          <p:xfrm>
            <a:off x="3744" y="2224"/>
            <a:ext cx="775" cy="546"/>
          </p:xfrm>
          <a:graphic>
            <a:graphicData uri="http://schemas.openxmlformats.org/presentationml/2006/ole">
              <mc:AlternateContent xmlns:mc="http://schemas.openxmlformats.org/markup-compatibility/2006">
                <mc:Choice xmlns:v="urn:schemas-microsoft-com:vml" Requires="v">
                  <p:oleObj spid="_x0000_s10652" name="Equation" r:id="rId5" imgW="558800" imgH="393700" progId="Equation.DSMT4">
                    <p:embed/>
                  </p:oleObj>
                </mc:Choice>
                <mc:Fallback>
                  <p:oleObj name="Equation" r:id="rId5" imgW="558800"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4" y="2224"/>
                          <a:ext cx="775" cy="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7" name="Rectangle 10"/>
            <p:cNvSpPr>
              <a:spLocks noChangeArrowheads="1"/>
            </p:cNvSpPr>
            <p:nvPr/>
          </p:nvSpPr>
          <p:spPr bwMode="auto">
            <a:xfrm>
              <a:off x="471" y="1104"/>
              <a:ext cx="5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所以</a:t>
              </a:r>
              <a:endParaRPr lang="zh-CN" altLang="en-US" sz="2800">
                <a:solidFill>
                  <a:srgbClr val="1B0682"/>
                </a:solidFill>
                <a:latin typeface="华文楷体" panose="02010600040101010101" pitchFamily="2" charset="-122"/>
                <a:ea typeface="华文楷体" panose="02010600040101010101" pitchFamily="2" charset="-122"/>
                <a:cs typeface="楷体_GB2312" panose="02010609030101010101" pitchFamily="49" charset="-122"/>
              </a:endParaRPr>
            </a:p>
          </p:txBody>
        </p:sp>
      </p:grpSp>
      <p:graphicFrame>
        <p:nvGraphicFramePr>
          <p:cNvPr id="11" name="Object 5"/>
          <p:cNvGraphicFramePr>
            <a:graphicFrameLocks noChangeAspect="1"/>
          </p:cNvGraphicFramePr>
          <p:nvPr/>
        </p:nvGraphicFramePr>
        <p:xfrm>
          <a:off x="8596313" y="5468938"/>
          <a:ext cx="457200" cy="550862"/>
        </p:xfrm>
        <a:graphic>
          <a:graphicData uri="http://schemas.openxmlformats.org/presentationml/2006/ole">
            <mc:AlternateContent xmlns:mc="http://schemas.openxmlformats.org/markup-compatibility/2006">
              <mc:Choice xmlns:v="urn:schemas-microsoft-com:vml" Requires="v">
                <p:oleObj spid="_x0000_s10653" name="Equation" r:id="rId7" imgW="190500" imgH="228600" progId="Equation.DSMT4">
                  <p:embed/>
                </p:oleObj>
              </mc:Choice>
              <mc:Fallback>
                <p:oleObj name="Equation" r:id="rId7" imgW="1905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96313" y="5468938"/>
                        <a:ext cx="457200" cy="55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linds(horizontal)">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3839E6F-C04D-4AAE-923D-698C74F10A0F}"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pic>
        <p:nvPicPr>
          <p:cNvPr id="4608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5625" y="1381125"/>
            <a:ext cx="5967413"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a:spLocks noChangeArrowheads="1"/>
          </p:cNvSpPr>
          <p:nvPr/>
        </p:nvSpPr>
        <p:spPr bwMode="auto">
          <a:xfrm>
            <a:off x="2511425" y="3886200"/>
            <a:ext cx="7656513"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2.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采样间隔 </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周期</a:t>
            </a:r>
            <a:r>
              <a:rPr lang="en-US" altLang="zh-CN" sz="2800" dirty="0">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不能是任意的，必须保证采样频率                 。其中               为采样频率</a:t>
            </a:r>
            <a:r>
              <a:rPr lang="zh-CN" altLang="en-US" dirty="0">
                <a:latin typeface="Times New Roman" panose="02020603050405020304" pitchFamily="18" charset="0"/>
                <a:ea typeface="华文楷体" panose="02010600040101010101" pitchFamily="2" charset="-122"/>
                <a:cs typeface="楷体_GB2312" panose="02010609030101010101" pitchFamily="49" charset="-122"/>
              </a:rPr>
              <a:t>。</a:t>
            </a:r>
            <a:endParaRPr lang="zh-CN" altLang="en-US" dirty="0">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15" name="Rectangle 14"/>
          <p:cNvSpPr>
            <a:spLocks noChangeArrowheads="1"/>
          </p:cNvSpPr>
          <p:nvPr/>
        </p:nvSpPr>
        <p:spPr bwMode="auto">
          <a:xfrm>
            <a:off x="2530475" y="3084513"/>
            <a:ext cx="756158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800">
                <a:latin typeface="Times New Roman" panose="02020603050405020304" pitchFamily="18" charset="0"/>
                <a:ea typeface="华文楷体" panose="02010600040101010101" pitchFamily="2" charset="-122"/>
                <a:cs typeface="楷体_GB2312" panose="02010609030101010101" pitchFamily="49" charset="-122"/>
              </a:rPr>
              <a:t>1.          </a:t>
            </a: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必须是带限的，设最高频率分量为      。</a:t>
            </a:r>
            <a:endParaRPr lang="zh-CN" altLang="en-US" sz="2800">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25613"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25614" name="内容占位符 2"/>
          <p:cNvSpPr>
            <a:spLocks noGrp="1"/>
          </p:cNvSpPr>
          <p:nvPr>
            <p:ph idx="1"/>
          </p:nvPr>
        </p:nvSpPr>
        <p:spPr>
          <a:xfrm>
            <a:off x="1981200" y="1285875"/>
            <a:ext cx="8229600" cy="1785938"/>
          </a:xfrm>
        </p:spPr>
        <p:txBody>
          <a:bodyPr/>
          <a:lstStyle/>
          <a:p>
            <a:r>
              <a:rPr lang="zh-CN" altLang="en-US" sz="2800" b="0"/>
              <a:t>要想使采样后的信号样本能完全代表原来的信号，就意味着要能够从                中不失真地分离出</a:t>
            </a:r>
            <a:br>
              <a:rPr lang="en-US" altLang="zh-CN" sz="2800" b="0"/>
            </a:br>
            <a:r>
              <a:rPr lang="zh-CN" altLang="en-US" sz="2800" b="0"/>
              <a:t>            。这就要求              在周期性延拓时不能发生频谱的混叠，因此</a:t>
            </a:r>
            <a:r>
              <a:rPr lang="en-US" altLang="zh-CN" sz="2800" b="0"/>
              <a:t>:</a:t>
            </a:r>
            <a:endParaRPr lang="zh-CN" altLang="en-US" sz="2800" b="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8468D4-55C0-4423-B864-54DDF3A4C528}"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aphicFrame>
        <p:nvGraphicFramePr>
          <p:cNvPr id="25602" name="Object 2"/>
          <p:cNvGraphicFramePr>
            <a:graphicFrameLocks noChangeAspect="1"/>
          </p:cNvGraphicFramePr>
          <p:nvPr/>
        </p:nvGraphicFramePr>
        <p:xfrm>
          <a:off x="5778500" y="1757363"/>
          <a:ext cx="1169988" cy="528637"/>
        </p:xfrm>
        <a:graphic>
          <a:graphicData uri="http://schemas.openxmlformats.org/presentationml/2006/ole">
            <mc:AlternateContent xmlns:mc="http://schemas.openxmlformats.org/markup-compatibility/2006">
              <mc:Choice xmlns:v="urn:schemas-microsoft-com:vml" Requires="v">
                <p:oleObj spid="_x0000_s12184" name="Equation" r:id="rId1" imgW="533400" imgH="241300" progId="Equation.DSMT4">
                  <p:embed/>
                </p:oleObj>
              </mc:Choice>
              <mc:Fallback>
                <p:oleObj name="Equation" r:id="rId1" imgW="533400" imgH="2413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500" y="1757363"/>
                        <a:ext cx="11699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3" name="Object 3"/>
          <p:cNvGraphicFramePr>
            <a:graphicFrameLocks noChangeAspect="1"/>
          </p:cNvGraphicFramePr>
          <p:nvPr/>
        </p:nvGraphicFramePr>
        <p:xfrm>
          <a:off x="2406650" y="2214563"/>
          <a:ext cx="1033463" cy="446087"/>
        </p:xfrm>
        <a:graphic>
          <a:graphicData uri="http://schemas.openxmlformats.org/presentationml/2006/ole">
            <mc:AlternateContent xmlns:mc="http://schemas.openxmlformats.org/markup-compatibility/2006">
              <mc:Choice xmlns:v="urn:schemas-microsoft-com:vml" Requires="v">
                <p:oleObj spid="_x0000_s12185" name="Equation" r:id="rId3" imgW="469900" imgH="203200" progId="Equation.DSMT4">
                  <p:embed/>
                </p:oleObj>
              </mc:Choice>
              <mc:Fallback>
                <p:oleObj name="Equation" r:id="rId3" imgW="469900"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6650" y="2214563"/>
                        <a:ext cx="1033463"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4" name="Object 4"/>
          <p:cNvGraphicFramePr>
            <a:graphicFrameLocks noChangeAspect="1"/>
          </p:cNvGraphicFramePr>
          <p:nvPr/>
        </p:nvGraphicFramePr>
        <p:xfrm>
          <a:off x="5335588" y="2174875"/>
          <a:ext cx="1169987" cy="530225"/>
        </p:xfrm>
        <a:graphic>
          <a:graphicData uri="http://schemas.openxmlformats.org/presentationml/2006/ole">
            <mc:AlternateContent xmlns:mc="http://schemas.openxmlformats.org/markup-compatibility/2006">
              <mc:Choice xmlns:v="urn:schemas-microsoft-com:vml" Requires="v">
                <p:oleObj spid="_x0000_s12186" name="Equation" r:id="rId5" imgW="533400" imgH="241300" progId="Equation.DSMT4">
                  <p:embed/>
                </p:oleObj>
              </mc:Choice>
              <mc:Fallback>
                <p:oleObj name="Equation" r:id="rId5" imgW="533400" imgH="2413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5588" y="2174875"/>
                        <a:ext cx="11699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p:cNvGrpSpPr/>
          <p:nvPr/>
        </p:nvGrpSpPr>
        <p:grpSpPr bwMode="auto">
          <a:xfrm>
            <a:off x="2462213" y="4941888"/>
            <a:ext cx="7705725" cy="987425"/>
            <a:chOff x="528" y="3264"/>
            <a:chExt cx="4854" cy="622"/>
          </a:xfrm>
        </p:grpSpPr>
        <p:sp>
          <p:nvSpPr>
            <p:cNvPr id="25617" name="Text Box 8"/>
            <p:cNvSpPr txBox="1">
              <a:spLocks noChangeArrowheads="1"/>
            </p:cNvSpPr>
            <p:nvPr/>
          </p:nvSpPr>
          <p:spPr bwMode="auto">
            <a:xfrm>
              <a:off x="528" y="3264"/>
              <a:ext cx="4854"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latin typeface="Times New Roman" panose="02020603050405020304" pitchFamily="18" charset="0"/>
                  <a:ea typeface="华文楷体" panose="02010600040101010101" pitchFamily="2" charset="-122"/>
                  <a:cs typeface="楷体_GB2312" panose="02010609030101010101" pitchFamily="49" charset="-122"/>
                </a:rPr>
                <a:t>在满足上述要求时，可以通过理想低通滤波器从</a:t>
              </a:r>
              <a:br>
                <a:rPr lang="en-US" altLang="zh-CN" sz="2800">
                  <a:latin typeface="Times New Roman" panose="02020603050405020304" pitchFamily="18" charset="0"/>
                  <a:ea typeface="华文楷体" panose="02010600040101010101" pitchFamily="2" charset="-122"/>
                  <a:cs typeface="楷体_GB2312" panose="02010609030101010101" pitchFamily="49" charset="-122"/>
                </a:rPr>
              </a:br>
              <a:r>
                <a:rPr lang="zh-CN" altLang="en-US" sz="2800">
                  <a:latin typeface="Times New Roman" panose="02020603050405020304" pitchFamily="18" charset="0"/>
                  <a:ea typeface="华文楷体" panose="02010600040101010101" pitchFamily="2" charset="-122"/>
                  <a:cs typeface="楷体_GB2312" panose="02010609030101010101" pitchFamily="49" charset="-122"/>
                </a:rPr>
                <a:t>              中不失真地分离出             。</a:t>
              </a:r>
              <a:endParaRPr lang="zh-CN" altLang="en-US" sz="2800">
                <a:latin typeface="Times New Roman" panose="02020603050405020304" pitchFamily="18" charset="0"/>
                <a:ea typeface="华文楷体" panose="02010600040101010101" pitchFamily="2" charset="-122"/>
                <a:cs typeface="楷体_GB2312" panose="02010609030101010101" pitchFamily="49" charset="-122"/>
              </a:endParaRPr>
            </a:p>
          </p:txBody>
        </p:sp>
        <p:graphicFrame>
          <p:nvGraphicFramePr>
            <p:cNvPr id="25609" name="Object 5"/>
            <p:cNvGraphicFramePr>
              <a:graphicFrameLocks noChangeAspect="1"/>
            </p:cNvGraphicFramePr>
            <p:nvPr/>
          </p:nvGraphicFramePr>
          <p:xfrm>
            <a:off x="591" y="3553"/>
            <a:ext cx="737" cy="333"/>
          </p:xfrm>
          <a:graphic>
            <a:graphicData uri="http://schemas.openxmlformats.org/presentationml/2006/ole">
              <mc:AlternateContent xmlns:mc="http://schemas.openxmlformats.org/markup-compatibility/2006">
                <mc:Choice xmlns:v="urn:schemas-microsoft-com:vml" Requires="v">
                  <p:oleObj spid="_x0000_s12187" name="Equation" r:id="rId6" imgW="533400" imgH="241300" progId="Equation.DSMT4">
                    <p:embed/>
                  </p:oleObj>
                </mc:Choice>
                <mc:Fallback>
                  <p:oleObj name="Equation" r:id="rId6" imgW="533400" imgH="2413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 y="3553"/>
                          <a:ext cx="737"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0" name="Object 6"/>
            <p:cNvGraphicFramePr>
              <a:graphicFrameLocks noChangeAspect="1"/>
            </p:cNvGraphicFramePr>
            <p:nvPr/>
          </p:nvGraphicFramePr>
          <p:xfrm>
            <a:off x="3270" y="3587"/>
            <a:ext cx="651" cy="281"/>
          </p:xfrm>
          <a:graphic>
            <a:graphicData uri="http://schemas.openxmlformats.org/presentationml/2006/ole">
              <mc:AlternateContent xmlns:mc="http://schemas.openxmlformats.org/markup-compatibility/2006">
                <mc:Choice xmlns:v="urn:schemas-microsoft-com:vml" Requires="v">
                  <p:oleObj spid="_x0000_s12188" name="Equation" r:id="rId7" imgW="469900" imgH="203200" progId="Equation.DSMT4">
                    <p:embed/>
                  </p:oleObj>
                </mc:Choice>
                <mc:Fallback>
                  <p:oleObj name="Equation" r:id="rId7" imgW="469900" imgH="2032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 y="3587"/>
                          <a:ext cx="65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3" name="Object 7"/>
          <p:cNvGraphicFramePr>
            <a:graphicFrameLocks noChangeAspect="1"/>
          </p:cNvGraphicFramePr>
          <p:nvPr/>
        </p:nvGraphicFramePr>
        <p:xfrm>
          <a:off x="3024188" y="3278188"/>
          <a:ext cx="615950" cy="447675"/>
        </p:xfrm>
        <a:graphic>
          <a:graphicData uri="http://schemas.openxmlformats.org/presentationml/2006/ole">
            <mc:AlternateContent xmlns:mc="http://schemas.openxmlformats.org/markup-compatibility/2006">
              <mc:Choice xmlns:v="urn:schemas-microsoft-com:vml" Requires="v">
                <p:oleObj spid="_x0000_s12189" name="Equation" r:id="rId8" imgW="279400" imgH="203200" progId="Equation.DSMT4">
                  <p:embed/>
                </p:oleObj>
              </mc:Choice>
              <mc:Fallback>
                <p:oleObj name="Equation" r:id="rId8" imgW="279400" imgH="2032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4188" y="3278188"/>
                        <a:ext cx="61595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8"/>
          <p:cNvGraphicFramePr>
            <a:graphicFrameLocks noChangeAspect="1"/>
          </p:cNvGraphicFramePr>
          <p:nvPr/>
        </p:nvGraphicFramePr>
        <p:xfrm>
          <a:off x="9159875" y="3189288"/>
          <a:ext cx="579438" cy="517525"/>
        </p:xfrm>
        <a:graphic>
          <a:graphicData uri="http://schemas.openxmlformats.org/presentationml/2006/ole">
            <mc:AlternateContent xmlns:mc="http://schemas.openxmlformats.org/markup-compatibility/2006">
              <mc:Choice xmlns:v="urn:schemas-microsoft-com:vml" Requires="v">
                <p:oleObj spid="_x0000_s12190" name="Equation" r:id="rId10" imgW="241300" imgH="215900" progId="Equation.DSMT4">
                  <p:embed/>
                </p:oleObj>
              </mc:Choice>
              <mc:Fallback>
                <p:oleObj name="Equation" r:id="rId10" imgW="241300" imgH="2159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59875" y="3189288"/>
                        <a:ext cx="57943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9"/>
          <p:cNvGraphicFramePr>
            <a:graphicFrameLocks noChangeAspect="1"/>
          </p:cNvGraphicFramePr>
          <p:nvPr/>
        </p:nvGraphicFramePr>
        <p:xfrm>
          <a:off x="3732214" y="4326008"/>
          <a:ext cx="1370013" cy="504825"/>
        </p:xfrm>
        <a:graphic>
          <a:graphicData uri="http://schemas.openxmlformats.org/presentationml/2006/ole">
            <mc:AlternateContent xmlns:mc="http://schemas.openxmlformats.org/markup-compatibility/2006">
              <mc:Choice xmlns:v="urn:schemas-microsoft-com:vml" Requires="v">
                <p:oleObj spid="_x0000_s12191" name="Equation" r:id="rId12" imgW="622300" imgH="228600" progId="Equation.DSMT4">
                  <p:embed/>
                </p:oleObj>
              </mc:Choice>
              <mc:Fallback>
                <p:oleObj name="Equation" r:id="rId12" imgW="622300" imgH="2286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32214" y="4326008"/>
                        <a:ext cx="137001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0"/>
          <p:cNvGraphicFramePr>
            <a:graphicFrameLocks noChangeAspect="1"/>
          </p:cNvGraphicFramePr>
          <p:nvPr/>
        </p:nvGraphicFramePr>
        <p:xfrm>
          <a:off x="6288088" y="4337050"/>
          <a:ext cx="1230312" cy="503238"/>
        </p:xfrm>
        <a:graphic>
          <a:graphicData uri="http://schemas.openxmlformats.org/presentationml/2006/ole">
            <mc:AlternateContent xmlns:mc="http://schemas.openxmlformats.org/markup-compatibility/2006">
              <mc:Choice xmlns:v="urn:schemas-microsoft-com:vml" Requires="v">
                <p:oleObj spid="_x0000_s12192" name="Equation" r:id="rId14" imgW="711200" imgH="228600" progId="Equation.DSMT4">
                  <p:embed/>
                </p:oleObj>
              </mc:Choice>
              <mc:Fallback>
                <p:oleObj name="Equation" r:id="rId14" imgW="711200" imgH="228600" progId="Equation.DSMT4">
                  <p:embed/>
                  <p:pic>
                    <p:nvPicPr>
                      <p:cNvPr id="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88088" y="4337050"/>
                        <a:ext cx="1230312"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par>
                                <p:cTn id="8" presetID="3"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3" presetClass="entr" presetSubtype="1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linds(horizont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par>
                                <p:cTn id="19" presetID="3" presetClass="entr" presetSubtype="1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linds(horizontal)">
                                      <p:cBhvr>
                                        <p:cTn id="21" dur="500"/>
                                        <p:tgtEl>
                                          <p:spTgt spid="1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linds(horizontal)">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7"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F1546A9-9159-4182-A6B6-5B920102743F}"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pSp>
        <p:nvGrpSpPr>
          <p:cNvPr id="26639" name="Group 2"/>
          <p:cNvGrpSpPr/>
          <p:nvPr/>
        </p:nvGrpSpPr>
        <p:grpSpPr bwMode="auto">
          <a:xfrm>
            <a:off x="2971800" y="1166590"/>
            <a:ext cx="5795963" cy="1993900"/>
            <a:chOff x="912" y="413"/>
            <a:chExt cx="3651" cy="1256"/>
          </a:xfrm>
        </p:grpSpPr>
        <mc:AlternateContent xmlns:mc="http://schemas.openxmlformats.org/markup-compatibility/2006">
          <mc:Choice xmlns:a14="http://schemas.microsoft.com/office/drawing/2010/main" Requires="a14">
            <p:sp>
              <p:nvSpPr>
                <p:cNvPr id="26628" name="Object 2"/>
                <p:cNvSpPr txBox="1"/>
                <p:nvPr/>
              </p:nvSpPr>
              <p:spPr bwMode="auto">
                <a:xfrm>
                  <a:off x="2734" y="413"/>
                  <a:ext cx="663" cy="285"/>
                </a:xfrm>
                <a:prstGeom prst="rect">
                  <a:avLst/>
                </a:prstGeom>
                <a:noFill/>
                <a:ln>
                  <a:noFill/>
                </a:ln>
                <a:effectLst/>
              </p:spPr>
              <p:txBody>
                <a:bodyPr wrap="square">
                  <a:spAutoFit/>
                </a:bodyPr>
                <a:lstStyle/>
                <a:p>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𝑝</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𝑗</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oMath>
                    </m:oMathPara>
                  </a14:m>
                  <a:endParaRPr lang="en-US" sz="2400" dirty="0"/>
                </a:p>
              </p:txBody>
            </p:sp>
          </mc:Choice>
          <mc:Fallback>
            <p:sp>
              <p:nvSpPr>
                <p:cNvPr id="26628" name="Object 2"/>
                <p:cNvSpPr txBox="1">
                  <a:spLocks noRot="1" noChangeAspect="1" noMove="1" noResize="1" noEditPoints="1" noAdjustHandles="1" noChangeArrowheads="1" noChangeShapeType="1" noTextEdit="1"/>
                </p:cNvSpPr>
                <p:nvPr/>
              </p:nvSpPr>
              <p:spPr bwMode="auto">
                <a:xfrm>
                  <a:off x="2734" y="413"/>
                  <a:ext cx="663" cy="285"/>
                </a:xfrm>
                <a:prstGeom prst="rect">
                  <a:avLst/>
                </a:prstGeom>
                <a:blipFill rotWithShape="1">
                  <a:blip r:embed="rId1"/>
                </a:blipFill>
                <a:ln>
                  <a:noFill/>
                </a:ln>
                <a:effectLst/>
              </p:spPr>
              <p:txBody>
                <a:bodyPr/>
                <a:lstStyle/>
                <a:p>
                  <a:r>
                    <a:rPr lang="zh-CN" altLang="en-US">
                      <a:noFill/>
                    </a:rPr>
                    <a:t> </a:t>
                  </a:r>
                </a:p>
              </p:txBody>
            </p:sp>
          </mc:Fallback>
        </mc:AlternateContent>
        <p:sp>
          <p:nvSpPr>
            <p:cNvPr id="26643" name="Line 4"/>
            <p:cNvSpPr>
              <a:spLocks noChangeShapeType="1"/>
            </p:cNvSpPr>
            <p:nvPr/>
          </p:nvSpPr>
          <p:spPr bwMode="auto">
            <a:xfrm>
              <a:off x="912" y="1302"/>
              <a:ext cx="3599" cy="29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p:sp>
          <p:nvSpPr>
            <p:cNvPr id="26644" name="Line 5"/>
            <p:cNvSpPr>
              <a:spLocks noChangeShapeType="1"/>
            </p:cNvSpPr>
            <p:nvPr/>
          </p:nvSpPr>
          <p:spPr bwMode="auto">
            <a:xfrm flipV="1">
              <a:off x="2709" y="576"/>
              <a:ext cx="0" cy="29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p:sp>
          <p:nvSpPr>
            <p:cNvPr id="26645" name="Line 6"/>
            <p:cNvSpPr>
              <a:spLocks noChangeShapeType="1"/>
            </p:cNvSpPr>
            <p:nvPr/>
          </p:nvSpPr>
          <p:spPr bwMode="auto">
            <a:xfrm flipV="1">
              <a:off x="2460" y="1075"/>
              <a:ext cx="252"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46" name="Line 7"/>
            <p:cNvSpPr>
              <a:spLocks noChangeShapeType="1"/>
            </p:cNvSpPr>
            <p:nvPr/>
          </p:nvSpPr>
          <p:spPr bwMode="auto">
            <a:xfrm>
              <a:off x="2712" y="1075"/>
              <a:ext cx="253"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47" name="Line 8"/>
            <p:cNvSpPr>
              <a:spLocks noChangeShapeType="1"/>
            </p:cNvSpPr>
            <p:nvPr/>
          </p:nvSpPr>
          <p:spPr bwMode="auto">
            <a:xfrm flipH="1">
              <a:off x="3342" y="1302"/>
              <a:ext cx="629" cy="29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48" name="Line 9"/>
            <p:cNvSpPr>
              <a:spLocks noChangeShapeType="1"/>
            </p:cNvSpPr>
            <p:nvPr/>
          </p:nvSpPr>
          <p:spPr bwMode="auto">
            <a:xfrm flipV="1">
              <a:off x="2082" y="1257"/>
              <a:ext cx="0"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49" name="Line 10"/>
            <p:cNvSpPr>
              <a:spLocks noChangeShapeType="1"/>
            </p:cNvSpPr>
            <p:nvPr/>
          </p:nvSpPr>
          <p:spPr bwMode="auto">
            <a:xfrm flipV="1">
              <a:off x="3342" y="1257"/>
              <a:ext cx="0"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0" name="Line 11"/>
            <p:cNvSpPr>
              <a:spLocks noChangeShapeType="1"/>
            </p:cNvSpPr>
            <p:nvPr/>
          </p:nvSpPr>
          <p:spPr bwMode="auto">
            <a:xfrm flipV="1">
              <a:off x="1830" y="1075"/>
              <a:ext cx="252"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1" name="Line 12"/>
            <p:cNvSpPr>
              <a:spLocks noChangeShapeType="1"/>
            </p:cNvSpPr>
            <p:nvPr/>
          </p:nvSpPr>
          <p:spPr bwMode="auto">
            <a:xfrm>
              <a:off x="2082" y="1075"/>
              <a:ext cx="253"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2" name="Line 13"/>
            <p:cNvSpPr>
              <a:spLocks noChangeShapeType="1"/>
            </p:cNvSpPr>
            <p:nvPr/>
          </p:nvSpPr>
          <p:spPr bwMode="auto">
            <a:xfrm>
              <a:off x="3342" y="1075"/>
              <a:ext cx="253"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3" name="Line 14"/>
            <p:cNvSpPr>
              <a:spLocks noChangeShapeType="1"/>
            </p:cNvSpPr>
            <p:nvPr/>
          </p:nvSpPr>
          <p:spPr bwMode="auto">
            <a:xfrm flipV="1">
              <a:off x="3089" y="1075"/>
              <a:ext cx="252"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4" name="Line 15"/>
            <p:cNvSpPr>
              <a:spLocks noChangeShapeType="1"/>
            </p:cNvSpPr>
            <p:nvPr/>
          </p:nvSpPr>
          <p:spPr bwMode="auto">
            <a:xfrm flipV="1">
              <a:off x="1200" y="1075"/>
              <a:ext cx="252"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5" name="Line 16"/>
            <p:cNvSpPr>
              <a:spLocks noChangeShapeType="1"/>
            </p:cNvSpPr>
            <p:nvPr/>
          </p:nvSpPr>
          <p:spPr bwMode="auto">
            <a:xfrm flipV="1">
              <a:off x="1453" y="1257"/>
              <a:ext cx="0"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6" name="Line 17"/>
            <p:cNvSpPr>
              <a:spLocks noChangeShapeType="1"/>
            </p:cNvSpPr>
            <p:nvPr/>
          </p:nvSpPr>
          <p:spPr bwMode="auto">
            <a:xfrm>
              <a:off x="1453" y="1075"/>
              <a:ext cx="253"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7" name="Line 18"/>
            <p:cNvSpPr>
              <a:spLocks noChangeShapeType="1"/>
            </p:cNvSpPr>
            <p:nvPr/>
          </p:nvSpPr>
          <p:spPr bwMode="auto">
            <a:xfrm flipV="1">
              <a:off x="3971" y="1257"/>
              <a:ext cx="0"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8" name="Line 19"/>
            <p:cNvSpPr>
              <a:spLocks noChangeShapeType="1"/>
            </p:cNvSpPr>
            <p:nvPr/>
          </p:nvSpPr>
          <p:spPr bwMode="auto">
            <a:xfrm>
              <a:off x="3971" y="1075"/>
              <a:ext cx="253"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59" name="Line 20"/>
            <p:cNvSpPr>
              <a:spLocks noChangeShapeType="1"/>
            </p:cNvSpPr>
            <p:nvPr/>
          </p:nvSpPr>
          <p:spPr bwMode="auto">
            <a:xfrm flipV="1">
              <a:off x="3720" y="1075"/>
              <a:ext cx="251" cy="29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60" name="Line 21"/>
            <p:cNvSpPr>
              <a:spLocks noChangeShapeType="1"/>
            </p:cNvSpPr>
            <p:nvPr/>
          </p:nvSpPr>
          <p:spPr bwMode="auto">
            <a:xfrm>
              <a:off x="2379" y="1056"/>
              <a:ext cx="663" cy="29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61" name="Line 22"/>
            <p:cNvSpPr>
              <a:spLocks noChangeShapeType="1"/>
            </p:cNvSpPr>
            <p:nvPr/>
          </p:nvSpPr>
          <p:spPr bwMode="auto">
            <a:xfrm flipV="1">
              <a:off x="3042" y="1056"/>
              <a:ext cx="0" cy="29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spAutoFit/>
            </a:bodyPr>
            <a:lstStyle/>
            <a:p>
              <a:endParaRPr lang="en-US" sz="2400"/>
            </a:p>
          </p:txBody>
        </p:sp>
        <mc:AlternateContent xmlns:mc="http://schemas.openxmlformats.org/markup-compatibility/2006">
          <mc:Choice xmlns:a14="http://schemas.microsoft.com/office/drawing/2010/main" Requires="a14">
            <p:sp>
              <p:nvSpPr>
                <p:cNvPr id="26629" name="Object 3"/>
                <p:cNvSpPr txBox="1"/>
                <p:nvPr/>
              </p:nvSpPr>
              <p:spPr bwMode="auto">
                <a:xfrm>
                  <a:off x="4332" y="1033"/>
                  <a:ext cx="231" cy="29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𝜔</m:t>
                        </m:r>
                      </m:oMath>
                    </m:oMathPara>
                  </a14:m>
                  <a:endParaRPr lang="en-US" sz="2400" dirty="0"/>
                </a:p>
              </p:txBody>
            </p:sp>
          </mc:Choice>
          <mc:Fallback>
            <p:sp>
              <p:nvSpPr>
                <p:cNvPr id="26629" name="Object 3"/>
                <p:cNvSpPr txBox="1">
                  <a:spLocks noRot="1" noChangeAspect="1" noMove="1" noResize="1" noEditPoints="1" noAdjustHandles="1" noChangeArrowheads="1" noChangeShapeType="1" noTextEdit="1"/>
                </p:cNvSpPr>
                <p:nvPr/>
              </p:nvSpPr>
              <p:spPr bwMode="auto">
                <a:xfrm>
                  <a:off x="4332" y="1033"/>
                  <a:ext cx="231" cy="290"/>
                </a:xfrm>
                <a:prstGeom prst="rect">
                  <a:avLst/>
                </a:prstGeom>
                <a:blipFill rotWithShape="1">
                  <a:blip r:embed="rId2"/>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0" name="Object 4"/>
                <p:cNvSpPr txBox="1"/>
                <p:nvPr/>
              </p:nvSpPr>
              <p:spPr bwMode="auto">
                <a:xfrm>
                  <a:off x="1872" y="1248"/>
                  <a:ext cx="336" cy="29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𝑠</m:t>
                            </m:r>
                          </m:sub>
                        </m:sSub>
                      </m:oMath>
                    </m:oMathPara>
                  </a14:m>
                  <a:endParaRPr lang="en-US" sz="2400"/>
                </a:p>
              </p:txBody>
            </p:sp>
          </mc:Choice>
          <mc:Fallback>
            <p:sp>
              <p:nvSpPr>
                <p:cNvPr id="26630" name="Object 4"/>
                <p:cNvSpPr txBox="1">
                  <a:spLocks noRot="1" noChangeAspect="1" noMove="1" noResize="1" noEditPoints="1" noAdjustHandles="1" noChangeArrowheads="1" noChangeShapeType="1" noTextEdit="1"/>
                </p:cNvSpPr>
                <p:nvPr/>
              </p:nvSpPr>
              <p:spPr bwMode="auto">
                <a:xfrm>
                  <a:off x="1872" y="1248"/>
                  <a:ext cx="336" cy="290"/>
                </a:xfrm>
                <a:prstGeom prst="rect">
                  <a:avLst/>
                </a:prstGeom>
                <a:blipFill rotWithShape="1">
                  <a:blip r:embed="rId3"/>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1" name="Object 5"/>
                <p:cNvSpPr txBox="1"/>
                <p:nvPr/>
              </p:nvSpPr>
              <p:spPr bwMode="auto">
                <a:xfrm>
                  <a:off x="2256" y="1248"/>
                  <a:ext cx="387" cy="29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𝑀</m:t>
                            </m:r>
                          </m:sub>
                        </m:sSub>
                      </m:oMath>
                    </m:oMathPara>
                  </a14:m>
                  <a:endParaRPr lang="en-US" sz="2400"/>
                </a:p>
              </p:txBody>
            </p:sp>
          </mc:Choice>
          <mc:Fallback>
            <p:sp>
              <p:nvSpPr>
                <p:cNvPr id="26631" name="Object 5"/>
                <p:cNvSpPr txBox="1">
                  <a:spLocks noRot="1" noChangeAspect="1" noMove="1" noResize="1" noEditPoints="1" noAdjustHandles="1" noChangeArrowheads="1" noChangeShapeType="1" noTextEdit="1"/>
                </p:cNvSpPr>
                <p:nvPr/>
              </p:nvSpPr>
              <p:spPr bwMode="auto">
                <a:xfrm>
                  <a:off x="2256" y="1248"/>
                  <a:ext cx="387" cy="290"/>
                </a:xfrm>
                <a:prstGeom prst="rect">
                  <a:avLst/>
                </a:prstGeom>
                <a:blipFill rotWithShape="1">
                  <a:blip r:embed="rId4"/>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2" name="Object 6"/>
                <p:cNvSpPr txBox="1"/>
                <p:nvPr/>
              </p:nvSpPr>
              <p:spPr bwMode="auto">
                <a:xfrm>
                  <a:off x="2798" y="1244"/>
                  <a:ext cx="292" cy="29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𝑀</m:t>
                            </m:r>
                          </m:sub>
                        </m:sSub>
                      </m:oMath>
                    </m:oMathPara>
                  </a14:m>
                  <a:endParaRPr lang="en-US" sz="2400" dirty="0"/>
                </a:p>
              </p:txBody>
            </p:sp>
          </mc:Choice>
          <mc:Fallback>
            <p:sp>
              <p:nvSpPr>
                <p:cNvPr id="26632" name="Object 6"/>
                <p:cNvSpPr txBox="1">
                  <a:spLocks noRot="1" noChangeAspect="1" noMove="1" noResize="1" noEditPoints="1" noAdjustHandles="1" noChangeArrowheads="1" noChangeShapeType="1" noTextEdit="1"/>
                </p:cNvSpPr>
                <p:nvPr/>
              </p:nvSpPr>
              <p:spPr bwMode="auto">
                <a:xfrm>
                  <a:off x="2798" y="1244"/>
                  <a:ext cx="292" cy="290"/>
                </a:xfrm>
                <a:prstGeom prst="rect">
                  <a:avLst/>
                </a:prstGeom>
                <a:blipFill rotWithShape="1">
                  <a:blip r:embed="rId5"/>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3" name="Object 7"/>
                <p:cNvSpPr txBox="1"/>
                <p:nvPr/>
              </p:nvSpPr>
              <p:spPr bwMode="auto">
                <a:xfrm>
                  <a:off x="3216" y="1248"/>
                  <a:ext cx="273" cy="29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𝑠</m:t>
                            </m:r>
                          </m:sub>
                        </m:sSub>
                      </m:oMath>
                    </m:oMathPara>
                  </a14:m>
                  <a:endParaRPr lang="en-US" sz="2400"/>
                </a:p>
              </p:txBody>
            </p:sp>
          </mc:Choice>
          <mc:Fallback>
            <p:sp>
              <p:nvSpPr>
                <p:cNvPr id="26633" name="Object 7"/>
                <p:cNvSpPr txBox="1">
                  <a:spLocks noRot="1" noChangeAspect="1" noMove="1" noResize="1" noEditPoints="1" noAdjustHandles="1" noChangeArrowheads="1" noChangeShapeType="1" noTextEdit="1"/>
                </p:cNvSpPr>
                <p:nvPr/>
              </p:nvSpPr>
              <p:spPr bwMode="auto">
                <a:xfrm>
                  <a:off x="3216" y="1248"/>
                  <a:ext cx="273" cy="290"/>
                </a:xfrm>
                <a:prstGeom prst="rect">
                  <a:avLst/>
                </a:prstGeom>
                <a:blipFill rotWithShape="1">
                  <a:blip r:embed="rId6"/>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4" name="Object 8"/>
                <p:cNvSpPr txBox="1"/>
                <p:nvPr/>
              </p:nvSpPr>
              <p:spPr bwMode="auto">
                <a:xfrm>
                  <a:off x="2307" y="775"/>
                  <a:ext cx="435" cy="290"/>
                </a:xfrm>
                <a:prstGeom prst="rect">
                  <a:avLst/>
                </a:prstGeom>
                <a:noFill/>
                <a:ln>
                  <a:noFill/>
                </a:ln>
                <a:effectLst/>
              </p:spPr>
              <p:txBody>
                <a:bodyPr wrap="square">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𝑇</m:t>
                        </m:r>
                      </m:oMath>
                    </m:oMathPara>
                  </a14:m>
                  <a:endParaRPr lang="en-US" sz="2400" dirty="0"/>
                </a:p>
              </p:txBody>
            </p:sp>
          </mc:Choice>
          <mc:Fallback>
            <p:sp>
              <p:nvSpPr>
                <p:cNvPr id="26634" name="Object 8"/>
                <p:cNvSpPr txBox="1">
                  <a:spLocks noRot="1" noChangeAspect="1" noMove="1" noResize="1" noEditPoints="1" noAdjustHandles="1" noChangeArrowheads="1" noChangeShapeType="1" noTextEdit="1"/>
                </p:cNvSpPr>
                <p:nvPr/>
              </p:nvSpPr>
              <p:spPr bwMode="auto">
                <a:xfrm>
                  <a:off x="2307" y="775"/>
                  <a:ext cx="435" cy="290"/>
                </a:xfrm>
                <a:prstGeom prst="rect">
                  <a:avLst/>
                </a:prstGeom>
                <a:blipFill rotWithShape="1">
                  <a:blip r:embed="rId7"/>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5" name="Object 9"/>
                <p:cNvSpPr txBox="1"/>
                <p:nvPr/>
              </p:nvSpPr>
              <p:spPr bwMode="auto">
                <a:xfrm>
                  <a:off x="2988" y="844"/>
                  <a:ext cx="193" cy="29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r>
                          <a:rPr lang="en-US" sz="2400" i="1">
                            <a:solidFill>
                              <a:srgbClr val="FF0000"/>
                            </a:solidFill>
                            <a:latin typeface="Cambria Math" panose="02040503050406030204" pitchFamily="18" charset="0"/>
                          </a:rPr>
                          <m:t>𝑇</m:t>
                        </m:r>
                      </m:oMath>
                    </m:oMathPara>
                  </a14:m>
                  <a:endParaRPr lang="en-US" sz="2400" dirty="0"/>
                </a:p>
              </p:txBody>
            </p:sp>
          </mc:Choice>
          <mc:Fallback>
            <p:sp>
              <p:nvSpPr>
                <p:cNvPr id="26635" name="Object 9"/>
                <p:cNvSpPr txBox="1">
                  <a:spLocks noRot="1" noChangeAspect="1" noMove="1" noResize="1" noEditPoints="1" noAdjustHandles="1" noChangeArrowheads="1" noChangeShapeType="1" noTextEdit="1"/>
                </p:cNvSpPr>
                <p:nvPr/>
              </p:nvSpPr>
              <p:spPr bwMode="auto">
                <a:xfrm>
                  <a:off x="2988" y="844"/>
                  <a:ext cx="193" cy="290"/>
                </a:xfrm>
                <a:prstGeom prst="rect">
                  <a:avLst/>
                </a:prstGeom>
                <a:blipFill rotWithShape="1">
                  <a:blip r:embed="rId8"/>
                </a:blipFill>
                <a:ln>
                  <a:noFill/>
                </a:ln>
                <a:effectLst/>
              </p:spPr>
              <p:txBody>
                <a:bodyPr/>
                <a:lstStyle/>
                <a:p>
                  <a:r>
                    <a:rPr lang="zh-CN" altLang="en-US">
                      <a:noFill/>
                    </a:rPr>
                    <a:t> </a:t>
                  </a:r>
                </a:p>
              </p:txBody>
            </p:sp>
          </mc:Fallback>
        </mc:AlternateContent>
        <p:sp>
          <p:nvSpPr>
            <p:cNvPr id="26662" name="Text Box 30"/>
            <p:cNvSpPr txBox="1">
              <a:spLocks noChangeArrowheads="1"/>
            </p:cNvSpPr>
            <p:nvPr/>
          </p:nvSpPr>
          <p:spPr bwMode="auto">
            <a:xfrm>
              <a:off x="2677" y="1235"/>
              <a:ext cx="21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latin typeface="Times New Roman" panose="02020603050405020304" pitchFamily="18" charset="0"/>
                  <a:ea typeface="楷体_GB2312" panose="02010609030101010101" pitchFamily="49" charset="-122"/>
                  <a:cs typeface="Times New Roman" panose="02020603050405020304" pitchFamily="18" charset="0"/>
                </a:rPr>
                <a:t>0</a:t>
              </a:r>
              <a:endParaRPr lang="en-US" altLang="zh-CN" sz="2400"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26663" name="Line 31"/>
            <p:cNvSpPr>
              <a:spLocks noChangeShapeType="1"/>
            </p:cNvSpPr>
            <p:nvPr/>
          </p:nvSpPr>
          <p:spPr bwMode="auto">
            <a:xfrm flipV="1">
              <a:off x="2390" y="1056"/>
              <a:ext cx="0" cy="29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spAutoFit/>
            </a:bodyPr>
            <a:lstStyle/>
            <a:p>
              <a:endParaRPr lang="en-US" sz="2400"/>
            </a:p>
          </p:txBody>
        </p:sp>
        <p:sp>
          <p:nvSpPr>
            <p:cNvPr id="26664" name="Line 32"/>
            <p:cNvSpPr>
              <a:spLocks noChangeShapeType="1"/>
            </p:cNvSpPr>
            <p:nvPr/>
          </p:nvSpPr>
          <p:spPr bwMode="auto">
            <a:xfrm>
              <a:off x="3034" y="1238"/>
              <a:ext cx="157" cy="29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square" anchor="ctr">
              <a:spAutoFit/>
            </a:bodyPr>
            <a:lstStyle/>
            <a:p>
              <a:endParaRPr lang="en-US" sz="2400"/>
            </a:p>
          </p:txBody>
        </p:sp>
        <mc:AlternateContent xmlns:mc="http://schemas.openxmlformats.org/markup-compatibility/2006">
          <mc:Choice xmlns:a14="http://schemas.microsoft.com/office/drawing/2010/main" Requires="a14">
            <p:sp>
              <p:nvSpPr>
                <p:cNvPr id="26636" name="Object 10"/>
                <p:cNvSpPr txBox="1"/>
                <p:nvPr/>
              </p:nvSpPr>
              <p:spPr bwMode="auto">
                <a:xfrm>
                  <a:off x="3097" y="1379"/>
                  <a:ext cx="273" cy="29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sSub>
                          <m:sSubPr>
                            <m:ctrlPr>
                              <a:rPr lang="en-US" sz="2400" i="1">
                                <a:solidFill>
                                  <a:srgbClr val="800000"/>
                                </a:solidFill>
                                <a:latin typeface="Cambria Math" panose="02040503050406030204" pitchFamily="18" charset="0"/>
                              </a:rPr>
                            </m:ctrlPr>
                          </m:sSubPr>
                          <m:e>
                            <m:r>
                              <a:rPr lang="en-US" sz="2400" i="1">
                                <a:solidFill>
                                  <a:srgbClr val="800000"/>
                                </a:solidFill>
                                <a:latin typeface="Cambria Math" panose="02040503050406030204" pitchFamily="18" charset="0"/>
                              </a:rPr>
                              <m:t>𝜔</m:t>
                            </m:r>
                          </m:e>
                          <m:sub>
                            <m:r>
                              <a:rPr lang="en-US" sz="2400" i="1">
                                <a:solidFill>
                                  <a:srgbClr val="800000"/>
                                </a:solidFill>
                                <a:latin typeface="Cambria Math" panose="02040503050406030204" pitchFamily="18" charset="0"/>
                              </a:rPr>
                              <m:t>𝑐</m:t>
                            </m:r>
                          </m:sub>
                        </m:sSub>
                      </m:oMath>
                    </m:oMathPara>
                  </a14:m>
                  <a:endParaRPr lang="en-US" sz="2400" dirty="0"/>
                </a:p>
              </p:txBody>
            </p:sp>
          </mc:Choice>
          <mc:Fallback>
            <p:sp>
              <p:nvSpPr>
                <p:cNvPr id="26636" name="Object 10"/>
                <p:cNvSpPr txBox="1">
                  <a:spLocks noRot="1" noChangeAspect="1" noMove="1" noResize="1" noEditPoints="1" noAdjustHandles="1" noChangeArrowheads="1" noChangeShapeType="1" noTextEdit="1"/>
                </p:cNvSpPr>
                <p:nvPr/>
              </p:nvSpPr>
              <p:spPr bwMode="auto">
                <a:xfrm>
                  <a:off x="3097" y="1379"/>
                  <a:ext cx="273" cy="290"/>
                </a:xfrm>
                <a:prstGeom prst="rect">
                  <a:avLst/>
                </a:prstGeom>
                <a:blipFill rotWithShape="1">
                  <a:blip r:embed="rId9"/>
                </a:blipFill>
                <a:ln>
                  <a:noFill/>
                </a:ln>
                <a:effectLst/>
              </p:spPr>
              <p:txBody>
                <a:bodyPr/>
                <a:lstStyle/>
                <a:p>
                  <a:r>
                    <a:rPr lang="zh-CN" altLang="en-US">
                      <a:noFill/>
                    </a:rPr>
                    <a:t> </a:t>
                  </a:r>
                </a:p>
              </p:txBody>
            </p:sp>
          </mc:Fallback>
        </mc:AlternateContent>
      </p:grpSp>
      <p:sp>
        <p:nvSpPr>
          <p:cNvPr id="42" name="Text Box 2"/>
          <p:cNvSpPr txBox="1">
            <a:spLocks noChangeArrowheads="1"/>
          </p:cNvSpPr>
          <p:nvPr/>
        </p:nvSpPr>
        <p:spPr bwMode="auto">
          <a:xfrm>
            <a:off x="2262188" y="3176899"/>
            <a:ext cx="7086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zh-CN" altLang="en-US" sz="2400" dirty="0">
                <a:latin typeface="华文楷体" panose="02010600040101010101" pitchFamily="2" charset="-122"/>
                <a:ea typeface="华文楷体" panose="02010600040101010101" pitchFamily="2" charset="-122"/>
                <a:cs typeface="楷体_GB2312" panose="02010609030101010101" pitchFamily="49" charset="-122"/>
              </a:rPr>
              <a:t>低通滤波器截止频率必须满足</a:t>
            </a:r>
            <a:r>
              <a:rPr kumimoji="1" lang="en-US" altLang="zh-CN" sz="2400" dirty="0">
                <a:latin typeface="华文楷体" panose="02010600040101010101" pitchFamily="2" charset="-122"/>
                <a:ea typeface="华文楷体" panose="02010600040101010101" pitchFamily="2" charset="-122"/>
                <a:cs typeface="楷体_GB2312" panose="02010609030101010101" pitchFamily="49" charset="-122"/>
              </a:rPr>
              <a:t>:</a:t>
            </a:r>
            <a:endParaRPr kumimoji="1" lang="en-US" altLang="zh-CN" sz="2400" dirty="0">
              <a:latin typeface="华文楷体" panose="02010600040101010101" pitchFamily="2" charset="-122"/>
              <a:ea typeface="华文楷体" panose="02010600040101010101" pitchFamily="2" charset="-122"/>
              <a:cs typeface="楷体_GB2312" panose="02010609030101010101" pitchFamily="49" charset="-122"/>
            </a:endParaRPr>
          </a:p>
        </p:txBody>
      </p:sp>
      <mc:AlternateContent xmlns:mc="http://schemas.openxmlformats.org/markup-compatibility/2006">
        <mc:Choice xmlns:a14="http://schemas.microsoft.com/office/drawing/2010/main" Requires="a14">
          <p:sp>
            <p:nvSpPr>
              <p:cNvPr id="43" name="Object 16"/>
              <p:cNvSpPr txBox="1"/>
              <p:nvPr/>
            </p:nvSpPr>
            <p:spPr bwMode="auto">
              <a:xfrm>
                <a:off x="4516438" y="3653385"/>
                <a:ext cx="3190875" cy="460375"/>
              </a:xfrm>
              <a:prstGeom prst="rect">
                <a:avLst/>
              </a:prstGeom>
              <a:noFill/>
              <a:ln>
                <a:noFill/>
              </a:ln>
              <a:effectLst/>
            </p:spPr>
            <p:txBody>
              <a:bodyPr wrap="square">
                <a:spAutoFit/>
              </a:bodyPr>
              <a:lstStyle/>
              <a:p>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𝑀</m:t>
                          </m:r>
                        </m:sub>
                      </m:sSub>
                      <m:r>
                        <a:rPr lang="en-US" sz="2400" i="1">
                          <a:solidFill>
                            <a:srgbClr val="000000"/>
                          </a:solidFill>
                          <a:latin typeface="Cambria Math" panose="02040503050406030204" pitchFamily="18" charset="0"/>
                        </a:rPr>
                        <m:t>&lt;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𝑐</m:t>
                          </m:r>
                        </m:sub>
                      </m:sSub>
                      <m:r>
                        <a:rPr lang="en-US" sz="2400" i="1">
                          <a:solidFill>
                            <a:srgbClr val="000000"/>
                          </a:solidFill>
                          <a:latin typeface="Cambria Math" panose="02040503050406030204" pitchFamily="18" charset="0"/>
                        </a:rPr>
                        <m:t>&lt;(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𝑠</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𝑀</m:t>
                          </m:r>
                        </m:sub>
                      </m:sSub>
                      <m:r>
                        <a:rPr lang="en-US" sz="2400" i="1">
                          <a:solidFill>
                            <a:srgbClr val="000000"/>
                          </a:solidFill>
                          <a:latin typeface="Cambria Math" panose="02040503050406030204" pitchFamily="18" charset="0"/>
                        </a:rPr>
                        <m:t>)</m:t>
                      </m:r>
                    </m:oMath>
                  </m:oMathPara>
                </a14:m>
                <a:endParaRPr lang="en-US" sz="2400" dirty="0"/>
              </a:p>
            </p:txBody>
          </p:sp>
        </mc:Choice>
        <mc:Fallback>
          <p:sp>
            <p:nvSpPr>
              <p:cNvPr id="43" name="Object 16"/>
              <p:cNvSpPr txBox="1">
                <a:spLocks noRot="1" noChangeAspect="1" noMove="1" noResize="1" noEditPoints="1" noAdjustHandles="1" noChangeArrowheads="1" noChangeShapeType="1" noTextEdit="1"/>
              </p:cNvSpPr>
              <p:nvPr/>
            </p:nvSpPr>
            <p:spPr bwMode="auto">
              <a:xfrm>
                <a:off x="4516438" y="3653385"/>
                <a:ext cx="3190875" cy="460375"/>
              </a:xfrm>
              <a:prstGeom prst="rect">
                <a:avLst/>
              </a:prstGeom>
              <a:blipFill rotWithShape="1">
                <a:blip r:embed="rId10"/>
                <a:stretch>
                  <a:fillRect l="-10" t="-50" r="10" b="5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42" name="Text Box 5"/>
              <p:cNvSpPr txBox="1">
                <a:spLocks noChangeArrowheads="1"/>
              </p:cNvSpPr>
              <p:nvPr/>
            </p:nvSpPr>
            <p:spPr bwMode="auto">
              <a:xfrm>
                <a:off x="2306638" y="4129871"/>
                <a:ext cx="810984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Tx/>
                  <a:buChar char="•"/>
                </a:pPr>
                <a:r>
                  <a:rPr kumimoji="1" lang="zh-CN" altLang="en-US" sz="2400" dirty="0">
                    <a:latin typeface="华文楷体" panose="02010600040101010101" pitchFamily="2" charset="-122"/>
                    <a:ea typeface="华文楷体" panose="02010600040101010101" pitchFamily="2" charset="-122"/>
                    <a:cs typeface="楷体_GB2312" panose="02010609030101010101" pitchFamily="49" charset="-122"/>
                  </a:rPr>
                  <a:t>为补偿采样导致的频谱幅度减小，滤波器应具有</a:t>
                </a:r>
                <a14:m>
                  <m:oMath xmlns:m="http://schemas.openxmlformats.org/officeDocument/2006/math">
                    <m:r>
                      <a:rPr lang="en-US" sz="2400" i="1" smtClean="0">
                        <a:solidFill>
                          <a:srgbClr val="000000"/>
                        </a:solidFill>
                        <a:latin typeface="Cambria Math" panose="02040503050406030204" pitchFamily="18" charset="0"/>
                      </a:rPr>
                      <m:t>𝑇</m:t>
                    </m:r>
                  </m:oMath>
                </a14:m>
                <a:r>
                  <a:rPr kumimoji="1" lang="zh-CN" altLang="en-US" sz="2400" dirty="0">
                    <a:latin typeface="华文楷体" panose="02010600040101010101" pitchFamily="2" charset="-122"/>
                    <a:ea typeface="华文楷体" panose="02010600040101010101" pitchFamily="2" charset="-122"/>
                    <a:cs typeface="楷体_GB2312" panose="02010609030101010101" pitchFamily="49" charset="-122"/>
                  </a:rPr>
                  <a:t>倍增益。</a:t>
                </a:r>
                <a:endParaRPr kumimoji="1" lang="zh-CN" altLang="en-US" sz="2400" dirty="0">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p:sp>
            <p:nvSpPr>
              <p:cNvPr id="26642" name="Text Box 5"/>
              <p:cNvSpPr txBox="1">
                <a:spLocks noRot="1" noChangeAspect="1" noMove="1" noResize="1" noEditPoints="1" noAdjustHandles="1" noChangeArrowheads="1" noChangeShapeType="1" noTextEdit="1"/>
              </p:cNvSpPr>
              <p:nvPr/>
            </p:nvSpPr>
            <p:spPr bwMode="auto">
              <a:xfrm>
                <a:off x="2306638" y="4129871"/>
                <a:ext cx="8109842" cy="645160"/>
              </a:xfrm>
              <a:prstGeom prst="rect">
                <a:avLst/>
              </a:prstGeom>
              <a:blipFill rotWithShape="1">
                <a:blip r:embed="rId11"/>
                <a:stretch>
                  <a:fillRect l="-4" t="-72" r="7" b="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 name="内容占位符 2"/>
              <p:cNvSpPr>
                <a:spLocks noGrp="1"/>
              </p:cNvSpPr>
              <p:nvPr>
                <p:ph idx="1"/>
              </p:nvPr>
            </p:nvSpPr>
            <p:spPr>
              <a:xfrm>
                <a:off x="2082800" y="4736263"/>
                <a:ext cx="8229600" cy="1642110"/>
              </a:xfrm>
            </p:spPr>
            <p:txBody>
              <a:bodyPr>
                <a:spAutoFit/>
              </a:bodyPr>
              <a:lstStyle/>
              <a:p>
                <a:pPr marL="0" indent="0">
                  <a:buNone/>
                </a:pPr>
                <a:r>
                  <a:rPr lang="zh-CN" altLang="en-US" sz="2400" b="0" dirty="0">
                    <a:solidFill>
                      <a:srgbClr val="0000FF"/>
                    </a:solidFill>
                  </a:rPr>
                  <a:t>四</a:t>
                </a:r>
                <a:r>
                  <a:rPr lang="en-US" altLang="zh-CN" sz="2400" b="0" dirty="0">
                    <a:solidFill>
                      <a:srgbClr val="0000FF"/>
                    </a:solidFill>
                  </a:rPr>
                  <a:t>.  Nyquist </a:t>
                </a:r>
                <a:r>
                  <a:rPr lang="zh-CN" altLang="en-US" sz="2400" b="0" dirty="0">
                    <a:solidFill>
                      <a:srgbClr val="0000FF"/>
                    </a:solidFill>
                  </a:rPr>
                  <a:t>采样定理</a:t>
                </a:r>
                <a:r>
                  <a:rPr lang="en-US" altLang="zh-CN" sz="2400" b="0" dirty="0">
                    <a:solidFill>
                      <a:srgbClr val="0000FF"/>
                    </a:solidFill>
                  </a:rPr>
                  <a:t>:</a:t>
                </a:r>
                <a:endParaRPr lang="en-US" altLang="zh-CN" sz="2400" b="0" dirty="0">
                  <a:solidFill>
                    <a:srgbClr val="0000FF"/>
                  </a:solidFill>
                </a:endParaRPr>
              </a:p>
              <a:p>
                <a:pPr lvl="1" algn="just"/>
                <a:r>
                  <a:rPr lang="zh-CN" altLang="en-US" sz="2400" b="0" dirty="0"/>
                  <a:t>对带限于最高频率</a:t>
                </a:r>
                <a14:m>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𝑀</m:t>
                        </m:r>
                      </m:sub>
                    </m:sSub>
                  </m:oMath>
                </a14:m>
                <a:r>
                  <a:rPr lang="zh-CN" altLang="en-US" sz="2400" b="0" dirty="0"/>
                  <a:t>的连续时间信号</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，如果以</a:t>
                </a:r>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𝑠</m:t>
                        </m:r>
                      </m:sub>
                    </m:sSub>
                    <m:r>
                      <a:rPr lang="en-US" sz="2400" i="1">
                        <a:solidFill>
                          <a:srgbClr val="FF0000"/>
                        </a:solidFill>
                        <a:latin typeface="Cambria Math" panose="02040503050406030204" pitchFamily="18" charset="0"/>
                      </a:rPr>
                      <m:t>&gt;</m:t>
                    </m:r>
                    <m:r>
                      <a:rPr lang="en-US" sz="2400" i="1">
                        <a:solidFill>
                          <a:srgbClr val="FF0000"/>
                        </a:solidFill>
                        <a:latin typeface="Cambria Math" panose="02040503050406030204" pitchFamily="18" charset="0"/>
                      </a:rPr>
                      <m:t>2</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𝜔</m:t>
                        </m:r>
                      </m:e>
                      <m:sub>
                        <m:r>
                          <a:rPr lang="en-US" sz="2400" i="1">
                            <a:solidFill>
                              <a:srgbClr val="FF0000"/>
                            </a:solidFill>
                            <a:latin typeface="Cambria Math" panose="02040503050406030204" pitchFamily="18" charset="0"/>
                          </a:rPr>
                          <m:t>𝑀</m:t>
                        </m:r>
                      </m:sub>
                    </m:sSub>
                  </m:oMath>
                </a14:m>
                <a:r>
                  <a:rPr lang="zh-CN" altLang="en-US" sz="2400" b="0" dirty="0"/>
                  <a:t>的频率进行理想采样，则</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可以唯一地由其样本</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𝑛𝑇</m:t>
                    </m:r>
                    <m:r>
                      <a:rPr lang="en-US" sz="2400" i="1">
                        <a:solidFill>
                          <a:srgbClr val="000000"/>
                        </a:solidFill>
                        <a:latin typeface="Cambria Math" panose="02040503050406030204" pitchFamily="18" charset="0"/>
                      </a:rPr>
                      <m:t>)</m:t>
                    </m:r>
                  </m:oMath>
                </a14:m>
                <a:r>
                  <a:rPr lang="zh-CN" altLang="en-US" sz="2400" b="0" dirty="0"/>
                  <a:t>来确定。</a:t>
                </a:r>
                <a:endParaRPr lang="zh-CN" altLang="en-US" sz="2400" b="0" dirty="0"/>
              </a:p>
            </p:txBody>
          </p:sp>
        </mc:Choice>
        <mc:Fallback>
          <p:sp>
            <p:nvSpPr>
              <p:cNvPr id="63" name="内容占位符 2"/>
              <p:cNvSpPr>
                <a:spLocks noRot="1" noChangeAspect="1" noMove="1" noResize="1" noEditPoints="1" noAdjustHandles="1" noChangeArrowheads="1" noChangeShapeType="1" noTextEdit="1"/>
              </p:cNvSpPr>
              <p:nvPr>
                <p:ph idx="1"/>
              </p:nvPr>
            </p:nvSpPr>
            <p:spPr>
              <a:xfrm>
                <a:off x="2082800" y="4736263"/>
                <a:ext cx="8229600" cy="1642110"/>
              </a:xfrm>
              <a:blipFill rotWithShape="1">
                <a:blip r:embed="rId12"/>
                <a:stretch>
                  <a:fillRect t="-26" b="2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linds(horizontal)">
                                      <p:cBhvr>
                                        <p:cTn id="7" dur="500"/>
                                        <p:tgtEl>
                                          <p:spTgt spid="4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wipe(down)">
                                      <p:cBhvr>
                                        <p:cTn id="10" dur="50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6642"/>
                                        </p:tgtEl>
                                        <p:attrNameLst>
                                          <p:attrName>style.visibility</p:attrName>
                                        </p:attrNameLst>
                                      </p:cBhvr>
                                      <p:to>
                                        <p:strVal val="visible"/>
                                      </p:to>
                                    </p:set>
                                    <p:animEffect transition="in" filter="wipe(down)">
                                      <p:cBhvr>
                                        <p:cTn id="15" dur="500"/>
                                        <p:tgtEl>
                                          <p:spTgt spid="2664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63">
                                            <p:txEl>
                                              <p:pRg st="0" end="0"/>
                                            </p:txEl>
                                          </p:spTgt>
                                        </p:tgtEl>
                                        <p:attrNameLst>
                                          <p:attrName>style.visibility</p:attrName>
                                        </p:attrNameLst>
                                      </p:cBhvr>
                                      <p:to>
                                        <p:strVal val="visible"/>
                                      </p:to>
                                    </p:set>
                                    <p:anim calcmode="lin" valueType="num">
                                      <p:cBhvr additive="base">
                                        <p:cTn id="20" dur="500" fill="hold"/>
                                        <p:tgtEl>
                                          <p:spTgt spid="6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63">
                                            <p:txEl>
                                              <p:pRg st="0" end="0"/>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63">
                                            <p:txEl>
                                              <p:pRg st="1" end="1"/>
                                            </p:txEl>
                                          </p:spTgt>
                                        </p:tgtEl>
                                        <p:attrNameLst>
                                          <p:attrName>style.visibility</p:attrName>
                                        </p:attrNameLst>
                                      </p:cBhvr>
                                      <p:to>
                                        <p:strVal val="visible"/>
                                      </p:to>
                                    </p:set>
                                    <p:anim calcmode="lin" valueType="num">
                                      <p:cBhvr additive="base">
                                        <p:cTn id="24" dur="500" fill="hold"/>
                                        <p:tgtEl>
                                          <p:spTgt spid="63">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bldLvl="0" animBg="1"/>
      <p:bldP spid="26642" grpId="0"/>
      <p:bldP spid="6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64"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45D124-C17C-4920-8521-D86A1E4DB7B0}"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
        <p:nvSpPr>
          <p:cNvPr id="11" name="Rectangle 7"/>
          <p:cNvSpPr>
            <a:spLocks noChangeArrowheads="1"/>
          </p:cNvSpPr>
          <p:nvPr/>
        </p:nvSpPr>
        <p:spPr bwMode="auto">
          <a:xfrm>
            <a:off x="2024063" y="1340768"/>
            <a:ext cx="29489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五</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 </a:t>
            </a:r>
            <a:r>
              <a:rPr lang="zh-CN" altLang="en-US"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零阶保持采样</a:t>
            </a:r>
            <a:r>
              <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a:t>
            </a:r>
            <a:endParaRPr lang="en-US" altLang="zh-CN" sz="28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46" name="Text Box 2"/>
          <p:cNvSpPr txBox="1">
            <a:spLocks noChangeArrowheads="1"/>
          </p:cNvSpPr>
          <p:nvPr/>
        </p:nvSpPr>
        <p:spPr bwMode="auto">
          <a:xfrm>
            <a:off x="2319338" y="4653136"/>
            <a:ext cx="784860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780216"/>
                </a:solidFill>
                <a:latin typeface="Times New Roman" panose="02020603050405020304" pitchFamily="18" charset="0"/>
                <a:ea typeface="华文楷体" panose="02010600040101010101" pitchFamily="2" charset="-122"/>
                <a:cs typeface="楷体_GB2312" panose="02010609030101010101" pitchFamily="49" charset="-122"/>
              </a:rPr>
              <a:t>零阶保持采样相当于理想采样后，再级联一个零阶保持系统。</a:t>
            </a:r>
            <a:endParaRPr lang="zh-CN" altLang="en-US" sz="2800">
              <a:solidFill>
                <a:srgbClr val="780216"/>
              </a:solidFill>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2" name="Group 3"/>
          <p:cNvGrpSpPr/>
          <p:nvPr/>
        </p:nvGrpSpPr>
        <p:grpSpPr bwMode="auto">
          <a:xfrm>
            <a:off x="2495550" y="2388230"/>
            <a:ext cx="4090988" cy="2041526"/>
            <a:chOff x="612" y="618"/>
            <a:chExt cx="2577" cy="1286"/>
          </a:xfrm>
        </p:grpSpPr>
        <p:sp>
          <p:nvSpPr>
            <p:cNvPr id="48" name="Rectangle 4"/>
            <p:cNvSpPr>
              <a:spLocks noChangeArrowheads="1"/>
            </p:cNvSpPr>
            <p:nvPr/>
          </p:nvSpPr>
          <p:spPr bwMode="auto">
            <a:xfrm>
              <a:off x="1614" y="618"/>
              <a:ext cx="654" cy="654"/>
            </a:xfrm>
            <a:prstGeom prst="rect">
              <a:avLst/>
            </a:prstGeom>
            <a:solidFill>
              <a:schemeClr val="accent1">
                <a:lumMod val="20000"/>
                <a:lumOff val="80000"/>
              </a:schemeClr>
            </a:solidFill>
            <a:ln w="9525">
              <a:solidFill>
                <a:schemeClr val="tx1"/>
              </a:solidFill>
              <a:miter lim="800000"/>
            </a:ln>
            <a:effectLst/>
          </p:spPr>
          <p:txBody>
            <a:bodyPr wrap="none" anchor="ctr"/>
            <a:lstStyle/>
            <a:p>
              <a:pPr>
                <a:defRPr/>
              </a:pPr>
              <a:endParaRPr lang="zh-CN" altLang="en-US"/>
            </a:p>
          </p:txBody>
        </p:sp>
        <p:sp>
          <p:nvSpPr>
            <p:cNvPr id="27710" name="Line 5"/>
            <p:cNvSpPr>
              <a:spLocks noChangeShapeType="1"/>
            </p:cNvSpPr>
            <p:nvPr/>
          </p:nvSpPr>
          <p:spPr bwMode="auto">
            <a:xfrm>
              <a:off x="1674" y="1118"/>
              <a:ext cx="50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11" name="Line 6"/>
            <p:cNvSpPr>
              <a:spLocks noChangeShapeType="1"/>
            </p:cNvSpPr>
            <p:nvPr/>
          </p:nvSpPr>
          <p:spPr bwMode="auto">
            <a:xfrm flipV="1">
              <a:off x="1790" y="731"/>
              <a:ext cx="0" cy="387"/>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12" name="Line 7"/>
            <p:cNvSpPr>
              <a:spLocks noChangeShapeType="1"/>
            </p:cNvSpPr>
            <p:nvPr/>
          </p:nvSpPr>
          <p:spPr bwMode="auto">
            <a:xfrm>
              <a:off x="1790" y="886"/>
              <a:ext cx="19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27713" name="Line 8"/>
            <p:cNvSpPr>
              <a:spLocks noChangeShapeType="1"/>
            </p:cNvSpPr>
            <p:nvPr/>
          </p:nvSpPr>
          <p:spPr bwMode="auto">
            <a:xfrm>
              <a:off x="1983" y="886"/>
              <a:ext cx="0" cy="23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en-US"/>
            </a:p>
          </p:txBody>
        </p:sp>
        <p:graphicFrame>
          <p:nvGraphicFramePr>
            <p:cNvPr id="27656" name="Object 16"/>
            <p:cNvGraphicFramePr>
              <a:graphicFrameLocks noChangeAspect="1"/>
            </p:cNvGraphicFramePr>
            <p:nvPr/>
          </p:nvGraphicFramePr>
          <p:xfrm>
            <a:off x="1828" y="654"/>
            <a:ext cx="372" cy="258"/>
          </p:xfrm>
          <a:graphic>
            <a:graphicData uri="http://schemas.openxmlformats.org/presentationml/2006/ole">
              <mc:AlternateContent xmlns:mc="http://schemas.openxmlformats.org/markup-compatibility/2006">
                <mc:Choice xmlns:v="urn:schemas-microsoft-com:vml" Requires="v">
                  <p:oleObj spid="_x0000_s13208" name="Equation" r:id="rId1" imgW="330200" imgH="228600" progId="Equation.DSMT4">
                    <p:embed/>
                  </p:oleObj>
                </mc:Choice>
                <mc:Fallback>
                  <p:oleObj name="Equation" r:id="rId1" imgW="330200" imgH="228600" progId="Equation.DSMT4">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 y="654"/>
                          <a:ext cx="372"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714" name="Text Box 10"/>
            <p:cNvSpPr txBox="1">
              <a:spLocks noChangeArrowheads="1"/>
            </p:cNvSpPr>
            <p:nvPr/>
          </p:nvSpPr>
          <p:spPr bwMode="auto">
            <a:xfrm>
              <a:off x="1635" y="784"/>
              <a:ext cx="19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ea typeface="楷体_GB2312" panose="02010609030101010101" pitchFamily="49" charset="-122"/>
                </a:rPr>
                <a:t>1</a:t>
              </a:r>
              <a:endParaRPr lang="en-US" altLang="zh-CN">
                <a:ea typeface="楷体_GB2312" panose="02010609030101010101" pitchFamily="49" charset="-122"/>
              </a:endParaRPr>
            </a:p>
          </p:txBody>
        </p:sp>
        <p:sp>
          <p:nvSpPr>
            <p:cNvPr id="27715" name="Text Box 11"/>
            <p:cNvSpPr txBox="1">
              <a:spLocks noChangeArrowheads="1"/>
            </p:cNvSpPr>
            <p:nvPr/>
          </p:nvSpPr>
          <p:spPr bwMode="auto">
            <a:xfrm>
              <a:off x="1712" y="1080"/>
              <a:ext cx="19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ea typeface="楷体_GB2312" panose="02010609030101010101" pitchFamily="49" charset="-122"/>
                </a:rPr>
                <a:t>0</a:t>
              </a:r>
              <a:endParaRPr lang="en-US" altLang="zh-CN">
                <a:ea typeface="楷体_GB2312" panose="02010609030101010101" pitchFamily="49" charset="-122"/>
              </a:endParaRPr>
            </a:p>
          </p:txBody>
        </p:sp>
        <p:graphicFrame>
          <p:nvGraphicFramePr>
            <p:cNvPr id="27657" name="Object 17"/>
            <p:cNvGraphicFramePr>
              <a:graphicFrameLocks noChangeAspect="1"/>
            </p:cNvGraphicFramePr>
            <p:nvPr/>
          </p:nvGraphicFramePr>
          <p:xfrm>
            <a:off x="2099" y="964"/>
            <a:ext cx="90" cy="155"/>
          </p:xfrm>
          <a:graphic>
            <a:graphicData uri="http://schemas.openxmlformats.org/presentationml/2006/ole">
              <mc:AlternateContent xmlns:mc="http://schemas.openxmlformats.org/markup-compatibility/2006">
                <mc:Choice xmlns:v="urn:schemas-microsoft-com:vml" Requires="v">
                  <p:oleObj spid="_x0000_s13209" name="Equation" r:id="rId3" imgW="88900" imgH="152400" progId="Equation.DSMT4">
                    <p:embed/>
                  </p:oleObj>
                </mc:Choice>
                <mc:Fallback>
                  <p:oleObj name="Equation" r:id="rId3" imgW="88900" imgH="1524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9" y="964"/>
                          <a:ext cx="90"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8" name="Object 18"/>
            <p:cNvGraphicFramePr>
              <a:graphicFrameLocks noChangeAspect="1"/>
            </p:cNvGraphicFramePr>
            <p:nvPr/>
          </p:nvGraphicFramePr>
          <p:xfrm>
            <a:off x="1921" y="1109"/>
            <a:ext cx="133" cy="156"/>
          </p:xfrm>
          <a:graphic>
            <a:graphicData uri="http://schemas.openxmlformats.org/presentationml/2006/ole">
              <mc:AlternateContent xmlns:mc="http://schemas.openxmlformats.org/markup-compatibility/2006">
                <mc:Choice xmlns:v="urn:schemas-microsoft-com:vml" Requires="v">
                  <p:oleObj spid="_x0000_s13210" name="Equation" r:id="rId5" imgW="139700" imgH="165100" progId="Equation.DSMT4">
                    <p:embed/>
                  </p:oleObj>
                </mc:Choice>
                <mc:Fallback>
                  <p:oleObj name="Equation" r:id="rId5" imgW="139700" imgH="16510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1" y="1109"/>
                          <a:ext cx="133"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716" name="Line 14"/>
            <p:cNvSpPr>
              <a:spLocks noChangeShapeType="1"/>
            </p:cNvSpPr>
            <p:nvPr/>
          </p:nvSpPr>
          <p:spPr bwMode="auto">
            <a:xfrm>
              <a:off x="1225" y="945"/>
              <a:ext cx="387"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7659" name="Object 19"/>
            <p:cNvGraphicFramePr>
              <a:graphicFrameLocks noChangeAspect="1"/>
            </p:cNvGraphicFramePr>
            <p:nvPr/>
          </p:nvGraphicFramePr>
          <p:xfrm>
            <a:off x="1037" y="828"/>
            <a:ext cx="233" cy="251"/>
          </p:xfrm>
          <a:graphic>
            <a:graphicData uri="http://schemas.openxmlformats.org/presentationml/2006/ole">
              <mc:AlternateContent xmlns:mc="http://schemas.openxmlformats.org/markup-compatibility/2006">
                <mc:Choice xmlns:v="urn:schemas-microsoft-com:vml" Requires="v">
                  <p:oleObj spid="_x0000_s13211" name="Equation" r:id="rId7" imgW="165100" imgH="177800" progId="Equation.DSMT4">
                    <p:embed/>
                  </p:oleObj>
                </mc:Choice>
                <mc:Fallback>
                  <p:oleObj name="Equation" r:id="rId7" imgW="165100" imgH="177800" progId="Equation.DSMT4">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7" y="828"/>
                          <a:ext cx="233"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717" name="Line 16"/>
            <p:cNvSpPr>
              <a:spLocks noChangeShapeType="1"/>
            </p:cNvSpPr>
            <p:nvPr/>
          </p:nvSpPr>
          <p:spPr bwMode="auto">
            <a:xfrm>
              <a:off x="816" y="945"/>
              <a:ext cx="271"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18" name="Line 17"/>
            <p:cNvSpPr>
              <a:spLocks noChangeShapeType="1"/>
            </p:cNvSpPr>
            <p:nvPr/>
          </p:nvSpPr>
          <p:spPr bwMode="auto">
            <a:xfrm flipV="1">
              <a:off x="1144" y="1007"/>
              <a:ext cx="0" cy="46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19" name="Line 18"/>
            <p:cNvSpPr>
              <a:spLocks noChangeShapeType="1"/>
            </p:cNvSpPr>
            <p:nvPr/>
          </p:nvSpPr>
          <p:spPr bwMode="auto">
            <a:xfrm>
              <a:off x="2265" y="944"/>
              <a:ext cx="695"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27660" name="Object 20"/>
            <p:cNvGraphicFramePr>
              <a:graphicFrameLocks noChangeAspect="1"/>
            </p:cNvGraphicFramePr>
            <p:nvPr/>
          </p:nvGraphicFramePr>
          <p:xfrm>
            <a:off x="612" y="661"/>
            <a:ext cx="402" cy="293"/>
          </p:xfrm>
          <a:graphic>
            <a:graphicData uri="http://schemas.openxmlformats.org/presentationml/2006/ole">
              <mc:AlternateContent xmlns:mc="http://schemas.openxmlformats.org/markup-compatibility/2006">
                <mc:Choice xmlns:v="urn:schemas-microsoft-com:vml" Requires="v">
                  <p:oleObj spid="_x0000_s13212" name="Equation" r:id="rId9" imgW="279400" imgH="203200" progId="Equation.DSMT4">
                    <p:embed/>
                  </p:oleObj>
                </mc:Choice>
                <mc:Fallback>
                  <p:oleObj name="Equation" r:id="rId9" imgW="279400" imgH="203200" progId="Equation.DSMT4">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 y="661"/>
                          <a:ext cx="402"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1" name="Object 21"/>
            <p:cNvGraphicFramePr>
              <a:graphicFrameLocks noChangeAspect="1"/>
            </p:cNvGraphicFramePr>
            <p:nvPr/>
          </p:nvGraphicFramePr>
          <p:xfrm>
            <a:off x="1173" y="619"/>
            <a:ext cx="406" cy="333"/>
          </p:xfrm>
          <a:graphic>
            <a:graphicData uri="http://schemas.openxmlformats.org/presentationml/2006/ole">
              <mc:AlternateContent xmlns:mc="http://schemas.openxmlformats.org/markup-compatibility/2006">
                <mc:Choice xmlns:v="urn:schemas-microsoft-com:vml" Requires="v">
                  <p:oleObj spid="_x0000_s13213" name="Equation" r:id="rId11" imgW="355600" imgH="241300" progId="Equation.DSMT4">
                    <p:embed/>
                  </p:oleObj>
                </mc:Choice>
                <mc:Fallback>
                  <p:oleObj name="Equation" r:id="rId11" imgW="355600" imgH="241300" progId="Equation.DSMT4">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73" y="619"/>
                          <a:ext cx="406"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2" name="Object 22"/>
            <p:cNvGraphicFramePr>
              <a:graphicFrameLocks noChangeAspect="1"/>
            </p:cNvGraphicFramePr>
            <p:nvPr/>
          </p:nvGraphicFramePr>
          <p:xfrm>
            <a:off x="2718" y="633"/>
            <a:ext cx="471" cy="326"/>
          </p:xfrm>
          <a:graphic>
            <a:graphicData uri="http://schemas.openxmlformats.org/presentationml/2006/ole">
              <mc:AlternateContent xmlns:mc="http://schemas.openxmlformats.org/markup-compatibility/2006">
                <mc:Choice xmlns:v="urn:schemas-microsoft-com:vml" Requires="v">
                  <p:oleObj spid="_x0000_s13214" name="Equation" r:id="rId13" imgW="330200" imgH="228600" progId="Equation.DSMT4">
                    <p:embed/>
                  </p:oleObj>
                </mc:Choice>
                <mc:Fallback>
                  <p:oleObj name="Equation" r:id="rId13" imgW="330200" imgH="228600" progId="Equation.DSMT4">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18" y="633"/>
                          <a:ext cx="471"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3" name="Object 23"/>
            <p:cNvGraphicFramePr>
              <a:graphicFrameLocks noChangeAspect="1"/>
            </p:cNvGraphicFramePr>
            <p:nvPr/>
          </p:nvGraphicFramePr>
          <p:xfrm>
            <a:off x="1173" y="1364"/>
            <a:ext cx="1571" cy="540"/>
          </p:xfrm>
          <a:graphic>
            <a:graphicData uri="http://schemas.openxmlformats.org/presentationml/2006/ole">
              <mc:AlternateContent xmlns:mc="http://schemas.openxmlformats.org/markup-compatibility/2006">
                <mc:Choice xmlns:v="urn:schemas-microsoft-com:vml" Requires="v">
                  <p:oleObj spid="_x0000_s13215" name="Equation" r:id="rId15" imgW="1257300" imgH="431800" progId="Equation.DSMT4">
                    <p:embed/>
                  </p:oleObj>
                </mc:Choice>
                <mc:Fallback>
                  <p:oleObj name="Equation" r:id="rId15" imgW="1257300" imgH="431800" progId="Equation.DSMT4">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73" y="1364"/>
                          <a:ext cx="1571" cy="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23"/>
          <p:cNvGrpSpPr/>
          <p:nvPr/>
        </p:nvGrpSpPr>
        <p:grpSpPr bwMode="auto">
          <a:xfrm>
            <a:off x="6881813" y="2212018"/>
            <a:ext cx="3068637" cy="1558925"/>
            <a:chOff x="570" y="2077"/>
            <a:chExt cx="1933" cy="982"/>
          </a:xfrm>
        </p:grpSpPr>
        <p:sp>
          <p:nvSpPr>
            <p:cNvPr id="27671" name="Freeform 24"/>
            <p:cNvSpPr/>
            <p:nvPr/>
          </p:nvSpPr>
          <p:spPr bwMode="auto">
            <a:xfrm>
              <a:off x="570" y="2325"/>
              <a:ext cx="1868" cy="502"/>
            </a:xfrm>
            <a:custGeom>
              <a:avLst/>
              <a:gdLst>
                <a:gd name="T0" fmla="*/ 13 w 2192"/>
                <a:gd name="T1" fmla="*/ 469 h 559"/>
                <a:gd name="T2" fmla="*/ 51 w 2192"/>
                <a:gd name="T3" fmla="*/ 427 h 559"/>
                <a:gd name="T4" fmla="*/ 321 w 2192"/>
                <a:gd name="T5" fmla="*/ 21 h 559"/>
                <a:gd name="T6" fmla="*/ 979 w 2192"/>
                <a:gd name="T7" fmla="*/ 305 h 559"/>
                <a:gd name="T8" fmla="*/ 1481 w 2192"/>
                <a:gd name="T9" fmla="*/ 143 h 559"/>
                <a:gd name="T10" fmla="*/ 1868 w 2192"/>
                <a:gd name="T11" fmla="*/ 347 h 559"/>
                <a:gd name="T12" fmla="*/ 0 60000 65536"/>
                <a:gd name="T13" fmla="*/ 0 60000 65536"/>
                <a:gd name="T14" fmla="*/ 0 60000 65536"/>
                <a:gd name="T15" fmla="*/ 0 60000 65536"/>
                <a:gd name="T16" fmla="*/ 0 60000 65536"/>
                <a:gd name="T17" fmla="*/ 0 60000 65536"/>
                <a:gd name="T18" fmla="*/ 0 w 2192"/>
                <a:gd name="T19" fmla="*/ 0 h 559"/>
                <a:gd name="T20" fmla="*/ 2192 w 2192"/>
                <a:gd name="T21" fmla="*/ 559 h 559"/>
              </a:gdLst>
              <a:ahLst/>
              <a:cxnLst>
                <a:cxn ang="T12">
                  <a:pos x="T0" y="T1"/>
                </a:cxn>
                <a:cxn ang="T13">
                  <a:pos x="T2" y="T3"/>
                </a:cxn>
                <a:cxn ang="T14">
                  <a:pos x="T4" y="T5"/>
                </a:cxn>
                <a:cxn ang="T15">
                  <a:pos x="T6" y="T7"/>
                </a:cxn>
                <a:cxn ang="T16">
                  <a:pos x="T8" y="T9"/>
                </a:cxn>
                <a:cxn ang="T17">
                  <a:pos x="T10" y="T11"/>
                </a:cxn>
              </a:cxnLst>
              <a:rect l="T18" t="T19" r="T20" b="T21"/>
              <a:pathLst>
                <a:path w="2192" h="559">
                  <a:moveTo>
                    <a:pt x="15" y="522"/>
                  </a:moveTo>
                  <a:cubicBezTo>
                    <a:pt x="7" y="540"/>
                    <a:pt x="0" y="559"/>
                    <a:pt x="60" y="476"/>
                  </a:cubicBezTo>
                  <a:cubicBezTo>
                    <a:pt x="120" y="393"/>
                    <a:pt x="196" y="46"/>
                    <a:pt x="377" y="23"/>
                  </a:cubicBezTo>
                  <a:cubicBezTo>
                    <a:pt x="558" y="0"/>
                    <a:pt x="922" y="317"/>
                    <a:pt x="1149" y="340"/>
                  </a:cubicBezTo>
                  <a:cubicBezTo>
                    <a:pt x="1376" y="363"/>
                    <a:pt x="1564" y="151"/>
                    <a:pt x="1738" y="159"/>
                  </a:cubicBezTo>
                  <a:cubicBezTo>
                    <a:pt x="1912" y="167"/>
                    <a:pt x="2052" y="276"/>
                    <a:pt x="2192" y="386"/>
                  </a:cubicBezTo>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72" name="Line 25"/>
            <p:cNvSpPr>
              <a:spLocks noChangeShapeType="1"/>
            </p:cNvSpPr>
            <p:nvPr/>
          </p:nvSpPr>
          <p:spPr bwMode="auto">
            <a:xfrm>
              <a:off x="570" y="3059"/>
              <a:ext cx="1933"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27673" name="Line 26"/>
            <p:cNvSpPr>
              <a:spLocks noChangeShapeType="1"/>
            </p:cNvSpPr>
            <p:nvPr/>
          </p:nvSpPr>
          <p:spPr bwMode="auto">
            <a:xfrm>
              <a:off x="648" y="2712"/>
              <a:ext cx="0" cy="347"/>
            </a:xfrm>
            <a:prstGeom prst="line">
              <a:avLst/>
            </a:prstGeom>
            <a:noFill/>
            <a:ln w="317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674" name="Line 27"/>
            <p:cNvSpPr>
              <a:spLocks noChangeShapeType="1"/>
            </p:cNvSpPr>
            <p:nvPr/>
          </p:nvSpPr>
          <p:spPr bwMode="auto">
            <a:xfrm>
              <a:off x="648" y="2712"/>
              <a:ext cx="154"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75" name="Line 28"/>
            <p:cNvSpPr>
              <a:spLocks noChangeShapeType="1"/>
            </p:cNvSpPr>
            <p:nvPr/>
          </p:nvSpPr>
          <p:spPr bwMode="auto">
            <a:xfrm flipV="1">
              <a:off x="802" y="2402"/>
              <a:ext cx="0" cy="31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76" name="Line 29"/>
            <p:cNvSpPr>
              <a:spLocks noChangeShapeType="1"/>
            </p:cNvSpPr>
            <p:nvPr/>
          </p:nvSpPr>
          <p:spPr bwMode="auto">
            <a:xfrm>
              <a:off x="802" y="2402"/>
              <a:ext cx="154"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77" name="Line 30"/>
            <p:cNvSpPr>
              <a:spLocks noChangeShapeType="1"/>
            </p:cNvSpPr>
            <p:nvPr/>
          </p:nvSpPr>
          <p:spPr bwMode="auto">
            <a:xfrm>
              <a:off x="957" y="2364"/>
              <a:ext cx="0" cy="3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78" name="Line 31"/>
            <p:cNvSpPr>
              <a:spLocks noChangeShapeType="1"/>
            </p:cNvSpPr>
            <p:nvPr/>
          </p:nvSpPr>
          <p:spPr bwMode="auto">
            <a:xfrm>
              <a:off x="965" y="2364"/>
              <a:ext cx="146"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79" name="Line 32"/>
            <p:cNvSpPr>
              <a:spLocks noChangeShapeType="1"/>
            </p:cNvSpPr>
            <p:nvPr/>
          </p:nvSpPr>
          <p:spPr bwMode="auto">
            <a:xfrm>
              <a:off x="1111" y="2364"/>
              <a:ext cx="0" cy="3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0" name="Line 33"/>
            <p:cNvSpPr>
              <a:spLocks noChangeShapeType="1"/>
            </p:cNvSpPr>
            <p:nvPr/>
          </p:nvSpPr>
          <p:spPr bwMode="auto">
            <a:xfrm>
              <a:off x="1111" y="2402"/>
              <a:ext cx="154"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1" name="Line 34"/>
            <p:cNvSpPr>
              <a:spLocks noChangeShapeType="1"/>
            </p:cNvSpPr>
            <p:nvPr/>
          </p:nvSpPr>
          <p:spPr bwMode="auto">
            <a:xfrm>
              <a:off x="1266" y="2402"/>
              <a:ext cx="0" cy="116"/>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2" name="Line 35"/>
            <p:cNvSpPr>
              <a:spLocks noChangeShapeType="1"/>
            </p:cNvSpPr>
            <p:nvPr/>
          </p:nvSpPr>
          <p:spPr bwMode="auto">
            <a:xfrm>
              <a:off x="1266" y="2518"/>
              <a:ext cx="155"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3" name="Line 36"/>
            <p:cNvSpPr>
              <a:spLocks noChangeShapeType="1"/>
            </p:cNvSpPr>
            <p:nvPr/>
          </p:nvSpPr>
          <p:spPr bwMode="auto">
            <a:xfrm>
              <a:off x="1421" y="2518"/>
              <a:ext cx="0" cy="7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4" name="Line 37"/>
            <p:cNvSpPr>
              <a:spLocks noChangeShapeType="1"/>
            </p:cNvSpPr>
            <p:nvPr/>
          </p:nvSpPr>
          <p:spPr bwMode="auto">
            <a:xfrm>
              <a:off x="1421" y="2596"/>
              <a:ext cx="154"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5" name="Line 38"/>
            <p:cNvSpPr>
              <a:spLocks noChangeShapeType="1"/>
            </p:cNvSpPr>
            <p:nvPr/>
          </p:nvSpPr>
          <p:spPr bwMode="auto">
            <a:xfrm>
              <a:off x="1575" y="2596"/>
              <a:ext cx="0" cy="39"/>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6" name="Line 39"/>
            <p:cNvSpPr>
              <a:spLocks noChangeShapeType="1"/>
            </p:cNvSpPr>
            <p:nvPr/>
          </p:nvSpPr>
          <p:spPr bwMode="auto">
            <a:xfrm>
              <a:off x="1575" y="2635"/>
              <a:ext cx="154"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7" name="Line 40"/>
            <p:cNvSpPr>
              <a:spLocks noChangeShapeType="1"/>
            </p:cNvSpPr>
            <p:nvPr/>
          </p:nvSpPr>
          <p:spPr bwMode="auto">
            <a:xfrm>
              <a:off x="1730" y="2596"/>
              <a:ext cx="0" cy="39"/>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8" name="Line 41"/>
            <p:cNvSpPr>
              <a:spLocks noChangeShapeType="1"/>
            </p:cNvSpPr>
            <p:nvPr/>
          </p:nvSpPr>
          <p:spPr bwMode="auto">
            <a:xfrm>
              <a:off x="1742" y="2609"/>
              <a:ext cx="163"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89" name="Line 42"/>
            <p:cNvSpPr>
              <a:spLocks noChangeShapeType="1"/>
            </p:cNvSpPr>
            <p:nvPr/>
          </p:nvSpPr>
          <p:spPr bwMode="auto">
            <a:xfrm>
              <a:off x="1884" y="2518"/>
              <a:ext cx="0" cy="7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90" name="Line 43"/>
            <p:cNvSpPr>
              <a:spLocks noChangeShapeType="1"/>
            </p:cNvSpPr>
            <p:nvPr/>
          </p:nvSpPr>
          <p:spPr bwMode="auto">
            <a:xfrm>
              <a:off x="1884" y="2518"/>
              <a:ext cx="154"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91" name="Line 44"/>
            <p:cNvSpPr>
              <a:spLocks noChangeShapeType="1"/>
            </p:cNvSpPr>
            <p:nvPr/>
          </p:nvSpPr>
          <p:spPr bwMode="auto">
            <a:xfrm>
              <a:off x="2039" y="2480"/>
              <a:ext cx="0" cy="3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92" name="Line 45"/>
            <p:cNvSpPr>
              <a:spLocks noChangeShapeType="1"/>
            </p:cNvSpPr>
            <p:nvPr/>
          </p:nvSpPr>
          <p:spPr bwMode="auto">
            <a:xfrm>
              <a:off x="2039" y="2480"/>
              <a:ext cx="154"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93" name="Line 46"/>
            <p:cNvSpPr>
              <a:spLocks noChangeShapeType="1"/>
            </p:cNvSpPr>
            <p:nvPr/>
          </p:nvSpPr>
          <p:spPr bwMode="auto">
            <a:xfrm>
              <a:off x="2193" y="2480"/>
              <a:ext cx="0" cy="3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94" name="Line 47"/>
            <p:cNvSpPr>
              <a:spLocks noChangeShapeType="1"/>
            </p:cNvSpPr>
            <p:nvPr/>
          </p:nvSpPr>
          <p:spPr bwMode="auto">
            <a:xfrm>
              <a:off x="2193" y="2518"/>
              <a:ext cx="155"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95" name="Line 48"/>
            <p:cNvSpPr>
              <a:spLocks noChangeShapeType="1"/>
            </p:cNvSpPr>
            <p:nvPr/>
          </p:nvSpPr>
          <p:spPr bwMode="auto">
            <a:xfrm>
              <a:off x="2349" y="2518"/>
              <a:ext cx="0" cy="78"/>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en-US"/>
            </a:p>
          </p:txBody>
        </p:sp>
        <p:sp>
          <p:nvSpPr>
            <p:cNvPr id="27696" name="Line 49"/>
            <p:cNvSpPr>
              <a:spLocks noChangeShapeType="1"/>
            </p:cNvSpPr>
            <p:nvPr/>
          </p:nvSpPr>
          <p:spPr bwMode="auto">
            <a:xfrm>
              <a:off x="802" y="2712"/>
              <a:ext cx="0" cy="34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697" name="Line 50"/>
            <p:cNvSpPr>
              <a:spLocks noChangeShapeType="1"/>
            </p:cNvSpPr>
            <p:nvPr/>
          </p:nvSpPr>
          <p:spPr bwMode="auto">
            <a:xfrm flipH="1">
              <a:off x="965" y="2405"/>
              <a:ext cx="0" cy="65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698" name="Line 51"/>
            <p:cNvSpPr>
              <a:spLocks noChangeShapeType="1"/>
            </p:cNvSpPr>
            <p:nvPr/>
          </p:nvSpPr>
          <p:spPr bwMode="auto">
            <a:xfrm>
              <a:off x="1111" y="2402"/>
              <a:ext cx="0" cy="65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699" name="Line 52"/>
            <p:cNvSpPr>
              <a:spLocks noChangeShapeType="1"/>
            </p:cNvSpPr>
            <p:nvPr/>
          </p:nvSpPr>
          <p:spPr bwMode="auto">
            <a:xfrm>
              <a:off x="1266" y="2518"/>
              <a:ext cx="0" cy="541"/>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700" name="Line 53"/>
            <p:cNvSpPr>
              <a:spLocks noChangeShapeType="1"/>
            </p:cNvSpPr>
            <p:nvPr/>
          </p:nvSpPr>
          <p:spPr bwMode="auto">
            <a:xfrm>
              <a:off x="1421" y="2596"/>
              <a:ext cx="0" cy="46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701" name="Line 54"/>
            <p:cNvSpPr>
              <a:spLocks noChangeShapeType="1"/>
            </p:cNvSpPr>
            <p:nvPr/>
          </p:nvSpPr>
          <p:spPr bwMode="auto">
            <a:xfrm>
              <a:off x="1575" y="2635"/>
              <a:ext cx="0" cy="42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702" name="Line 55"/>
            <p:cNvSpPr>
              <a:spLocks noChangeShapeType="1"/>
            </p:cNvSpPr>
            <p:nvPr/>
          </p:nvSpPr>
          <p:spPr bwMode="auto">
            <a:xfrm>
              <a:off x="1742" y="2630"/>
              <a:ext cx="0" cy="425"/>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703" name="Line 56"/>
            <p:cNvSpPr>
              <a:spLocks noChangeShapeType="1"/>
            </p:cNvSpPr>
            <p:nvPr/>
          </p:nvSpPr>
          <p:spPr bwMode="auto">
            <a:xfrm>
              <a:off x="1884" y="2596"/>
              <a:ext cx="0" cy="46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704" name="Line 57"/>
            <p:cNvSpPr>
              <a:spLocks noChangeShapeType="1"/>
            </p:cNvSpPr>
            <p:nvPr/>
          </p:nvSpPr>
          <p:spPr bwMode="auto">
            <a:xfrm>
              <a:off x="2039" y="2518"/>
              <a:ext cx="0" cy="541"/>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705" name="Line 58"/>
            <p:cNvSpPr>
              <a:spLocks noChangeShapeType="1"/>
            </p:cNvSpPr>
            <p:nvPr/>
          </p:nvSpPr>
          <p:spPr bwMode="auto">
            <a:xfrm>
              <a:off x="2193" y="2518"/>
              <a:ext cx="0" cy="541"/>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7706" name="Line 59"/>
            <p:cNvSpPr>
              <a:spLocks noChangeShapeType="1"/>
            </p:cNvSpPr>
            <p:nvPr/>
          </p:nvSpPr>
          <p:spPr bwMode="auto">
            <a:xfrm>
              <a:off x="2349" y="2596"/>
              <a:ext cx="0" cy="463"/>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graphicFrame>
          <p:nvGraphicFramePr>
            <p:cNvPr id="27655" name="Object 24"/>
            <p:cNvGraphicFramePr>
              <a:graphicFrameLocks noChangeAspect="1"/>
            </p:cNvGraphicFramePr>
            <p:nvPr/>
          </p:nvGraphicFramePr>
          <p:xfrm>
            <a:off x="1292" y="2077"/>
            <a:ext cx="471" cy="326"/>
          </p:xfrm>
          <a:graphic>
            <a:graphicData uri="http://schemas.openxmlformats.org/presentationml/2006/ole">
              <mc:AlternateContent xmlns:mc="http://schemas.openxmlformats.org/markup-compatibility/2006">
                <mc:Choice xmlns:v="urn:schemas-microsoft-com:vml" Requires="v">
                  <p:oleObj spid="_x0000_s13216" name="Equation" r:id="rId17" imgW="330200" imgH="228600" progId="Equation.DSMT4">
                    <p:embed/>
                  </p:oleObj>
                </mc:Choice>
                <mc:Fallback>
                  <p:oleObj name="Equation" r:id="rId17" imgW="330200" imgH="228600" progId="Equation.DSMT4">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2" y="2077"/>
                          <a:ext cx="471"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707" name="Line 61"/>
            <p:cNvSpPr>
              <a:spLocks noChangeShapeType="1"/>
            </p:cNvSpPr>
            <p:nvPr/>
          </p:nvSpPr>
          <p:spPr bwMode="auto">
            <a:xfrm>
              <a:off x="1537" y="2364"/>
              <a:ext cx="328" cy="163"/>
            </a:xfrm>
            <a:prstGeom prst="line">
              <a:avLst/>
            </a:prstGeom>
            <a:noFill/>
            <a:ln w="9525">
              <a:solidFill>
                <a:srgbClr val="CC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708" name="Line 62"/>
            <p:cNvSpPr>
              <a:spLocks noChangeShapeType="1"/>
            </p:cNvSpPr>
            <p:nvPr/>
          </p:nvSpPr>
          <p:spPr bwMode="auto">
            <a:xfrm>
              <a:off x="2355" y="2599"/>
              <a:ext cx="123" cy="0"/>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blinds(horizontal)">
                                      <p:cBhvr>
                                        <p:cTn id="1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2"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C03C51E-5930-4173-B98B-D410BED6AADF}" type="slidenum">
              <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grpSp>
        <p:nvGrpSpPr>
          <p:cNvPr id="2" name="Group 2"/>
          <p:cNvGrpSpPr/>
          <p:nvPr/>
        </p:nvGrpSpPr>
        <p:grpSpPr bwMode="auto">
          <a:xfrm>
            <a:off x="2955925" y="2143125"/>
            <a:ext cx="5732463" cy="1198563"/>
            <a:chOff x="476" y="1389"/>
            <a:chExt cx="3611" cy="755"/>
          </a:xfrm>
        </p:grpSpPr>
        <p:graphicFrame>
          <p:nvGraphicFramePr>
            <p:cNvPr id="2056" name="Object 2"/>
            <p:cNvGraphicFramePr>
              <a:graphicFrameLocks noChangeAspect="1"/>
            </p:cNvGraphicFramePr>
            <p:nvPr/>
          </p:nvGraphicFramePr>
          <p:xfrm>
            <a:off x="476" y="1616"/>
            <a:ext cx="2516" cy="299"/>
          </p:xfrm>
          <a:graphic>
            <a:graphicData uri="http://schemas.openxmlformats.org/presentationml/2006/ole">
              <mc:AlternateContent xmlns:mc="http://schemas.openxmlformats.org/markup-compatibility/2006">
                <mc:Choice xmlns:v="urn:schemas-microsoft-com:vml" Requires="v">
                  <p:oleObj spid="_x0000_s14232" name="Equation" r:id="rId1" imgW="1701800" imgH="228600" progId="Equation.DSMT4">
                    <p:embed/>
                  </p:oleObj>
                </mc:Choice>
                <mc:Fallback>
                  <p:oleObj name="Equation" r:id="rId1" imgW="17018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 y="1616"/>
                          <a:ext cx="2516"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073" name="Group 4"/>
            <p:cNvGrpSpPr/>
            <p:nvPr/>
          </p:nvGrpSpPr>
          <p:grpSpPr bwMode="auto">
            <a:xfrm>
              <a:off x="2925" y="1389"/>
              <a:ext cx="1162" cy="755"/>
              <a:chOff x="2384" y="1389"/>
              <a:chExt cx="1162" cy="755"/>
            </a:xfrm>
          </p:grpSpPr>
          <p:graphicFrame>
            <p:nvGraphicFramePr>
              <p:cNvPr id="2057" name="Object 3"/>
              <p:cNvGraphicFramePr>
                <a:graphicFrameLocks noChangeAspect="1"/>
              </p:cNvGraphicFramePr>
              <p:nvPr/>
            </p:nvGraphicFramePr>
            <p:xfrm>
              <a:off x="2384" y="1433"/>
              <a:ext cx="315" cy="688"/>
            </p:xfrm>
            <a:graphic>
              <a:graphicData uri="http://schemas.openxmlformats.org/presentationml/2006/ole">
                <mc:AlternateContent xmlns:mc="http://schemas.openxmlformats.org/markup-compatibility/2006">
                  <mc:Choice xmlns:v="urn:schemas-microsoft-com:vml" Requires="v">
                    <p:oleObj spid="_x0000_s14233" name="Equation" r:id="rId3" imgW="177800" imgH="253365" progId="Equation.DSMT4">
                      <p:embed/>
                    </p:oleObj>
                  </mc:Choice>
                  <mc:Fallback>
                    <p:oleObj name="Equation" r:id="rId3" imgW="177800" imgH="253365"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4" y="1433"/>
                            <a:ext cx="315" cy="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4"/>
              <p:cNvGraphicFramePr>
                <a:graphicFrameLocks noChangeAspect="1"/>
              </p:cNvGraphicFramePr>
              <p:nvPr/>
            </p:nvGraphicFramePr>
            <p:xfrm>
              <a:off x="2525" y="1433"/>
              <a:ext cx="289" cy="292"/>
            </p:xfrm>
            <a:graphic>
              <a:graphicData uri="http://schemas.openxmlformats.org/presentationml/2006/ole">
                <mc:AlternateContent xmlns:mc="http://schemas.openxmlformats.org/markup-compatibility/2006">
                  <mc:Choice xmlns:v="urn:schemas-microsoft-com:vml" Requires="v">
                    <p:oleObj spid="_x0000_s14234" name="Equation" r:id="rId5" imgW="177800" imgH="203200" progId="Equation.DSMT4">
                      <p:embed/>
                    </p:oleObj>
                  </mc:Choice>
                  <mc:Fallback>
                    <p:oleObj name="Equation" r:id="rId5" imgW="177800" imgH="203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5" y="1433"/>
                            <a:ext cx="289"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9" name="Object 5"/>
              <p:cNvGraphicFramePr>
                <a:graphicFrameLocks noChangeAspect="1"/>
              </p:cNvGraphicFramePr>
              <p:nvPr/>
            </p:nvGraphicFramePr>
            <p:xfrm>
              <a:off x="2835" y="1389"/>
              <a:ext cx="696" cy="315"/>
            </p:xfrm>
            <a:graphic>
              <a:graphicData uri="http://schemas.openxmlformats.org/presentationml/2006/ole">
                <mc:AlternateContent xmlns:mc="http://schemas.openxmlformats.org/markup-compatibility/2006">
                  <mc:Choice xmlns:v="urn:schemas-microsoft-com:vml" Requires="v">
                    <p:oleObj spid="_x0000_s14235" name="Equation" r:id="rId7" imgW="494665" imgH="254000" progId="Equation.DSMT4">
                      <p:embed/>
                    </p:oleObj>
                  </mc:Choice>
                  <mc:Fallback>
                    <p:oleObj name="Equation" r:id="rId7" imgW="494665" imgH="2540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5" y="1389"/>
                            <a:ext cx="696"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0" name="Object 6"/>
              <p:cNvGraphicFramePr>
                <a:graphicFrameLocks noChangeAspect="1"/>
              </p:cNvGraphicFramePr>
              <p:nvPr/>
            </p:nvGraphicFramePr>
            <p:xfrm>
              <a:off x="2563" y="1854"/>
              <a:ext cx="247" cy="290"/>
            </p:xfrm>
            <a:graphic>
              <a:graphicData uri="http://schemas.openxmlformats.org/presentationml/2006/ole">
                <mc:AlternateContent xmlns:mc="http://schemas.openxmlformats.org/markup-compatibility/2006">
                  <mc:Choice xmlns:v="urn:schemas-microsoft-com:vml" Requires="v">
                    <p:oleObj spid="_x0000_s14236" name="Equation" r:id="rId9" imgW="152400" imgH="203200" progId="Equation.DSMT4">
                      <p:embed/>
                    </p:oleObj>
                  </mc:Choice>
                  <mc:Fallback>
                    <p:oleObj name="Equation" r:id="rId9" imgW="152400" imgH="203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63" y="1854"/>
                            <a:ext cx="24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61" name="Object 7"/>
              <p:cNvGraphicFramePr>
                <a:graphicFrameLocks noChangeAspect="1"/>
              </p:cNvGraphicFramePr>
              <p:nvPr/>
            </p:nvGraphicFramePr>
            <p:xfrm>
              <a:off x="2850" y="1797"/>
              <a:ext cx="696" cy="316"/>
            </p:xfrm>
            <a:graphic>
              <a:graphicData uri="http://schemas.openxmlformats.org/presentationml/2006/ole">
                <mc:AlternateContent xmlns:mc="http://schemas.openxmlformats.org/markup-compatibility/2006">
                  <mc:Choice xmlns:v="urn:schemas-microsoft-com:vml" Requires="v">
                    <p:oleObj spid="_x0000_s14237" name="Equation" r:id="rId11" imgW="494665" imgH="254000" progId="Equation.DSMT4">
                      <p:embed/>
                    </p:oleObj>
                  </mc:Choice>
                  <mc:Fallback>
                    <p:oleObj name="Equation" r:id="rId11" imgW="494665" imgH="2540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0" y="1797"/>
                            <a:ext cx="696" cy="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5" name="Group 10"/>
          <p:cNvGrpSpPr/>
          <p:nvPr/>
        </p:nvGrpSpPr>
        <p:grpSpPr bwMode="auto">
          <a:xfrm>
            <a:off x="2906713" y="4132263"/>
            <a:ext cx="5405438" cy="1003300"/>
            <a:chOff x="793" y="2387"/>
            <a:chExt cx="3405" cy="632"/>
          </a:xfrm>
        </p:grpSpPr>
        <p:sp>
          <p:nvSpPr>
            <p:cNvPr id="2072" name="Text Box 11"/>
            <p:cNvSpPr txBox="1">
              <a:spLocks noChangeArrowheads="1"/>
            </p:cNvSpPr>
            <p:nvPr/>
          </p:nvSpPr>
          <p:spPr bwMode="auto">
            <a:xfrm>
              <a:off x="793" y="2523"/>
              <a:ext cx="339"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a:ln>
                    <a:noFill/>
                  </a:ln>
                  <a:solidFill>
                    <a:srgbClr val="1B0682"/>
                  </a:solidFill>
                  <a:effectLst/>
                  <a:uLnTx/>
                  <a:uFillTx/>
                  <a:latin typeface="华文楷体" panose="02010600040101010101" pitchFamily="2" charset="-122"/>
                  <a:ea typeface="华文楷体" panose="02010600040101010101" pitchFamily="2" charset="-122"/>
                  <a:cs typeface="楷体_GB2312" panose="02010609030101010101" pitchFamily="49" charset="-122"/>
                </a:rPr>
                <a:t>而</a:t>
              </a:r>
              <a:endParaRPr kumimoji="0" lang="zh-CN" altLang="en-US" sz="2800" i="0" u="none" strike="noStrike" kern="1200" cap="none" spc="0" normalizeH="0" baseline="0" noProof="0">
                <a:ln>
                  <a:noFill/>
                </a:ln>
                <a:solidFill>
                  <a:srgbClr val="1B0682"/>
                </a:solidFill>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2055" name="Object 8"/>
            <p:cNvGraphicFramePr>
              <a:graphicFrameLocks noChangeAspect="1"/>
            </p:cNvGraphicFramePr>
            <p:nvPr/>
          </p:nvGraphicFramePr>
          <p:xfrm>
            <a:off x="1264" y="2387"/>
            <a:ext cx="2934" cy="632"/>
          </p:xfrm>
          <a:graphic>
            <a:graphicData uri="http://schemas.openxmlformats.org/presentationml/2006/ole">
              <mc:AlternateContent xmlns:mc="http://schemas.openxmlformats.org/markup-compatibility/2006">
                <mc:Choice xmlns:v="urn:schemas-microsoft-com:vml" Requires="v">
                  <p:oleObj spid="_x0000_s14238" name="Equation" r:id="rId13" imgW="42672000" imgH="10058400" progId="Equation.DSMT4">
                    <p:embed/>
                  </p:oleObj>
                </mc:Choice>
                <mc:Fallback>
                  <p:oleObj name="Equation" r:id="rId13" imgW="42672000" imgH="10058400" progId="Equation.DSMT4">
                    <p:embed/>
                    <p:pic>
                      <p:nvPicPr>
                        <p:cNvPr id="0" name="Object 8"/>
                        <p:cNvPicPr>
                          <a:picLocks noChangeAspect="1" noChangeArrowheads="1"/>
                        </p:cNvPicPr>
                        <p:nvPr/>
                      </p:nvPicPr>
                      <p:blipFill>
                        <a:blip r:embed="rId14"/>
                        <a:srcRect/>
                        <a:stretch>
                          <a:fillRect/>
                        </a:stretch>
                      </p:blipFill>
                      <p:spPr bwMode="auto">
                        <a:xfrm>
                          <a:off x="1264" y="2387"/>
                          <a:ext cx="2934"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13"/>
          <p:cNvGrpSpPr/>
          <p:nvPr/>
        </p:nvGrpSpPr>
        <p:grpSpPr bwMode="auto">
          <a:xfrm>
            <a:off x="2898775" y="5432423"/>
            <a:ext cx="4270375" cy="1003300"/>
            <a:chOff x="758" y="3296"/>
            <a:chExt cx="2690" cy="632"/>
          </a:xfrm>
        </p:grpSpPr>
        <p:graphicFrame>
          <p:nvGraphicFramePr>
            <p:cNvPr id="2054" name="Object 9"/>
            <p:cNvGraphicFramePr>
              <a:graphicFrameLocks noChangeAspect="1"/>
            </p:cNvGraphicFramePr>
            <p:nvPr/>
          </p:nvGraphicFramePr>
          <p:xfrm>
            <a:off x="1734" y="3296"/>
            <a:ext cx="1714" cy="632"/>
          </p:xfrm>
          <a:graphic>
            <a:graphicData uri="http://schemas.openxmlformats.org/presentationml/2006/ole">
              <mc:AlternateContent xmlns:mc="http://schemas.openxmlformats.org/markup-compatibility/2006">
                <mc:Choice xmlns:v="urn:schemas-microsoft-com:vml" Requires="v">
                  <p:oleObj spid="_x0000_s14239" name="Equation" r:id="rId15" imgW="28041600" imgH="10363200" progId="Equation.DSMT4">
                    <p:embed/>
                  </p:oleObj>
                </mc:Choice>
                <mc:Fallback>
                  <p:oleObj name="Equation" r:id="rId15" imgW="28041600" imgH="10363200" progId="Equation.DSMT4">
                    <p:embed/>
                    <p:pic>
                      <p:nvPicPr>
                        <p:cNvPr id="0" name="Object 9"/>
                        <p:cNvPicPr>
                          <a:picLocks noChangeAspect="1" noChangeArrowheads="1"/>
                        </p:cNvPicPr>
                        <p:nvPr/>
                      </p:nvPicPr>
                      <p:blipFill>
                        <a:blip r:embed="rId16"/>
                        <a:srcRect/>
                        <a:stretch>
                          <a:fillRect/>
                        </a:stretch>
                      </p:blipFill>
                      <p:spPr bwMode="auto">
                        <a:xfrm>
                          <a:off x="1734" y="3296"/>
                          <a:ext cx="1714"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71" name="Text Box 15"/>
            <p:cNvSpPr txBox="1">
              <a:spLocks noChangeArrowheads="1"/>
            </p:cNvSpPr>
            <p:nvPr/>
          </p:nvSpPr>
          <p:spPr bwMode="auto">
            <a:xfrm>
              <a:off x="758" y="3319"/>
              <a:ext cx="339"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2800" dirty="0">
                  <a:solidFill>
                    <a:srgbClr val="1B0682"/>
                  </a:solidFill>
                  <a:latin typeface="华文楷体" panose="02010600040101010101" pitchFamily="2" charset="-122"/>
                  <a:ea typeface="华文楷体" panose="02010600040101010101" pitchFamily="2" charset="-122"/>
                  <a:cs typeface="楷体_GB2312" panose="02010609030101010101" pitchFamily="49" charset="-122"/>
                </a:rPr>
                <a:t>则</a:t>
              </a:r>
              <a:endParaRPr kumimoji="0" lang="zh-CN" altLang="en-US" sz="2800" i="0" u="none" strike="noStrike" kern="1200" cap="none" spc="0" normalizeH="0" baseline="0" noProof="0" dirty="0">
                <a:ln>
                  <a:noFill/>
                </a:ln>
                <a:solidFill>
                  <a:srgbClr val="1B0682"/>
                </a:solidFill>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p:grpSp>
      <mc:AlternateContent xmlns:mc="http://schemas.openxmlformats.org/markup-compatibility/2006">
        <mc:Choice xmlns:a14="http://schemas.microsoft.com/office/drawing/2010/main" Requires="a14">
          <p:sp>
            <p:nvSpPr>
              <p:cNvPr id="2070" name="Text Box 17"/>
              <p:cNvSpPr txBox="1">
                <a:spLocks noChangeArrowheads="1"/>
              </p:cNvSpPr>
              <p:nvPr/>
            </p:nvSpPr>
            <p:spPr bwMode="auto">
              <a:xfrm>
                <a:off x="2166938" y="1196975"/>
                <a:ext cx="7910512" cy="112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eaLnBrk="1" hangingPunct="1">
                  <a:lnSpc>
                    <a:spcPct val="120000"/>
                  </a:lnSpc>
                  <a:defRPr/>
                </a:pPr>
                <a:r>
                  <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为了能从</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𝑥</m:t>
                        </m:r>
                      </m:e>
                      <m:sub>
                        <m:r>
                          <a:rPr lang="en-US" sz="2800" i="1">
                            <a:solidFill>
                              <a:schemeClr val="tx1"/>
                            </a:solidFill>
                            <a:latin typeface="Cambria Math" panose="02040503050406030204" pitchFamily="18" charset="0"/>
                          </a:rPr>
                          <m:t>0</m:t>
                        </m:r>
                      </m:sub>
                    </m:sSub>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𝑡</m:t>
                    </m:r>
                    <m:r>
                      <a:rPr lang="en-US" sz="2800" i="1">
                        <a:solidFill>
                          <a:schemeClr val="tx1"/>
                        </a:solidFill>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恢复</a:t>
                </a:r>
                <a14:m>
                  <m:oMath xmlns:m="http://schemas.openxmlformats.org/officeDocument/2006/math">
                    <m:r>
                      <a:rPr lang="en-US" sz="2800" i="1">
                        <a:solidFill>
                          <a:schemeClr val="tx1"/>
                        </a:solidFill>
                        <a:latin typeface="Cambria Math" panose="02040503050406030204" pitchFamily="18" charset="0"/>
                      </a:rPr>
                      <m:t>𝑥</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𝑡</m:t>
                    </m:r>
                    <m:r>
                      <a:rPr lang="en-US" sz="2800" i="1">
                        <a:solidFill>
                          <a:schemeClr val="tx1"/>
                        </a:solidFill>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，就要求零阶保持后再级联一个系统</a:t>
                </a:r>
                <a14:m>
                  <m:oMath xmlns:m="http://schemas.openxmlformats.org/officeDocument/2006/math">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𝐻</m:t>
                        </m:r>
                      </m:e>
                      <m:sub>
                        <m:r>
                          <a:rPr lang="en-US" sz="2800" i="1">
                            <a:solidFill>
                              <a:schemeClr val="tx1"/>
                            </a:solidFill>
                            <a:latin typeface="Cambria Math" panose="02040503050406030204" pitchFamily="18" charset="0"/>
                          </a:rPr>
                          <m:t>𝑟</m:t>
                        </m:r>
                      </m:sub>
                    </m:sSub>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𝑗</m:t>
                    </m:r>
                    <m:r>
                      <a:rPr lang="en-US" sz="2800" i="1">
                        <a:solidFill>
                          <a:schemeClr val="tx1"/>
                        </a:solidFill>
                        <a:latin typeface="Cambria Math" panose="02040503050406030204" pitchFamily="18" charset="0"/>
                      </a:rPr>
                      <m:t>𝜔</m:t>
                    </m:r>
                    <m:r>
                      <a:rPr lang="en-US" sz="2800" i="1">
                        <a:solidFill>
                          <a:schemeClr val="tx1"/>
                        </a:solidFill>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，使得</a:t>
                </a:r>
                <a:endPar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p:sp>
            <p:nvSpPr>
              <p:cNvPr id="2070" name="Text Box 17"/>
              <p:cNvSpPr txBox="1">
                <a:spLocks noRot="1" noChangeAspect="1" noMove="1" noResize="1" noEditPoints="1" noAdjustHandles="1" noChangeArrowheads="1" noChangeShapeType="1" noTextEdit="1"/>
              </p:cNvSpPr>
              <p:nvPr/>
            </p:nvSpPr>
            <p:spPr bwMode="auto">
              <a:xfrm>
                <a:off x="2166938" y="1196975"/>
                <a:ext cx="7910512" cy="1124585"/>
              </a:xfrm>
              <a:prstGeom prst="rect">
                <a:avLst/>
              </a:prstGeom>
              <a:blipFill rotWithShape="1">
                <a:blip r:embed="rId17"/>
                <a:stretch>
                  <a:fillRect l="-4" r="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8" name="Group 21"/>
          <p:cNvGrpSpPr/>
          <p:nvPr/>
        </p:nvGrpSpPr>
        <p:grpSpPr bwMode="auto">
          <a:xfrm>
            <a:off x="2854325" y="3268663"/>
            <a:ext cx="3279775" cy="557212"/>
            <a:chOff x="1020" y="1957"/>
            <a:chExt cx="2066" cy="351"/>
          </a:xfrm>
        </p:grpSpPr>
        <p:graphicFrame>
          <p:nvGraphicFramePr>
            <p:cNvPr id="2050" name="Object 13"/>
            <p:cNvGraphicFramePr>
              <a:graphicFrameLocks noChangeAspect="1"/>
            </p:cNvGraphicFramePr>
            <p:nvPr/>
          </p:nvGraphicFramePr>
          <p:xfrm>
            <a:off x="1701" y="1957"/>
            <a:ext cx="1385" cy="345"/>
          </p:xfrm>
          <a:graphic>
            <a:graphicData uri="http://schemas.openxmlformats.org/presentationml/2006/ole">
              <mc:AlternateContent xmlns:mc="http://schemas.openxmlformats.org/markup-compatibility/2006">
                <mc:Choice xmlns:v="urn:schemas-microsoft-com:vml" Requires="v">
                  <p:oleObj spid="_x0000_s14240" name="Equation" r:id="rId18" imgW="1193800" imgH="228600" progId="Equation.DSMT4">
                    <p:embed/>
                  </p:oleObj>
                </mc:Choice>
                <mc:Fallback>
                  <p:oleObj name="Equation" r:id="rId18" imgW="1193800" imgH="228600" progId="Equation.DSMT4">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01" y="1957"/>
                          <a:ext cx="1385" cy="345"/>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69" name="Text Box 23"/>
            <p:cNvSpPr txBox="1">
              <a:spLocks noChangeArrowheads="1"/>
            </p:cNvSpPr>
            <p:nvPr/>
          </p:nvSpPr>
          <p:spPr bwMode="auto">
            <a:xfrm>
              <a:off x="1020" y="1979"/>
              <a:ext cx="5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solidFill>
                    <a:srgbClr val="000066"/>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其中</a:t>
              </a:r>
              <a:endParaRPr kumimoji="0" lang="zh-CN" altLang="en-US" sz="2800" i="0" u="none" strike="noStrike" kern="1200" cap="none" spc="0" normalizeH="0" baseline="0" noProof="0" dirty="0">
                <a:ln>
                  <a:noFill/>
                </a:ln>
                <a:solidFill>
                  <a:srgbClr val="000066"/>
                </a:solidFill>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5" name="标题 1"/>
          <p:cNvSpPr>
            <a:spLocks noGrp="1"/>
          </p:cNvSpPr>
          <p:nvPr>
            <p:ph type="title"/>
          </p:nvPr>
        </p:nvSpPr>
        <p:spPr/>
        <p:txBody>
          <a:bodyPr/>
          <a:lstStyle/>
          <a:p>
            <a:r>
              <a:rPr lang="en-US" altLang="zh-CN" sz="3600">
                <a:solidFill>
                  <a:srgbClr val="000000"/>
                </a:solidFill>
              </a:rPr>
              <a:t>7.1 </a:t>
            </a:r>
            <a:r>
              <a:rPr lang="zh-CN" altLang="en-US" sz="3600">
                <a:solidFill>
                  <a:srgbClr val="000000"/>
                </a:solidFill>
              </a:rPr>
              <a:t>用样本表示连续时间信号</a:t>
            </a:r>
            <a:r>
              <a:rPr lang="en-US" altLang="zh-CN" sz="3600">
                <a:solidFill>
                  <a:srgbClr val="000000"/>
                </a:solidFill>
              </a:rPr>
              <a:t>: </a:t>
            </a:r>
            <a:r>
              <a:rPr lang="zh-CN" altLang="en-US" sz="3600">
                <a:solidFill>
                  <a:srgbClr val="000000"/>
                </a:solidFill>
              </a:rPr>
              <a:t>采样定理</a:t>
            </a:r>
            <a:endParaRPr lang="zh-CN" altLang="en-US"/>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C23FBEC-8C2F-4A4A-A21B-FE3CF57260FC}" type="slidenum">
              <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grpSp>
        <p:nvGrpSpPr>
          <p:cNvPr id="3099" name="Group 14"/>
          <p:cNvGrpSpPr/>
          <p:nvPr/>
        </p:nvGrpSpPr>
        <p:grpSpPr bwMode="auto">
          <a:xfrm>
            <a:off x="6532563" y="1767606"/>
            <a:ext cx="3259137" cy="1782763"/>
            <a:chOff x="3275" y="987"/>
            <a:chExt cx="2053" cy="1123"/>
          </a:xfrm>
        </p:grpSpPr>
        <p:sp>
          <p:nvSpPr>
            <p:cNvPr id="3119" name="Line 15"/>
            <p:cNvSpPr>
              <a:spLocks noChangeShapeType="1"/>
            </p:cNvSpPr>
            <p:nvPr/>
          </p:nvSpPr>
          <p:spPr bwMode="auto">
            <a:xfrm>
              <a:off x="3275" y="1702"/>
              <a:ext cx="2053"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20" name="Line 16"/>
            <p:cNvSpPr>
              <a:spLocks noChangeShapeType="1"/>
            </p:cNvSpPr>
            <p:nvPr/>
          </p:nvSpPr>
          <p:spPr bwMode="auto">
            <a:xfrm flipV="1">
              <a:off x="4321" y="1004"/>
              <a:ext cx="0" cy="69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21" name="Line 17"/>
            <p:cNvSpPr>
              <a:spLocks noChangeShapeType="1"/>
            </p:cNvSpPr>
            <p:nvPr/>
          </p:nvSpPr>
          <p:spPr bwMode="auto">
            <a:xfrm flipV="1">
              <a:off x="3972" y="1314"/>
              <a:ext cx="0" cy="38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22" name="Line 18"/>
            <p:cNvSpPr>
              <a:spLocks noChangeShapeType="1"/>
            </p:cNvSpPr>
            <p:nvPr/>
          </p:nvSpPr>
          <p:spPr bwMode="auto">
            <a:xfrm>
              <a:off x="3972" y="1314"/>
              <a:ext cx="69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23" name="Line 19"/>
            <p:cNvSpPr>
              <a:spLocks noChangeShapeType="1"/>
            </p:cNvSpPr>
            <p:nvPr/>
          </p:nvSpPr>
          <p:spPr bwMode="auto">
            <a:xfrm>
              <a:off x="4670" y="1314"/>
              <a:ext cx="0" cy="38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3085" name="Object 7"/>
            <p:cNvGraphicFramePr>
              <a:graphicFrameLocks noChangeAspect="1"/>
            </p:cNvGraphicFramePr>
            <p:nvPr/>
          </p:nvGraphicFramePr>
          <p:xfrm>
            <a:off x="3856" y="987"/>
            <a:ext cx="465" cy="201"/>
          </p:xfrm>
          <a:graphic>
            <a:graphicData uri="http://schemas.openxmlformats.org/presentationml/2006/ole">
              <mc:AlternateContent xmlns:mc="http://schemas.openxmlformats.org/markup-compatibility/2006">
                <mc:Choice xmlns:v="urn:schemas-microsoft-com:vml" Requires="v">
                  <p:oleObj spid="_x0000_s52320" name="Equation" r:id="rId1" imgW="469900" imgH="203200" progId="Equation.DSMT4">
                    <p:embed/>
                  </p:oleObj>
                </mc:Choice>
                <mc:Fallback>
                  <p:oleObj name="Equation" r:id="rId1" imgW="469900" imgH="2032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6" y="987"/>
                          <a:ext cx="465"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6" name="Object 8"/>
            <p:cNvGraphicFramePr>
              <a:graphicFrameLocks noChangeAspect="1"/>
            </p:cNvGraphicFramePr>
            <p:nvPr/>
          </p:nvGraphicFramePr>
          <p:xfrm>
            <a:off x="4360" y="1159"/>
            <a:ext cx="130" cy="155"/>
          </p:xfrm>
          <a:graphic>
            <a:graphicData uri="http://schemas.openxmlformats.org/presentationml/2006/ole">
              <mc:AlternateContent xmlns:mc="http://schemas.openxmlformats.org/markup-compatibility/2006">
                <mc:Choice xmlns:v="urn:schemas-microsoft-com:vml" Requires="v">
                  <p:oleObj spid="_x0000_s52321" name="Equation" r:id="rId3" imgW="139700" imgH="165100" progId="Equation.DSMT4">
                    <p:embed/>
                  </p:oleObj>
                </mc:Choice>
                <mc:Fallback>
                  <p:oleObj name="Equation" r:id="rId3" imgW="139700" imgH="1651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0" y="1159"/>
                          <a:ext cx="130"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7" name="Object 9"/>
            <p:cNvGraphicFramePr>
              <a:graphicFrameLocks noChangeAspect="1"/>
            </p:cNvGraphicFramePr>
            <p:nvPr/>
          </p:nvGraphicFramePr>
          <p:xfrm>
            <a:off x="3808" y="1684"/>
            <a:ext cx="303" cy="426"/>
          </p:xfrm>
          <a:graphic>
            <a:graphicData uri="http://schemas.openxmlformats.org/presentationml/2006/ole">
              <mc:AlternateContent xmlns:mc="http://schemas.openxmlformats.org/markup-compatibility/2006">
                <mc:Choice xmlns:v="urn:schemas-microsoft-com:vml" Requires="v">
                  <p:oleObj spid="_x0000_s52322" name="Equation" r:id="rId5" imgW="279400" imgH="393700" progId="Equation.DSMT4">
                    <p:embed/>
                  </p:oleObj>
                </mc:Choice>
                <mc:Fallback>
                  <p:oleObj name="Equation" r:id="rId5" imgW="279400" imgH="3937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8" y="1684"/>
                          <a:ext cx="303" cy="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8" name="Object 10"/>
            <p:cNvGraphicFramePr>
              <a:graphicFrameLocks noChangeAspect="1"/>
            </p:cNvGraphicFramePr>
            <p:nvPr/>
          </p:nvGraphicFramePr>
          <p:xfrm>
            <a:off x="4587" y="1684"/>
            <a:ext cx="178" cy="426"/>
          </p:xfrm>
          <a:graphic>
            <a:graphicData uri="http://schemas.openxmlformats.org/presentationml/2006/ole">
              <mc:AlternateContent xmlns:mc="http://schemas.openxmlformats.org/markup-compatibility/2006">
                <mc:Choice xmlns:v="urn:schemas-microsoft-com:vml" Requires="v">
                  <p:oleObj spid="_x0000_s52323" name="Equation" r:id="rId7" imgW="165100" imgH="393065" progId="Equation.DSMT4">
                    <p:embed/>
                  </p:oleObj>
                </mc:Choice>
                <mc:Fallback>
                  <p:oleObj name="Equation" r:id="rId7" imgW="165100" imgH="393065"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7" y="1684"/>
                          <a:ext cx="178" cy="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9" name="Object 11"/>
            <p:cNvGraphicFramePr>
              <a:graphicFrameLocks noChangeAspect="1"/>
            </p:cNvGraphicFramePr>
            <p:nvPr/>
          </p:nvGraphicFramePr>
          <p:xfrm>
            <a:off x="5096" y="1546"/>
            <a:ext cx="194" cy="178"/>
          </p:xfrm>
          <a:graphic>
            <a:graphicData uri="http://schemas.openxmlformats.org/presentationml/2006/ole">
              <mc:AlternateContent xmlns:mc="http://schemas.openxmlformats.org/markup-compatibility/2006">
                <mc:Choice xmlns:v="urn:schemas-microsoft-com:vml" Requires="v">
                  <p:oleObj spid="_x0000_s52324" name="Equation" r:id="rId9" imgW="152400" imgH="139700" progId="Equation.DSMT4">
                    <p:embed/>
                  </p:oleObj>
                </mc:Choice>
                <mc:Fallback>
                  <p:oleObj name="Equation" r:id="rId9" imgW="152400" imgH="1397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96" y="1546"/>
                          <a:ext cx="194"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24" name="Text Box 25"/>
            <p:cNvSpPr txBox="1">
              <a:spLocks noChangeArrowheads="1"/>
            </p:cNvSpPr>
            <p:nvPr/>
          </p:nvSpPr>
          <p:spPr bwMode="auto">
            <a:xfrm>
              <a:off x="4218" y="1725"/>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rPr>
                <a:t>0</a:t>
              </a:r>
              <a:endPar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grpSp>
      <p:grpSp>
        <p:nvGrpSpPr>
          <p:cNvPr id="6" name="Group 26"/>
          <p:cNvGrpSpPr/>
          <p:nvPr/>
        </p:nvGrpSpPr>
        <p:grpSpPr bwMode="auto">
          <a:xfrm>
            <a:off x="2935288" y="4409206"/>
            <a:ext cx="3097212" cy="2116138"/>
            <a:chOff x="1009" y="2651"/>
            <a:chExt cx="1951" cy="1333"/>
          </a:xfrm>
        </p:grpSpPr>
        <p:sp>
          <p:nvSpPr>
            <p:cNvPr id="3112" name="Line 27"/>
            <p:cNvSpPr>
              <a:spLocks noChangeShapeType="1"/>
            </p:cNvSpPr>
            <p:nvPr/>
          </p:nvSpPr>
          <p:spPr bwMode="auto">
            <a:xfrm>
              <a:off x="1009" y="3554"/>
              <a:ext cx="1937"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13" name="Line 28"/>
            <p:cNvSpPr>
              <a:spLocks noChangeShapeType="1"/>
            </p:cNvSpPr>
            <p:nvPr/>
          </p:nvSpPr>
          <p:spPr bwMode="auto">
            <a:xfrm flipV="1">
              <a:off x="1900" y="2818"/>
              <a:ext cx="0" cy="73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14" name="Line 29"/>
            <p:cNvSpPr>
              <a:spLocks noChangeShapeType="1"/>
            </p:cNvSpPr>
            <p:nvPr/>
          </p:nvSpPr>
          <p:spPr bwMode="auto">
            <a:xfrm flipV="1">
              <a:off x="1513" y="3128"/>
              <a:ext cx="0" cy="42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15" name="Line 30"/>
            <p:cNvSpPr>
              <a:spLocks noChangeShapeType="1"/>
            </p:cNvSpPr>
            <p:nvPr/>
          </p:nvSpPr>
          <p:spPr bwMode="auto">
            <a:xfrm flipV="1">
              <a:off x="2287" y="3128"/>
              <a:ext cx="0" cy="42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16" name="Freeform 31"/>
            <p:cNvSpPr/>
            <p:nvPr/>
          </p:nvSpPr>
          <p:spPr bwMode="auto">
            <a:xfrm>
              <a:off x="1513" y="3128"/>
              <a:ext cx="774" cy="116"/>
            </a:xfrm>
            <a:custGeom>
              <a:avLst/>
              <a:gdLst>
                <a:gd name="T0" fmla="*/ 0 w 907"/>
                <a:gd name="T1" fmla="*/ 0 h 136"/>
                <a:gd name="T2" fmla="*/ 93 w 907"/>
                <a:gd name="T3" fmla="*/ 27 h 136"/>
                <a:gd name="T4" fmla="*/ 186 w 907"/>
                <a:gd name="T5" fmla="*/ 0 h 136"/>
                <a:gd name="T6" fmla="*/ 0 60000 65536"/>
                <a:gd name="T7" fmla="*/ 0 60000 65536"/>
                <a:gd name="T8" fmla="*/ 0 60000 65536"/>
                <a:gd name="T9" fmla="*/ 0 w 907"/>
                <a:gd name="T10" fmla="*/ 0 h 136"/>
                <a:gd name="T11" fmla="*/ 907 w 907"/>
                <a:gd name="T12" fmla="*/ 136 h 136"/>
              </a:gdLst>
              <a:ahLst/>
              <a:cxnLst>
                <a:cxn ang="T6">
                  <a:pos x="T0" y="T1"/>
                </a:cxn>
                <a:cxn ang="T7">
                  <a:pos x="T2" y="T3"/>
                </a:cxn>
                <a:cxn ang="T8">
                  <a:pos x="T4" y="T5"/>
                </a:cxn>
              </a:cxnLst>
              <a:rect l="T9" t="T10" r="T11" b="T12"/>
              <a:pathLst>
                <a:path w="907" h="136">
                  <a:moveTo>
                    <a:pt x="0" y="0"/>
                  </a:moveTo>
                  <a:cubicBezTo>
                    <a:pt x="151" y="68"/>
                    <a:pt x="302" y="136"/>
                    <a:pt x="453" y="136"/>
                  </a:cubicBezTo>
                  <a:cubicBezTo>
                    <a:pt x="604" y="136"/>
                    <a:pt x="755" y="68"/>
                    <a:pt x="907" y="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mn-cs"/>
              </a:endParaRPr>
            </a:p>
          </p:txBody>
        </p:sp>
        <p:graphicFrame>
          <p:nvGraphicFramePr>
            <p:cNvPr id="3081" name="Object 12"/>
            <p:cNvGraphicFramePr>
              <a:graphicFrameLocks noChangeAspect="1"/>
            </p:cNvGraphicFramePr>
            <p:nvPr/>
          </p:nvGraphicFramePr>
          <p:xfrm>
            <a:off x="1947" y="2651"/>
            <a:ext cx="694" cy="308"/>
          </p:xfrm>
          <a:graphic>
            <a:graphicData uri="http://schemas.openxmlformats.org/presentationml/2006/ole">
              <mc:AlternateContent xmlns:mc="http://schemas.openxmlformats.org/markup-compatibility/2006">
                <mc:Choice xmlns:v="urn:schemas-microsoft-com:vml" Requires="v">
                  <p:oleObj spid="_x0000_s52325" name="Equation" r:id="rId11" imgW="571500" imgH="254000" progId="Equation.DSMT4">
                    <p:embed/>
                  </p:oleObj>
                </mc:Choice>
                <mc:Fallback>
                  <p:oleObj name="Equation" r:id="rId11" imgW="571500" imgH="2540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47" y="2651"/>
                          <a:ext cx="69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17" name="Text Box 33"/>
            <p:cNvSpPr txBox="1">
              <a:spLocks noChangeArrowheads="1"/>
            </p:cNvSpPr>
            <p:nvPr/>
          </p:nvSpPr>
          <p:spPr bwMode="auto">
            <a:xfrm>
              <a:off x="1748" y="3027"/>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rPr>
                <a:t>1</a:t>
              </a:r>
              <a:endPar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sp>
          <p:nvSpPr>
            <p:cNvPr id="3118" name="Text Box 34"/>
            <p:cNvSpPr txBox="1">
              <a:spLocks noChangeArrowheads="1"/>
            </p:cNvSpPr>
            <p:nvPr/>
          </p:nvSpPr>
          <p:spPr bwMode="auto">
            <a:xfrm>
              <a:off x="1799" y="3540"/>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rPr>
                <a:t>0</a:t>
              </a:r>
              <a:endPar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graphicFrame>
          <p:nvGraphicFramePr>
            <p:cNvPr id="3082" name="Object 13"/>
            <p:cNvGraphicFramePr>
              <a:graphicFrameLocks noChangeAspect="1"/>
            </p:cNvGraphicFramePr>
            <p:nvPr/>
          </p:nvGraphicFramePr>
          <p:xfrm>
            <a:off x="2198" y="3519"/>
            <a:ext cx="277" cy="465"/>
          </p:xfrm>
          <a:graphic>
            <a:graphicData uri="http://schemas.openxmlformats.org/presentationml/2006/ole">
              <mc:AlternateContent xmlns:mc="http://schemas.openxmlformats.org/markup-compatibility/2006">
                <mc:Choice xmlns:v="urn:schemas-microsoft-com:vml" Requires="v">
                  <p:oleObj spid="_x0000_s52326" name="Equation" r:id="rId13" imgW="165100" imgH="393065" progId="Equation.DSMT4">
                    <p:embed/>
                  </p:oleObj>
                </mc:Choice>
                <mc:Fallback>
                  <p:oleObj name="Equation" r:id="rId13" imgW="165100" imgH="393065"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8" y="3519"/>
                          <a:ext cx="277"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3" name="Object 14"/>
            <p:cNvGraphicFramePr>
              <a:graphicFrameLocks noChangeAspect="1"/>
            </p:cNvGraphicFramePr>
            <p:nvPr/>
          </p:nvGraphicFramePr>
          <p:xfrm>
            <a:off x="1296" y="3519"/>
            <a:ext cx="369" cy="455"/>
          </p:xfrm>
          <a:graphic>
            <a:graphicData uri="http://schemas.openxmlformats.org/presentationml/2006/ole">
              <mc:AlternateContent xmlns:mc="http://schemas.openxmlformats.org/markup-compatibility/2006">
                <mc:Choice xmlns:v="urn:schemas-microsoft-com:vml" Requires="v">
                  <p:oleObj spid="_x0000_s52327" name="Equation" r:id="rId15" imgW="279400" imgH="393700" progId="Equation.DSMT4">
                    <p:embed/>
                  </p:oleObj>
                </mc:Choice>
                <mc:Fallback>
                  <p:oleObj name="Equation" r:id="rId15" imgW="279400" imgH="393700"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6" y="3519"/>
                          <a:ext cx="369" cy="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4" name="Object 15"/>
            <p:cNvGraphicFramePr>
              <a:graphicFrameLocks noChangeAspect="1"/>
            </p:cNvGraphicFramePr>
            <p:nvPr/>
          </p:nvGraphicFramePr>
          <p:xfrm>
            <a:off x="2736" y="3340"/>
            <a:ext cx="224" cy="207"/>
          </p:xfrm>
          <a:graphic>
            <a:graphicData uri="http://schemas.openxmlformats.org/presentationml/2006/ole">
              <mc:AlternateContent xmlns:mc="http://schemas.openxmlformats.org/markup-compatibility/2006">
                <mc:Choice xmlns:v="urn:schemas-microsoft-com:vml" Requires="v">
                  <p:oleObj spid="_x0000_s52328" name="Equation" r:id="rId17" imgW="152400" imgH="139700" progId="Equation.DSMT4">
                    <p:embed/>
                  </p:oleObj>
                </mc:Choice>
                <mc:Fallback>
                  <p:oleObj name="Equation" r:id="rId17" imgW="152400" imgH="139700" progId="Equation.DSMT4">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36" y="3340"/>
                          <a:ext cx="224"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Group 38"/>
          <p:cNvGrpSpPr/>
          <p:nvPr/>
        </p:nvGrpSpPr>
        <p:grpSpPr bwMode="auto">
          <a:xfrm>
            <a:off x="6716713" y="3964706"/>
            <a:ext cx="3074987" cy="2435225"/>
            <a:chOff x="3391" y="2592"/>
            <a:chExt cx="1937" cy="1534"/>
          </a:xfrm>
        </p:grpSpPr>
        <p:sp>
          <p:nvSpPr>
            <p:cNvPr id="3104" name="Line 39"/>
            <p:cNvSpPr>
              <a:spLocks noChangeShapeType="1"/>
            </p:cNvSpPr>
            <p:nvPr/>
          </p:nvSpPr>
          <p:spPr bwMode="auto">
            <a:xfrm>
              <a:off x="3391" y="3553"/>
              <a:ext cx="1937"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05" name="Line 40"/>
            <p:cNvSpPr>
              <a:spLocks noChangeShapeType="1"/>
            </p:cNvSpPr>
            <p:nvPr/>
          </p:nvSpPr>
          <p:spPr bwMode="auto">
            <a:xfrm flipV="1">
              <a:off x="4321" y="2634"/>
              <a:ext cx="0" cy="149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06" name="Line 41"/>
            <p:cNvSpPr>
              <a:spLocks noChangeShapeType="1"/>
            </p:cNvSpPr>
            <p:nvPr/>
          </p:nvSpPr>
          <p:spPr bwMode="auto">
            <a:xfrm>
              <a:off x="3895" y="3553"/>
              <a:ext cx="0" cy="3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07" name="Line 42"/>
            <p:cNvSpPr>
              <a:spLocks noChangeShapeType="1"/>
            </p:cNvSpPr>
            <p:nvPr/>
          </p:nvSpPr>
          <p:spPr bwMode="auto">
            <a:xfrm>
              <a:off x="4747" y="3205"/>
              <a:ext cx="0" cy="3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08" name="Line 43"/>
            <p:cNvSpPr>
              <a:spLocks noChangeShapeType="1"/>
            </p:cNvSpPr>
            <p:nvPr/>
          </p:nvSpPr>
          <p:spPr bwMode="auto">
            <a:xfrm flipV="1">
              <a:off x="3895" y="3205"/>
              <a:ext cx="852" cy="6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3075" name="Object 16"/>
            <p:cNvGraphicFramePr>
              <a:graphicFrameLocks noChangeAspect="1"/>
            </p:cNvGraphicFramePr>
            <p:nvPr/>
          </p:nvGraphicFramePr>
          <p:xfrm>
            <a:off x="4367" y="2592"/>
            <a:ext cx="779" cy="263"/>
          </p:xfrm>
          <a:graphic>
            <a:graphicData uri="http://schemas.openxmlformats.org/presentationml/2006/ole">
              <mc:AlternateContent xmlns:mc="http://schemas.openxmlformats.org/markup-compatibility/2006">
                <mc:Choice xmlns:v="urn:schemas-microsoft-com:vml" Requires="v">
                  <p:oleObj spid="_x0000_s52329" name="Equation" r:id="rId19" imgW="634365" imgH="215900" progId="Equation.DSMT4">
                    <p:embed/>
                  </p:oleObj>
                </mc:Choice>
                <mc:Fallback>
                  <p:oleObj name="Equation" r:id="rId19" imgW="634365" imgH="215900" progId="Equation.DSMT4">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67" y="2592"/>
                          <a:ext cx="779"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09" name="Text Box 45"/>
            <p:cNvSpPr txBox="1">
              <a:spLocks noChangeArrowheads="1"/>
            </p:cNvSpPr>
            <p:nvPr/>
          </p:nvSpPr>
          <p:spPr bwMode="auto">
            <a:xfrm>
              <a:off x="4334" y="3564"/>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rPr>
                <a:t>0</a:t>
              </a:r>
              <a:endParaRPr kumimoji="0" lang="en-US" altLang="zh-CN" sz="2000" i="0" u="none" strike="noStrike" kern="1200" cap="none" spc="0" normalizeH="0" baseline="0" noProof="0">
                <a:ln>
                  <a:noFill/>
                </a:ln>
                <a:solidFill>
                  <a:prstClr val="black"/>
                </a:solidFill>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graphicFrame>
          <p:nvGraphicFramePr>
            <p:cNvPr id="3076" name="Object 17"/>
            <p:cNvGraphicFramePr>
              <a:graphicFrameLocks noChangeAspect="1"/>
            </p:cNvGraphicFramePr>
            <p:nvPr/>
          </p:nvGraphicFramePr>
          <p:xfrm>
            <a:off x="3663" y="3166"/>
            <a:ext cx="276" cy="388"/>
          </p:xfrm>
          <a:graphic>
            <a:graphicData uri="http://schemas.openxmlformats.org/presentationml/2006/ole">
              <mc:AlternateContent xmlns:mc="http://schemas.openxmlformats.org/markup-compatibility/2006">
                <mc:Choice xmlns:v="urn:schemas-microsoft-com:vml" Requires="v">
                  <p:oleObj spid="_x0000_s52330" name="Equation" r:id="rId21" imgW="279400" imgH="393700" progId="Equation.DSMT4">
                    <p:embed/>
                  </p:oleObj>
                </mc:Choice>
                <mc:Fallback>
                  <p:oleObj name="Equation" r:id="rId21" imgW="279400" imgH="393700"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63" y="3166"/>
                          <a:ext cx="276"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7" name="Object 18"/>
            <p:cNvGraphicFramePr>
              <a:graphicFrameLocks noChangeAspect="1"/>
            </p:cNvGraphicFramePr>
            <p:nvPr/>
          </p:nvGraphicFramePr>
          <p:xfrm>
            <a:off x="4670" y="3515"/>
            <a:ext cx="162" cy="387"/>
          </p:xfrm>
          <a:graphic>
            <a:graphicData uri="http://schemas.openxmlformats.org/presentationml/2006/ole">
              <mc:AlternateContent xmlns:mc="http://schemas.openxmlformats.org/markup-compatibility/2006">
                <mc:Choice xmlns:v="urn:schemas-microsoft-com:vml" Requires="v">
                  <p:oleObj spid="_x0000_s52331" name="Equation" r:id="rId22" imgW="165100" imgH="393065" progId="Equation.DSMT4">
                    <p:embed/>
                  </p:oleObj>
                </mc:Choice>
                <mc:Fallback>
                  <p:oleObj name="Equation" r:id="rId22" imgW="165100" imgH="393065"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70" y="3515"/>
                          <a:ext cx="162"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10" name="Line 48"/>
            <p:cNvSpPr>
              <a:spLocks noChangeShapeType="1"/>
            </p:cNvSpPr>
            <p:nvPr/>
          </p:nvSpPr>
          <p:spPr bwMode="auto">
            <a:xfrm>
              <a:off x="4283" y="3901"/>
              <a:ext cx="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11" name="Line 49"/>
            <p:cNvSpPr>
              <a:spLocks noChangeShapeType="1"/>
            </p:cNvSpPr>
            <p:nvPr/>
          </p:nvSpPr>
          <p:spPr bwMode="auto">
            <a:xfrm flipH="1">
              <a:off x="4321" y="3205"/>
              <a:ext cx="39"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aphicFrame>
          <p:nvGraphicFramePr>
            <p:cNvPr id="3078" name="Object 19"/>
            <p:cNvGraphicFramePr>
              <a:graphicFrameLocks noChangeAspect="1"/>
            </p:cNvGraphicFramePr>
            <p:nvPr/>
          </p:nvGraphicFramePr>
          <p:xfrm>
            <a:off x="3956" y="3717"/>
            <a:ext cx="275" cy="387"/>
          </p:xfrm>
          <a:graphic>
            <a:graphicData uri="http://schemas.openxmlformats.org/presentationml/2006/ole">
              <mc:AlternateContent xmlns:mc="http://schemas.openxmlformats.org/markup-compatibility/2006">
                <mc:Choice xmlns:v="urn:schemas-microsoft-com:vml" Requires="v">
                  <p:oleObj spid="_x0000_s52332" name="Equation" r:id="rId23" imgW="279400" imgH="393700" progId="Equation.DSMT4">
                    <p:embed/>
                  </p:oleObj>
                </mc:Choice>
                <mc:Fallback>
                  <p:oleObj name="Equation" r:id="rId23" imgW="279400" imgH="393700" progId="Equation.DSMT4">
                    <p:embed/>
                    <p:pic>
                      <p:nvPicPr>
                        <p:cNvPr id="0"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56" y="3717"/>
                          <a:ext cx="275"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9" name="Object 20"/>
            <p:cNvGraphicFramePr>
              <a:graphicFrameLocks noChangeAspect="1"/>
            </p:cNvGraphicFramePr>
            <p:nvPr/>
          </p:nvGraphicFramePr>
          <p:xfrm>
            <a:off x="4360" y="3011"/>
            <a:ext cx="162" cy="387"/>
          </p:xfrm>
          <a:graphic>
            <a:graphicData uri="http://schemas.openxmlformats.org/presentationml/2006/ole">
              <mc:AlternateContent xmlns:mc="http://schemas.openxmlformats.org/markup-compatibility/2006">
                <mc:Choice xmlns:v="urn:schemas-microsoft-com:vml" Requires="v">
                  <p:oleObj spid="_x0000_s52333" name="Equation" r:id="rId25" imgW="165100" imgH="393065" progId="Equation.DSMT4">
                    <p:embed/>
                  </p:oleObj>
                </mc:Choice>
                <mc:Fallback>
                  <p:oleObj name="Equation" r:id="rId25" imgW="165100" imgH="393065" progId="Equation.DSMT4">
                    <p:embed/>
                    <p:pic>
                      <p:nvPicPr>
                        <p:cNvPr id="0" name="Object 2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60" y="3011"/>
                          <a:ext cx="162"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0" name="Object 21"/>
            <p:cNvGraphicFramePr>
              <a:graphicFrameLocks noChangeAspect="1"/>
            </p:cNvGraphicFramePr>
            <p:nvPr/>
          </p:nvGraphicFramePr>
          <p:xfrm>
            <a:off x="5072" y="3359"/>
            <a:ext cx="194" cy="178"/>
          </p:xfrm>
          <a:graphic>
            <a:graphicData uri="http://schemas.openxmlformats.org/presentationml/2006/ole">
              <mc:AlternateContent xmlns:mc="http://schemas.openxmlformats.org/markup-compatibility/2006">
                <mc:Choice xmlns:v="urn:schemas-microsoft-com:vml" Requires="v">
                  <p:oleObj spid="_x0000_s52334" name="Equation" r:id="rId27" imgW="152400" imgH="139700" progId="Equation.DSMT4">
                    <p:embed/>
                  </p:oleObj>
                </mc:Choice>
                <mc:Fallback>
                  <p:oleObj name="Equation" r:id="rId27" imgW="152400" imgH="139700" progId="Equation.DSMT4">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2" y="3359"/>
                          <a:ext cx="194"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7" name="组合 62"/>
          <p:cNvGrpSpPr/>
          <p:nvPr/>
        </p:nvGrpSpPr>
        <p:grpSpPr bwMode="auto">
          <a:xfrm>
            <a:off x="2083435" y="1533844"/>
            <a:ext cx="3856038" cy="2022475"/>
            <a:chOff x="1878600" y="685800"/>
            <a:chExt cx="2171282" cy="2022475"/>
          </a:xfrm>
        </p:grpSpPr>
        <p:sp>
          <p:nvSpPr>
            <p:cNvPr id="58" name="Line 7"/>
            <p:cNvSpPr>
              <a:spLocks noChangeShapeType="1"/>
            </p:cNvSpPr>
            <p:nvPr/>
          </p:nvSpPr>
          <p:spPr bwMode="auto">
            <a:xfrm>
              <a:off x="1878600" y="2071688"/>
              <a:ext cx="2159661" cy="0"/>
            </a:xfrm>
            <a:prstGeom prst="line">
              <a:avLst/>
            </a:prstGeom>
            <a:noFill/>
            <a:ln w="28575">
              <a:solidFill>
                <a:sysClr val="windowText" lastClr="000000"/>
              </a:solidFill>
              <a:round/>
              <a:tailEnd type="triangle" w="med" len="med"/>
            </a:ln>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59" name="Line 8"/>
            <p:cNvSpPr>
              <a:spLocks noChangeShapeType="1"/>
            </p:cNvSpPr>
            <p:nvPr/>
          </p:nvSpPr>
          <p:spPr bwMode="auto">
            <a:xfrm flipV="1">
              <a:off x="2900327" y="685800"/>
              <a:ext cx="0" cy="1600200"/>
            </a:xfrm>
            <a:prstGeom prst="line">
              <a:avLst/>
            </a:prstGeom>
            <a:noFill/>
            <a:ln w="28575">
              <a:solidFill>
                <a:sysClr val="windowText" lastClr="000000"/>
              </a:solidFill>
              <a:round/>
              <a:tailEnd type="triangle" w="med" len="med"/>
            </a:ln>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aphicFrame>
          <p:nvGraphicFramePr>
            <p:cNvPr id="60" name="Object 3"/>
            <p:cNvGraphicFramePr/>
            <p:nvPr/>
          </p:nvGraphicFramePr>
          <p:xfrm>
            <a:off x="2574925" y="1206500"/>
            <a:ext cx="146989" cy="307975"/>
          </p:xfrm>
          <a:graphic>
            <a:graphicData uri="http://schemas.openxmlformats.org/presentationml/2006/ole">
              <mc:AlternateContent xmlns:mc="http://schemas.openxmlformats.org/markup-compatibility/2006">
                <mc:Choice xmlns:v="urn:schemas-microsoft-com:vml" Requires="v">
                  <p:oleObj spid="_x0000_s52335" name="Equation" r:id="rId28" imgW="139700" imgH="165100" progId="Equation.DSMT4">
                    <p:embed/>
                  </p:oleObj>
                </mc:Choice>
                <mc:Fallback>
                  <p:oleObj name="Equation" r:id="rId28" imgW="139700" imgH="165100" progId="Equation.DSMT4">
                    <p:embed/>
                    <p:pic>
                      <p:nvPicPr>
                        <p:cNvPr id="0" name="Object 3"/>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574925" y="1206500"/>
                          <a:ext cx="146989"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 name="Text Box 10"/>
            <p:cNvSpPr txBox="1">
              <a:spLocks noChangeArrowheads="1"/>
            </p:cNvSpPr>
            <p:nvPr/>
          </p:nvSpPr>
          <p:spPr bwMode="auto">
            <a:xfrm>
              <a:off x="2895601" y="2057400"/>
              <a:ext cx="18766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0"/>
                </a:spcBef>
                <a:buFontTx/>
                <a:buNone/>
              </a:pPr>
              <a:r>
                <a:rPr lang="en-US" altLang="zh-CN" sz="2000">
                  <a:solidFill>
                    <a:srgbClr val="000000"/>
                  </a:solidFill>
                  <a:ea typeface="华文楷体" panose="02010600040101010101" pitchFamily="2" charset="-122"/>
                </a:rPr>
                <a:t>0</a:t>
              </a:r>
              <a:endParaRPr lang="en-US" altLang="zh-CN" sz="2000">
                <a:solidFill>
                  <a:srgbClr val="000000"/>
                </a:solidFill>
                <a:ea typeface="华文楷体" panose="02010600040101010101" pitchFamily="2" charset="-122"/>
              </a:endParaRPr>
            </a:p>
          </p:txBody>
        </p:sp>
        <p:graphicFrame>
          <p:nvGraphicFramePr>
            <p:cNvPr id="62" name="Object 4"/>
            <p:cNvGraphicFramePr/>
            <p:nvPr/>
          </p:nvGraphicFramePr>
          <p:xfrm>
            <a:off x="3352800" y="2057400"/>
            <a:ext cx="225476" cy="650875"/>
          </p:xfrm>
          <a:graphic>
            <a:graphicData uri="http://schemas.openxmlformats.org/presentationml/2006/ole">
              <mc:AlternateContent xmlns:mc="http://schemas.openxmlformats.org/markup-compatibility/2006">
                <mc:Choice xmlns:v="urn:schemas-microsoft-com:vml" Requires="v">
                  <p:oleObj spid="_x0000_s52336" name="Equation" r:id="rId30" imgW="241300" imgH="393700" progId="Equation.DSMT4">
                    <p:embed/>
                  </p:oleObj>
                </mc:Choice>
                <mc:Fallback>
                  <p:oleObj name="Equation" r:id="rId30" imgW="241300" imgH="393700" progId="Equation.DSMT4">
                    <p:embed/>
                    <p:pic>
                      <p:nvPicPr>
                        <p:cNvPr id="0" name="Object 4"/>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352800" y="2057400"/>
                          <a:ext cx="225476"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 name="Object 5"/>
            <p:cNvGraphicFramePr/>
            <p:nvPr/>
          </p:nvGraphicFramePr>
          <p:xfrm>
            <a:off x="2948240" y="702944"/>
            <a:ext cx="570308" cy="373062"/>
          </p:xfrm>
          <a:graphic>
            <a:graphicData uri="http://schemas.openxmlformats.org/presentationml/2006/ole">
              <mc:AlternateContent xmlns:mc="http://schemas.openxmlformats.org/markup-compatibility/2006">
                <mc:Choice xmlns:v="urn:schemas-microsoft-com:vml" Requires="v">
                  <p:oleObj spid="_x0000_s52337" name="Equation" r:id="rId32" imgW="622300" imgH="228600" progId="Equation.DSMT4">
                    <p:embed/>
                  </p:oleObj>
                </mc:Choice>
                <mc:Fallback>
                  <p:oleObj name="Equation" r:id="rId32" imgW="622300" imgH="228600" progId="Equation.DSMT4">
                    <p:embed/>
                    <p:pic>
                      <p:nvPicPr>
                        <p:cNvPr id="0" name="Object 5"/>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948240" y="702944"/>
                          <a:ext cx="570308"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 name="Object 6"/>
            <p:cNvGraphicFramePr/>
            <p:nvPr/>
          </p:nvGraphicFramePr>
          <p:xfrm>
            <a:off x="3895466" y="1812925"/>
            <a:ext cx="154416" cy="250825"/>
          </p:xfrm>
          <a:graphic>
            <a:graphicData uri="http://schemas.openxmlformats.org/presentationml/2006/ole">
              <mc:AlternateContent xmlns:mc="http://schemas.openxmlformats.org/markup-compatibility/2006">
                <mc:Choice xmlns:v="urn:schemas-microsoft-com:vml" Requires="v">
                  <p:oleObj spid="_x0000_s52338" name="Equation" r:id="rId34" imgW="152400" imgH="139700" progId="Equation.DSMT4">
                    <p:embed/>
                  </p:oleObj>
                </mc:Choice>
                <mc:Fallback>
                  <p:oleObj name="Equation" r:id="rId34" imgW="152400" imgH="139700" progId="Equation.DSMT4">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5466" y="1812925"/>
                          <a:ext cx="154416"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 name="任意多边形 55"/>
            <p:cNvSpPr/>
            <p:nvPr/>
          </p:nvSpPr>
          <p:spPr bwMode="auto">
            <a:xfrm>
              <a:off x="2339164" y="1476154"/>
              <a:ext cx="1201479" cy="607827"/>
            </a:xfrm>
            <a:custGeom>
              <a:avLst/>
              <a:gdLst>
                <a:gd name="T0" fmla="*/ 0 w 1201479"/>
                <a:gd name="T1" fmla="*/ 597195 h 607827"/>
                <a:gd name="T2" fmla="*/ 574158 w 1201479"/>
                <a:gd name="T3" fmla="*/ 1772 h 607827"/>
                <a:gd name="T4" fmla="*/ 1201479 w 1201479"/>
                <a:gd name="T5" fmla="*/ 607827 h 607827"/>
                <a:gd name="T6" fmla="*/ 0 60000 65536"/>
                <a:gd name="T7" fmla="*/ 0 60000 65536"/>
                <a:gd name="T8" fmla="*/ 0 60000 65536"/>
              </a:gdLst>
              <a:ahLst/>
              <a:cxnLst>
                <a:cxn ang="T6">
                  <a:pos x="T0" y="T1"/>
                </a:cxn>
                <a:cxn ang="T7">
                  <a:pos x="T2" y="T3"/>
                </a:cxn>
                <a:cxn ang="T8">
                  <a:pos x="T4" y="T5"/>
                </a:cxn>
              </a:cxnLst>
              <a:rect l="0" t="0" r="r" b="b"/>
              <a:pathLst>
                <a:path w="1201479" h="607827">
                  <a:moveTo>
                    <a:pt x="0" y="597195"/>
                  </a:moveTo>
                  <a:cubicBezTo>
                    <a:pt x="186956" y="298597"/>
                    <a:pt x="373912" y="0"/>
                    <a:pt x="574158" y="1772"/>
                  </a:cubicBezTo>
                  <a:cubicBezTo>
                    <a:pt x="774404" y="3544"/>
                    <a:pt x="1118191" y="503274"/>
                    <a:pt x="1201479" y="607827"/>
                  </a:cubicBezTo>
                </a:path>
              </a:pathLst>
            </a:custGeom>
            <a:noFill/>
            <a:ln w="2540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6" name="任意多边形 58"/>
            <p:cNvSpPr/>
            <p:nvPr/>
          </p:nvSpPr>
          <p:spPr bwMode="auto">
            <a:xfrm>
              <a:off x="3540642" y="1754372"/>
              <a:ext cx="212651" cy="329609"/>
            </a:xfrm>
            <a:custGeom>
              <a:avLst/>
              <a:gdLst>
                <a:gd name="T0" fmla="*/ 0 w 212651"/>
                <a:gd name="T1" fmla="*/ 329609 h 329609"/>
                <a:gd name="T2" fmla="*/ 212651 w 212651"/>
                <a:gd name="T3" fmla="*/ 0 h 329609"/>
                <a:gd name="T4" fmla="*/ 0 60000 65536"/>
                <a:gd name="T5" fmla="*/ 0 60000 65536"/>
              </a:gdLst>
              <a:ahLst/>
              <a:cxnLst>
                <a:cxn ang="T4">
                  <a:pos x="T0" y="T1"/>
                </a:cxn>
                <a:cxn ang="T5">
                  <a:pos x="T2" y="T3"/>
                </a:cxn>
              </a:cxnLst>
              <a:rect l="0" t="0" r="r" b="b"/>
              <a:pathLst>
                <a:path w="212651" h="329609">
                  <a:moveTo>
                    <a:pt x="0" y="329609"/>
                  </a:moveTo>
                  <a:cubicBezTo>
                    <a:pt x="69111" y="198474"/>
                    <a:pt x="138223" y="67339"/>
                    <a:pt x="212651" y="0"/>
                  </a:cubicBezTo>
                </a:path>
              </a:pathLst>
            </a:custGeom>
            <a:noFill/>
            <a:ln w="2540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7" name="任意多边形 61"/>
            <p:cNvSpPr/>
            <p:nvPr/>
          </p:nvSpPr>
          <p:spPr bwMode="auto">
            <a:xfrm flipH="1">
              <a:off x="2115881" y="1752600"/>
              <a:ext cx="212651" cy="329609"/>
            </a:xfrm>
            <a:custGeom>
              <a:avLst/>
              <a:gdLst>
                <a:gd name="T0" fmla="*/ 0 w 212651"/>
                <a:gd name="T1" fmla="*/ 329609 h 329609"/>
                <a:gd name="T2" fmla="*/ 212651 w 212651"/>
                <a:gd name="T3" fmla="*/ 0 h 329609"/>
                <a:gd name="T4" fmla="*/ 0 60000 65536"/>
                <a:gd name="T5" fmla="*/ 0 60000 65536"/>
              </a:gdLst>
              <a:ahLst/>
              <a:cxnLst>
                <a:cxn ang="T4">
                  <a:pos x="T0" y="T1"/>
                </a:cxn>
                <a:cxn ang="T5">
                  <a:pos x="T2" y="T3"/>
                </a:cxn>
              </a:cxnLst>
              <a:rect l="0" t="0" r="r" b="b"/>
              <a:pathLst>
                <a:path w="212651" h="329609">
                  <a:moveTo>
                    <a:pt x="0" y="329609"/>
                  </a:moveTo>
                  <a:cubicBezTo>
                    <a:pt x="69111" y="198474"/>
                    <a:pt x="138223" y="67339"/>
                    <a:pt x="212651" y="0"/>
                  </a:cubicBezTo>
                </a:path>
              </a:pathLst>
            </a:custGeom>
            <a:noFill/>
            <a:ln w="2540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dirty="0"/>
            </a:p>
          </p:txBody>
        </p:sp>
      </p:grpSp>
      <p:graphicFrame>
        <p:nvGraphicFramePr>
          <p:cNvPr id="68" name="Object 2"/>
          <p:cNvGraphicFramePr>
            <a:graphicFrameLocks noChangeAspect="1"/>
          </p:cNvGraphicFramePr>
          <p:nvPr/>
        </p:nvGraphicFramePr>
        <p:xfrm>
          <a:off x="8544272" y="1412800"/>
          <a:ext cx="1831975" cy="788988"/>
        </p:xfrm>
        <a:graphic>
          <a:graphicData uri="http://schemas.openxmlformats.org/presentationml/2006/ole">
            <mc:AlternateContent xmlns:mc="http://schemas.openxmlformats.org/markup-compatibility/2006">
              <mc:Choice xmlns:v="urn:schemas-microsoft-com:vml" Requires="v">
                <p:oleObj spid="_x0000_s52339" name="Equation" r:id="rId35" imgW="914400" imgH="393700" progId="Equation.DSMT4">
                  <p:embed/>
                </p:oleObj>
              </mc:Choice>
              <mc:Fallback>
                <p:oleObj name="Equation" r:id="rId35" imgW="914400" imgH="393700" progId="Equation.DSMT4">
                  <p:embed/>
                  <p:pic>
                    <p:nvPicPr>
                      <p:cNvPr id="0" name="Object 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544272" y="1412800"/>
                        <a:ext cx="1831975"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 name="Object 9"/>
          <p:cNvGraphicFramePr>
            <a:graphicFrameLocks noChangeAspect="1"/>
          </p:cNvGraphicFramePr>
          <p:nvPr/>
        </p:nvGraphicFramePr>
        <p:xfrm>
          <a:off x="3276071" y="3521212"/>
          <a:ext cx="3740150" cy="892810"/>
        </p:xfrm>
        <a:graphic>
          <a:graphicData uri="http://schemas.openxmlformats.org/presentationml/2006/ole">
            <mc:AlternateContent xmlns:mc="http://schemas.openxmlformats.org/markup-compatibility/2006">
              <mc:Choice xmlns:v="urn:schemas-microsoft-com:vml" Requires="v">
                <p:oleObj spid="_x0000_s52340" name="Equation" r:id="rId37" imgW="1968500" imgH="469900" progId="Equation.DSMT4">
                  <p:embed/>
                </p:oleObj>
              </mc:Choice>
              <mc:Fallback>
                <p:oleObj name="Equation" r:id="rId37" imgW="1968500" imgH="469900" progId="Equation.DSMT4">
                  <p:embed/>
                  <p:pic>
                    <p:nvPicPr>
                      <p:cNvPr id="0" name="Object 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276071" y="3521212"/>
                        <a:ext cx="3740150" cy="892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down)">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en-US" dirty="0"/>
          </a:p>
        </p:txBody>
      </p:sp>
      <p:sp>
        <p:nvSpPr>
          <p:cNvPr id="3" name="内容占位符 2"/>
          <p:cNvSpPr>
            <a:spLocks noGrp="1"/>
          </p:cNvSpPr>
          <p:nvPr>
            <p:ph idx="1"/>
          </p:nvPr>
        </p:nvSpPr>
        <p:spPr>
          <a:xfrm>
            <a:off x="1981200" y="1285875"/>
            <a:ext cx="8229600" cy="521970"/>
          </a:xfrm>
        </p:spPr>
        <p:txBody>
          <a:bodyPr>
            <a:spAutoFit/>
          </a:bodyPr>
          <a:lstStyle/>
          <a:p>
            <a:pPr algn="just">
              <a:spcBef>
                <a:spcPts val="0"/>
              </a:spcBef>
              <a:spcAft>
                <a:spcPts val="300"/>
              </a:spcAft>
            </a:pPr>
            <a:r>
              <a:rPr lang="en-US" altLang="zh-CN" sz="2800" b="0" dirty="0"/>
              <a:t>7.3</a:t>
            </a:r>
            <a:endParaRPr lang="en-US" altLang="zh-CN" sz="2800" b="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标题 1"/>
          <p:cNvSpPr>
            <a:spLocks noGrp="1"/>
          </p:cNvSpPr>
          <p:nvPr>
            <p:ph type="title"/>
          </p:nvPr>
        </p:nvSpPr>
        <p:spPr/>
        <p:txBody>
          <a:bodyPr/>
          <a:lstStyle/>
          <a:p>
            <a:r>
              <a:rPr lang="en-US" altLang="zh-CN" dirty="0">
                <a:solidFill>
                  <a:srgbClr val="000000"/>
                </a:solidFill>
              </a:rPr>
              <a:t>7.2  </a:t>
            </a:r>
            <a:r>
              <a:rPr lang="zh-CN" altLang="en-US" dirty="0">
                <a:solidFill>
                  <a:srgbClr val="000000"/>
                </a:solidFill>
              </a:rPr>
              <a:t>利用内插从样本重建信号</a:t>
            </a:r>
            <a:endParaRPr lang="zh-CN" altLang="en-US" sz="400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4152C77A-2029-4854-BAFF-8BB1346BD1A5}" type="slidenum">
              <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105" name="Text Box 3"/>
          <p:cNvSpPr txBox="1">
            <a:spLocks noChangeArrowheads="1"/>
          </p:cNvSpPr>
          <p:nvPr/>
        </p:nvSpPr>
        <p:spPr bwMode="auto">
          <a:xfrm>
            <a:off x="1991544" y="1265238"/>
            <a:ext cx="14865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dirty="0">
                <a:ln>
                  <a:noFill/>
                </a:ln>
                <a:solidFill>
                  <a:srgbClr val="0000FF"/>
                </a:solidFill>
                <a:effectLst/>
                <a:uLnTx/>
                <a:uFillTx/>
                <a:latin typeface="Arial" panose="020B0604020202020204" pitchFamily="34" charset="0"/>
                <a:ea typeface="华文楷体" panose="02010600040101010101" pitchFamily="2" charset="-122"/>
                <a:cs typeface="楷体_GB2312" panose="02010609030101010101" pitchFamily="49" charset="-122"/>
              </a:rPr>
              <a:t>理想内插</a:t>
            </a:r>
            <a:r>
              <a:rPr kumimoji="0" lang="en-US" altLang="zh-CN" sz="24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rPr>
              <a:t>:</a:t>
            </a:r>
            <a:endParaRPr kumimoji="0" lang="en-US" altLang="zh-CN" sz="24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mc:AlternateContent xmlns:mc="http://schemas.openxmlformats.org/markup-compatibility/2006">
        <mc:Choice xmlns:a14="http://schemas.microsoft.com/office/drawing/2010/main" Requires="a14">
          <p:sp>
            <p:nvSpPr>
              <p:cNvPr id="4108" name="Text Box 5"/>
              <p:cNvSpPr txBox="1">
                <a:spLocks noChangeArrowheads="1"/>
              </p:cNvSpPr>
              <p:nvPr/>
            </p:nvSpPr>
            <p:spPr bwMode="auto">
              <a:xfrm>
                <a:off x="2026469" y="1774259"/>
                <a:ext cx="62109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rPr>
                  <a:t>若</a:t>
                </a:r>
                <a14:m>
                  <m:oMath xmlns:m="http://schemas.openxmlformats.org/officeDocument/2006/math">
                    <m:r>
                      <a:rPr lang="en-US" sz="2400" i="1" smtClean="0">
                        <a:solidFill>
                          <a:srgbClr val="000000"/>
                        </a:solidFill>
                        <a:latin typeface="Cambria Math" panose="02040503050406030204" pitchFamily="18" charset="0"/>
                      </a:rPr>
                      <m:t>ℎ</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rPr>
                  <a:t>为理想低通滤波器的单位冲激响应，则</a:t>
                </a:r>
                <a:endParaRPr kumimoji="0" lang="zh-CN" altLang="en-US" sz="24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mc:Choice>
        <mc:Fallback>
          <p:sp>
            <p:nvSpPr>
              <p:cNvPr id="4108" name="Text Box 5"/>
              <p:cNvSpPr txBox="1">
                <a:spLocks noRot="1" noChangeAspect="1" noMove="1" noResize="1" noEditPoints="1" noAdjustHandles="1" noChangeArrowheads="1" noChangeShapeType="1" noTextEdit="1"/>
              </p:cNvSpPr>
              <p:nvPr/>
            </p:nvSpPr>
            <p:spPr bwMode="auto">
              <a:xfrm>
                <a:off x="2026469" y="1774259"/>
                <a:ext cx="6210935" cy="460375"/>
              </a:xfrm>
              <a:prstGeom prst="rect">
                <a:avLst/>
              </a:prstGeom>
              <a:blipFill rotWithShape="1">
                <a:blip r:embed="rId1"/>
                <a:stretch>
                  <a:fillRect l="-3" t="-15" r="3" b="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Object 5"/>
              <p:cNvSpPr txBox="1"/>
              <p:nvPr/>
            </p:nvSpPr>
            <p:spPr bwMode="auto">
              <a:xfrm>
                <a:off x="2631307" y="2283578"/>
                <a:ext cx="7070352" cy="80772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𝑝</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hr m:val="∑"/>
                          <m:limLoc m:val="subSup"/>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𝑛𝑇</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𝑛𝑇</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nary>
                    </m:oMath>
                  </m:oMathPara>
                </a14:m>
                <a:endParaRPr lang="en-US" sz="2400" dirty="0"/>
              </a:p>
            </p:txBody>
          </p:sp>
        </mc:Choice>
        <mc:Fallback>
          <p:sp>
            <p:nvSpPr>
              <p:cNvPr id="11" name="Object 5"/>
              <p:cNvSpPr txBox="1">
                <a:spLocks noRot="1" noChangeAspect="1" noMove="1" noResize="1" noEditPoints="1" noAdjustHandles="1" noChangeArrowheads="1" noChangeShapeType="1" noTextEdit="1"/>
              </p:cNvSpPr>
              <p:nvPr/>
            </p:nvSpPr>
            <p:spPr bwMode="auto">
              <a:xfrm>
                <a:off x="2631307" y="2283578"/>
                <a:ext cx="7070352" cy="807720"/>
              </a:xfrm>
              <a:prstGeom prst="rect">
                <a:avLst/>
              </a:prstGeom>
              <a:blipFill rotWithShape="1">
                <a:blip r:embed="rId2"/>
                <a:stretch>
                  <a:fillRect l="-7" t="-15" r="2" b="1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Object 6"/>
              <p:cNvSpPr txBox="1"/>
              <p:nvPr/>
            </p:nvSpPr>
            <p:spPr bwMode="auto">
              <a:xfrm>
                <a:off x="3281388" y="3147696"/>
                <a:ext cx="3715494" cy="80772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nary>
                        <m:naryPr>
                          <m:chr m:val="∑"/>
                          <m:limLoc m:val="subSup"/>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𝑛𝑇</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𝑛𝑇</m:t>
                          </m:r>
                          <m:r>
                            <a:rPr lang="en-US" sz="2400" i="1">
                              <a:solidFill>
                                <a:srgbClr val="000000"/>
                              </a:solidFill>
                              <a:latin typeface="Cambria Math" panose="02040503050406030204" pitchFamily="18" charset="0"/>
                            </a:rPr>
                            <m:t>)</m:t>
                          </m:r>
                        </m:e>
                      </m:nary>
                    </m:oMath>
                  </m:oMathPara>
                </a14:m>
                <a:endParaRPr lang="en-US" sz="2400" dirty="0"/>
              </a:p>
            </p:txBody>
          </p:sp>
        </mc:Choice>
        <mc:Fallback>
          <p:sp>
            <p:nvSpPr>
              <p:cNvPr id="12" name="Object 6"/>
              <p:cNvSpPr txBox="1">
                <a:spLocks noRot="1" noChangeAspect="1" noMove="1" noResize="1" noEditPoints="1" noAdjustHandles="1" noChangeArrowheads="1" noChangeShapeType="1" noTextEdit="1"/>
              </p:cNvSpPr>
              <p:nvPr/>
            </p:nvSpPr>
            <p:spPr bwMode="auto">
              <a:xfrm>
                <a:off x="3281388" y="3147696"/>
                <a:ext cx="3715494" cy="807720"/>
              </a:xfrm>
              <a:prstGeom prst="rect">
                <a:avLst/>
              </a:prstGeom>
              <a:blipFill rotWithShape="1">
                <a:blip r:embed="rId3"/>
                <a:stretch>
                  <a:fillRect l="-9" r="12"/>
                </a:stretch>
              </a:blipFill>
              <a:ln>
                <a:noFill/>
              </a:ln>
              <a:effectLst/>
            </p:spPr>
            <p:txBody>
              <a:bodyPr/>
              <a:lstStyle/>
              <a:p>
                <a:r>
                  <a:rPr lang="zh-CN" altLang="en-US">
                    <a:noFill/>
                  </a:rPr>
                  <a:t> </a:t>
                </a:r>
              </a:p>
            </p:txBody>
          </p:sp>
        </mc:Fallback>
      </mc:AlternateContent>
      <p:sp>
        <p:nvSpPr>
          <p:cNvPr id="13" name="Text Box 2"/>
          <p:cNvSpPr txBox="1">
            <a:spLocks noChangeArrowheads="1"/>
          </p:cNvSpPr>
          <p:nvPr/>
        </p:nvSpPr>
        <p:spPr bwMode="auto">
          <a:xfrm>
            <a:off x="2026469" y="4011814"/>
            <a:ext cx="7772400"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表明：理想内插以理想低通滤波器的单位冲激响应作为内插函数。</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mc:Choice xmlns:a14="http://schemas.microsoft.com/office/drawing/2010/main" Requires="a14">
          <p:sp>
            <p:nvSpPr>
              <p:cNvPr id="59400" name="Object 8"/>
              <p:cNvSpPr txBox="1"/>
              <p:nvPr/>
            </p:nvSpPr>
            <p:spPr bwMode="auto">
              <a:xfrm>
                <a:off x="2173632" y="5840911"/>
                <a:ext cx="5549056" cy="807720"/>
              </a:xfrm>
              <a:prstGeom prst="rect">
                <a:avLst/>
              </a:prstGeom>
              <a:noFill/>
              <a:ln>
                <a:noFill/>
              </a:ln>
              <a:effectLst/>
            </p:spPr>
            <p:txBody>
              <a:bodyPr wrap="square">
                <a:spAutoFit/>
              </a:bodyPr>
              <a:lstStyle/>
              <a:p>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nary>
                        <m:naryPr>
                          <m:chr m:val="∑"/>
                          <m:limLoc m:val="subSup"/>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𝑛𝑇</m:t>
                          </m:r>
                          <m:r>
                            <a:rPr lang="en-US" sz="2400" i="1">
                              <a:solidFill>
                                <a:srgbClr val="000000"/>
                              </a:solidFill>
                              <a:latin typeface="Cambria Math" panose="02040503050406030204" pitchFamily="18" charset="0"/>
                            </a:rPr>
                            <m:t>)⋅</m:t>
                          </m:r>
                          <m:r>
                            <m:rPr>
                              <m:sty m:val="p"/>
                            </m:rPr>
                            <a:rPr lang="en-US" sz="2400">
                              <a:solidFill>
                                <a:srgbClr val="000000"/>
                              </a:solidFill>
                              <a:latin typeface="Cambria Math" panose="02040503050406030204" pitchFamily="18" charset="0"/>
                            </a:rPr>
                            <m:t>Sa</m:t>
                          </m:r>
                          <m:r>
                            <a:rPr lang="en-US" sz="2400" b="0" i="0"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𝑐</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𝑛𝑇</m:t>
                              </m:r>
                            </m:e>
                          </m:d>
                          <m:r>
                            <a:rPr lang="en-US" sz="2400" b="0" i="1" smtClean="0">
                              <a:solidFill>
                                <a:srgbClr val="000000"/>
                              </a:solidFill>
                              <a:latin typeface="Cambria Math" panose="02040503050406030204" pitchFamily="18" charset="0"/>
                            </a:rPr>
                            <m:t>]</m:t>
                          </m:r>
                        </m:e>
                      </m:nary>
                    </m:oMath>
                  </m:oMathPara>
                </a14:m>
                <a:endParaRPr lang="en-US" sz="2400" dirty="0"/>
              </a:p>
            </p:txBody>
          </p:sp>
        </mc:Choice>
        <mc:Fallback>
          <p:sp>
            <p:nvSpPr>
              <p:cNvPr id="59400" name="Object 8"/>
              <p:cNvSpPr txBox="1">
                <a:spLocks noRot="1" noChangeAspect="1" noMove="1" noResize="1" noEditPoints="1" noAdjustHandles="1" noChangeArrowheads="1" noChangeShapeType="1" noTextEdit="1"/>
              </p:cNvSpPr>
              <p:nvPr/>
            </p:nvSpPr>
            <p:spPr bwMode="auto">
              <a:xfrm>
                <a:off x="2173632" y="5840911"/>
                <a:ext cx="5549056" cy="807720"/>
              </a:xfrm>
              <a:prstGeom prst="rect">
                <a:avLst/>
              </a:prstGeom>
              <a:blipFill rotWithShape="1">
                <a:blip r:embed="rId4"/>
                <a:stretch>
                  <a:fillRect t="-22" r="8" b="22"/>
                </a:stretch>
              </a:blipFill>
              <a:ln>
                <a:noFill/>
              </a:ln>
              <a:effectLst/>
            </p:spPr>
            <p:txBody>
              <a:bodyPr/>
              <a:lstStyle/>
              <a:p>
                <a:r>
                  <a:rPr lang="zh-CN" altLang="en-US">
                    <a:noFill/>
                  </a:rPr>
                  <a:t> </a:t>
                </a:r>
              </a:p>
            </p:txBody>
          </p:sp>
        </mc:Fallback>
      </mc:AlternateContent>
      <p:grpSp>
        <p:nvGrpSpPr>
          <p:cNvPr id="20" name="组合 19"/>
          <p:cNvGrpSpPr/>
          <p:nvPr/>
        </p:nvGrpSpPr>
        <p:grpSpPr>
          <a:xfrm>
            <a:off x="2173632" y="5009815"/>
            <a:ext cx="8179515" cy="775970"/>
            <a:chOff x="649632" y="5027717"/>
            <a:chExt cx="8179515" cy="775970"/>
          </a:xfrm>
        </p:grpSpPr>
        <mc:AlternateContent xmlns:mc="http://schemas.openxmlformats.org/markup-compatibility/2006">
          <mc:Choice xmlns:a14="http://schemas.microsoft.com/office/drawing/2010/main" Requires="a14">
            <p:sp>
              <p:nvSpPr>
                <p:cNvPr id="59399" name="Object 7"/>
                <p:cNvSpPr txBox="1"/>
                <p:nvPr/>
              </p:nvSpPr>
              <p:spPr bwMode="auto">
                <a:xfrm>
                  <a:off x="649632" y="5027717"/>
                  <a:ext cx="5517332" cy="775970"/>
                </a:xfrm>
                <a:prstGeom prst="rect">
                  <a:avLst/>
                </a:prstGeom>
                <a:noFill/>
                <a:ln>
                  <a:noFill/>
                </a:ln>
                <a:effectLst/>
              </p:spPr>
              <p:txBody>
                <a:bodyPr wrap="square">
                  <a:spAutoFit/>
                </a:bodyPr>
                <a:lstStyle/>
                <a:p>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ℎ</m:t>
                        </m:r>
                        <m:d>
                          <m:dPr>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𝑡</m:t>
                            </m:r>
                          </m:e>
                        </m:d>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𝑇</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func>
                              <m:funcPr>
                                <m:ctrlPr>
                                  <a:rPr lang="en-US" sz="2400" i="1" smtClean="0">
                                    <a:solidFill>
                                      <a:srgbClr val="000000"/>
                                    </a:solidFill>
                                    <a:latin typeface="Cambria Math" panose="02040503050406030204" pitchFamily="18" charset="0"/>
                                  </a:rPr>
                                </m:ctrlPr>
                              </m:funcPr>
                              <m:fName>
                                <m:r>
                                  <m:rPr>
                                    <m:sty m:val="p"/>
                                  </m:rPr>
                                  <a:rPr lang="en-US" sz="2400" b="0" i="0" smtClean="0">
                                    <a:solidFill>
                                      <a:srgbClr val="000000"/>
                                    </a:solidFill>
                                    <a:latin typeface="Cambria Math" panose="02040503050406030204" pitchFamily="18" charset="0"/>
                                  </a:rPr>
                                  <m:t>s</m:t>
                                </m:r>
                                <m:r>
                                  <m:rPr>
                                    <m:sty m:val="p"/>
                                  </m:rPr>
                                  <a:rPr lang="en-US" sz="2400" i="0">
                                    <a:solidFill>
                                      <a:srgbClr val="000000"/>
                                    </a:solidFill>
                                    <a:latin typeface="Cambria Math" panose="02040503050406030204" pitchFamily="18" charset="0"/>
                                  </a:rPr>
                                  <m:t>in</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𝑐</m:t>
                                    </m:r>
                                  </m:sub>
                                </m:sSub>
                              </m:e>
                            </m:func>
                            <m:r>
                              <a:rPr lang="en-US" sz="2400" i="1">
                                <a:solidFill>
                                  <a:srgbClr val="000000"/>
                                </a:solidFill>
                                <a:latin typeface="Cambria Math" panose="02040503050406030204" pitchFamily="18" charset="0"/>
                              </a:rPr>
                              <m:t>𝑡</m:t>
                            </m:r>
                          </m:num>
                          <m:den>
                            <m:r>
                              <a:rPr lang="en-US" sz="2400" i="1">
                                <a:solidFill>
                                  <a:srgbClr val="000000"/>
                                </a:solidFill>
                                <a:latin typeface="Cambria Math" panose="02040503050406030204" pitchFamily="18" charset="0"/>
                              </a:rPr>
                              <m:t>𝜋</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𝑐</m:t>
                                </m:r>
                              </m:sub>
                            </m:sSub>
                            <m:r>
                              <a:rPr lang="en-US" sz="2400" i="1">
                                <a:solidFill>
                                  <a:srgbClr val="000000"/>
                                </a:solidFill>
                                <a:latin typeface="Cambria Math" panose="02040503050406030204" pitchFamily="18" charset="0"/>
                              </a:rPr>
                              <m:t>𝑇</m:t>
                            </m:r>
                          </m:num>
                          <m:den>
                            <m:r>
                              <a:rPr lang="en-US" sz="2400" i="1">
                                <a:solidFill>
                                  <a:srgbClr val="000000"/>
                                </a:solidFill>
                                <a:latin typeface="Cambria Math" panose="02040503050406030204" pitchFamily="18" charset="0"/>
                              </a:rPr>
                              <m:t>𝜋</m:t>
                            </m:r>
                          </m:den>
                        </m:f>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Sa</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𝑐</m:t>
                                </m:r>
                              </m:sub>
                            </m:sSub>
                            <m:r>
                              <a:rPr lang="en-US" sz="2400" i="1">
                                <a:solidFill>
                                  <a:srgbClr val="000000"/>
                                </a:solidFill>
                                <a:latin typeface="Cambria Math" panose="02040503050406030204" pitchFamily="18" charset="0"/>
                              </a:rPr>
                              <m:t>𝑡</m:t>
                            </m:r>
                          </m:e>
                        </m:func>
                        <m:r>
                          <a:rPr lang="en-US" sz="2400" b="0" i="1" smtClean="0">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Sa</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𝑐</m:t>
                                </m:r>
                              </m:sub>
                            </m:sSub>
                            <m:r>
                              <a:rPr lang="en-US" sz="2400" i="1">
                                <a:solidFill>
                                  <a:srgbClr val="000000"/>
                                </a:solidFill>
                                <a:latin typeface="Cambria Math" panose="02040503050406030204" pitchFamily="18" charset="0"/>
                              </a:rPr>
                              <m:t>𝑡</m:t>
                            </m:r>
                          </m:e>
                        </m:func>
                      </m:oMath>
                    </m:oMathPara>
                  </a14:m>
                  <a:endParaRPr lang="en-US" sz="2400" dirty="0"/>
                </a:p>
              </p:txBody>
            </p:sp>
          </mc:Choice>
          <mc:Fallback>
            <p:sp>
              <p:nvSpPr>
                <p:cNvPr id="59399" name="Object 7"/>
                <p:cNvSpPr txBox="1">
                  <a:spLocks noRot="1" noChangeAspect="1" noMove="1" noResize="1" noEditPoints="1" noAdjustHandles="1" noChangeArrowheads="1" noChangeShapeType="1" noTextEdit="1"/>
                </p:cNvSpPr>
                <p:nvPr/>
              </p:nvSpPr>
              <p:spPr bwMode="auto">
                <a:xfrm>
                  <a:off x="649632" y="5027717"/>
                  <a:ext cx="5517332" cy="775970"/>
                </a:xfrm>
                <a:prstGeom prst="rect">
                  <a:avLst/>
                </a:prstGeom>
                <a:blipFill rotWithShape="1">
                  <a:blip r:embed="rId5"/>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Object 2"/>
                <p:cNvSpPr txBox="1"/>
                <p:nvPr/>
              </p:nvSpPr>
              <p:spPr bwMode="auto">
                <a:xfrm>
                  <a:off x="6314127" y="5112644"/>
                  <a:ext cx="2515020" cy="617855"/>
                </a:xfrm>
                <a:prstGeom prst="rect">
                  <a:avLst/>
                </a:prstGeom>
                <a:noFill/>
                <a:ln>
                  <a:noFill/>
                </a:ln>
                <a:effectLst/>
              </p:spPr>
              <p:txBody>
                <a:bodyPr wrap="square">
                  <a:spAutoFit/>
                </a:bodyPr>
                <a:lstStyle/>
                <a:p>
                  <a:r>
                    <a:rPr lang="en-US" sz="2400" dirty="0">
                      <a:solidFill>
                        <a:srgbClr val="000000"/>
                      </a:solidFill>
                      <a:latin typeface="Times New Roman" panose="02020603050405020304" pitchFamily="18" charset="0"/>
                      <a:ea typeface="华文楷体" panose="02010600040101010101" pitchFamily="2" charset="-122"/>
                    </a:rPr>
                    <a:t>(</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𝑐</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𝑠</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𝜋</m:t>
                          </m:r>
                        </m:num>
                        <m:den>
                          <m:r>
                            <a:rPr lang="en-US" sz="2400" i="1">
                              <a:solidFill>
                                <a:srgbClr val="000000"/>
                              </a:solidFill>
                              <a:latin typeface="Cambria Math" panose="02040503050406030204" pitchFamily="18" charset="0"/>
                            </a:rPr>
                            <m:t>𝑇</m:t>
                          </m:r>
                        </m:den>
                      </m:f>
                    </m:oMath>
                  </a14:m>
                  <a:r>
                    <a:rPr lang="zh-CN" altLang="en-US" sz="2400" dirty="0">
                      <a:latin typeface="Times New Roman" panose="02020603050405020304" pitchFamily="18" charset="0"/>
                      <a:ea typeface="华文楷体" panose="02010600040101010101" pitchFamily="2" charset="-122"/>
                    </a:rPr>
                    <a:t>时</a:t>
                  </a:r>
                  <a:r>
                    <a:rPr lang="en-US" altLang="zh-CN" sz="2400" dirty="0">
                      <a:latin typeface="Times New Roman" panose="02020603050405020304" pitchFamily="18" charset="0"/>
                      <a:ea typeface="华文楷体" panose="02010600040101010101" pitchFamily="2" charset="-122"/>
                    </a:rPr>
                    <a:t>)</a:t>
                  </a:r>
                  <a:endParaRPr lang="en-US" sz="2400" dirty="0">
                    <a:latin typeface="Times New Roman" panose="02020603050405020304" pitchFamily="18" charset="0"/>
                    <a:ea typeface="华文楷体" panose="02010600040101010101" pitchFamily="2" charset="-122"/>
                  </a:endParaRPr>
                </a:p>
              </p:txBody>
            </p:sp>
          </mc:Choice>
          <mc:Fallback>
            <p:sp>
              <p:nvSpPr>
                <p:cNvPr id="26" name="Object 2"/>
                <p:cNvSpPr txBox="1">
                  <a:spLocks noRot="1" noChangeAspect="1" noMove="1" noResize="1" noEditPoints="1" noAdjustHandles="1" noChangeArrowheads="1" noChangeShapeType="1" noTextEdit="1"/>
                </p:cNvSpPr>
                <p:nvPr/>
              </p:nvSpPr>
              <p:spPr bwMode="auto">
                <a:xfrm>
                  <a:off x="6314127" y="5112644"/>
                  <a:ext cx="2515020" cy="617855"/>
                </a:xfrm>
                <a:prstGeom prst="rect">
                  <a:avLst/>
                </a:prstGeom>
                <a:blipFill rotWithShape="1">
                  <a:blip r:embed="rId6"/>
                </a:blipFill>
                <a:ln>
                  <a:noFill/>
                </a:ln>
                <a:effectLst/>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ppt_x"/>
                                          </p:val>
                                        </p:tav>
                                        <p:tav tm="100000">
                                          <p:val>
                                            <p:strVal val="#ppt_x"/>
                                          </p:val>
                                        </p:tav>
                                      </p:tavLst>
                                    </p:anim>
                                    <p:anim calcmode="lin" valueType="num">
                                      <p:cBhvr additive="base">
                                        <p:cTn id="13" dur="500" fill="hold"/>
                                        <p:tgtEl>
                                          <p:spTgt spid="20"/>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9400"/>
                                        </p:tgtEl>
                                        <p:attrNameLst>
                                          <p:attrName>style.visibility</p:attrName>
                                        </p:attrNameLst>
                                      </p:cBhvr>
                                      <p:to>
                                        <p:strVal val="visible"/>
                                      </p:to>
                                    </p:set>
                                    <p:anim calcmode="lin" valueType="num">
                                      <p:cBhvr additive="base">
                                        <p:cTn id="16" dur="500" fill="hold"/>
                                        <p:tgtEl>
                                          <p:spTgt spid="59400"/>
                                        </p:tgtEl>
                                        <p:attrNameLst>
                                          <p:attrName>ppt_x</p:attrName>
                                        </p:attrNameLst>
                                      </p:cBhvr>
                                      <p:tavLst>
                                        <p:tav tm="0">
                                          <p:val>
                                            <p:strVal val="#ppt_x"/>
                                          </p:val>
                                        </p:tav>
                                        <p:tav tm="100000">
                                          <p:val>
                                            <p:strVal val="#ppt_x"/>
                                          </p:val>
                                        </p:tav>
                                      </p:tavLst>
                                    </p:anim>
                                    <p:anim calcmode="lin" valueType="num">
                                      <p:cBhvr additive="base">
                                        <p:cTn id="17" dur="500" fill="hold"/>
                                        <p:tgtEl>
                                          <p:spTgt spid="594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9400"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1628800"/>
            <a:ext cx="6096000" cy="224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7836" y="3988965"/>
            <a:ext cx="60960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标题 1"/>
          <p:cNvSpPr>
            <a:spLocks noGrp="1"/>
          </p:cNvSpPr>
          <p:nvPr>
            <p:ph type="title"/>
          </p:nvPr>
        </p:nvSpPr>
        <p:spPr/>
        <p:txBody>
          <a:bodyPr/>
          <a:lstStyle/>
          <a:p>
            <a:r>
              <a:rPr lang="en-US" altLang="zh-CN" dirty="0">
                <a:solidFill>
                  <a:srgbClr val="000000"/>
                </a:solidFill>
              </a:rPr>
              <a:t>7.2  </a:t>
            </a:r>
            <a:r>
              <a:rPr lang="zh-CN" altLang="en-US" dirty="0">
                <a:solidFill>
                  <a:srgbClr val="000000"/>
                </a:solidFill>
              </a:rPr>
              <a:t>利用内插从样本重建信号</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12C8E5D-9A59-4999-B2A0-DC7A8AFF4B77}" type="slidenum">
              <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33796" name="Text Box 2"/>
          <p:cNvSpPr txBox="1">
            <a:spLocks noChangeArrowheads="1"/>
          </p:cNvSpPr>
          <p:nvPr/>
        </p:nvSpPr>
        <p:spPr bwMode="auto">
          <a:xfrm>
            <a:off x="2514600" y="1203325"/>
            <a:ext cx="58724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rPr>
              <a:t>这种内插也称为时域中的</a:t>
            </a:r>
            <a:r>
              <a:rPr kumimoji="0" lang="zh-CN" altLang="en-US" sz="2800" i="0" u="none" strike="noStrike" kern="1200" cap="none" spc="0" normalizeH="0" baseline="0" noProof="0" dirty="0">
                <a:ln>
                  <a:noFill/>
                </a:ln>
                <a:solidFill>
                  <a:srgbClr val="FF0000"/>
                </a:solidFill>
                <a:effectLst/>
                <a:uLnTx/>
                <a:uFillTx/>
                <a:latin typeface="Arial" panose="020B0604020202020204" pitchFamily="34" charset="0"/>
                <a:ea typeface="华文楷体" panose="02010600040101010101" pitchFamily="2" charset="-122"/>
                <a:cs typeface="楷体_GB2312" panose="02010609030101010101" pitchFamily="49" charset="-122"/>
              </a:rPr>
              <a:t>带限内插</a:t>
            </a:r>
            <a:r>
              <a:rPr kumimoji="0" lang="zh-CN" altLang="en-US" sz="28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rPr>
              <a:t>。</a:t>
            </a:r>
            <a:endParaRPr kumimoji="0" lang="zh-CN" altLang="en-US" sz="28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标题 1"/>
          <p:cNvSpPr>
            <a:spLocks noGrp="1"/>
          </p:cNvSpPr>
          <p:nvPr>
            <p:ph type="title"/>
          </p:nvPr>
        </p:nvSpPr>
        <p:spPr/>
        <p:txBody>
          <a:bodyPr/>
          <a:lstStyle/>
          <a:p>
            <a:r>
              <a:rPr lang="zh-CN" altLang="en-US" dirty="0"/>
              <a:t> </a:t>
            </a:r>
            <a:r>
              <a:rPr lang="en-US" altLang="zh-CN" dirty="0"/>
              <a:t>7.3 </a:t>
            </a:r>
            <a:r>
              <a:rPr lang="zh-CN" altLang="en-US" dirty="0"/>
              <a:t>欠采样的效果</a:t>
            </a:r>
            <a:r>
              <a:rPr lang="en-US" altLang="zh-CN" dirty="0"/>
              <a:t>—</a:t>
            </a:r>
            <a:r>
              <a:rPr lang="zh-CN" altLang="en-US" dirty="0"/>
              <a:t>频谱混叠</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F506FA0-32F9-4AE4-B92C-4D127CB46C97}" type="slidenum">
              <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12" name="Object 5"/>
              <p:cNvSpPr txBox="1"/>
              <p:nvPr/>
            </p:nvSpPr>
            <p:spPr bwMode="auto">
              <a:xfrm>
                <a:off x="4763851" y="4877739"/>
                <a:ext cx="2664296" cy="521970"/>
              </a:xfrm>
              <a:prstGeom prst="rect">
                <a:avLst/>
              </a:prstGeom>
              <a:noFill/>
              <a:ln>
                <a:noFill/>
              </a:ln>
              <a:effectLst/>
            </p:spPr>
            <p:txBody>
              <a:bodyPr>
                <a:spAutoFit/>
              </a:bodyPr>
              <a:lstStyle/>
              <a:p>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𝑟</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𝑛𝑇</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𝑛𝑇</m:t>
                      </m:r>
                      <m:r>
                        <a:rPr lang="en-US" sz="2800" i="1">
                          <a:solidFill>
                            <a:srgbClr val="000000"/>
                          </a:solidFill>
                          <a:latin typeface="Cambria Math" panose="02040503050406030204" pitchFamily="18" charset="0"/>
                        </a:rPr>
                        <m:t>)</m:t>
                      </m:r>
                    </m:oMath>
                  </m:oMathPara>
                </a14:m>
                <a:endParaRPr lang="en-US" sz="2800" dirty="0"/>
              </a:p>
            </p:txBody>
          </p:sp>
        </mc:Choice>
        <mc:Fallback>
          <p:sp>
            <p:nvSpPr>
              <p:cNvPr id="12" name="Object 5"/>
              <p:cNvSpPr txBox="1">
                <a:spLocks noRot="1" noChangeAspect="1" noMove="1" noResize="1" noEditPoints="1" noAdjustHandles="1" noChangeArrowheads="1" noChangeShapeType="1" noTextEdit="1"/>
              </p:cNvSpPr>
              <p:nvPr/>
            </p:nvSpPr>
            <p:spPr bwMode="auto">
              <a:xfrm>
                <a:off x="4763851" y="4877739"/>
                <a:ext cx="2664296" cy="521970"/>
              </a:xfrm>
              <a:prstGeom prst="rect">
                <a:avLst/>
              </a:prstGeom>
              <a:blipFill rotWithShape="1">
                <a:blip r:embed="rId1"/>
                <a:stretch>
                  <a:fillRect l="-3" t="-58" r="21" b="5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78" name="Text Box 14"/>
              <p:cNvSpPr txBox="1">
                <a:spLocks noChangeArrowheads="1"/>
              </p:cNvSpPr>
              <p:nvPr/>
            </p:nvSpPr>
            <p:spPr bwMode="auto">
              <a:xfrm>
                <a:off x="2043906" y="1332040"/>
                <a:ext cx="8104187" cy="33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just"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如果采样时，不满足采样定理的要求，就会在</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的频谱周期延拓时，出现频谱混叠的现象。</a:t>
                </a:r>
                <a:endPar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457200" indent="-457200" algn="just" eaLnBrk="1" hangingPunct="1">
                  <a:lnSpc>
                    <a:spcPct val="150000"/>
                  </a:lnSpc>
                  <a:buFont typeface="Arial" panose="020B0604020202020204" pitchFamily="34" charset="0"/>
                  <a:buChar char="•"/>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此时，即使通过理想内插也得不到原信号。但是恢复所得的信号</a:t>
                </a: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𝑟</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与原信号</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在采样点上</a:t>
                </a:r>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仍</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将具有相同的值。</a:t>
                </a:r>
                <a:endParaRPr kumimoji="1" lang="en-US" altLang="zh-CN"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p:sp>
            <p:nvSpPr>
              <p:cNvPr id="7178" name="Text Box 14"/>
              <p:cNvSpPr txBox="1">
                <a:spLocks noRot="1" noChangeAspect="1" noMove="1" noResize="1" noEditPoints="1" noAdjustHandles="1" noChangeArrowheads="1" noChangeShapeType="1" noTextEdit="1"/>
              </p:cNvSpPr>
              <p:nvPr/>
            </p:nvSpPr>
            <p:spPr bwMode="auto">
              <a:xfrm>
                <a:off x="2043906" y="1332040"/>
                <a:ext cx="8104187" cy="3322955"/>
              </a:xfrm>
              <a:prstGeom prst="rect">
                <a:avLst/>
              </a:prstGeom>
              <a:blipFill rotWithShape="1">
                <a:blip r:embed="rId2"/>
                <a:stretch>
                  <a:fillRect l="-6" t="-13" r="2" b="1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AAF0CF5-47B4-43A6-BB11-8C13EAA1A376}" type="slidenum">
              <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8275" name="Text Box 3"/>
              <p:cNvSpPr txBox="1">
                <a:spLocks noChangeArrowheads="1"/>
              </p:cNvSpPr>
              <p:nvPr/>
            </p:nvSpPr>
            <p:spPr bwMode="auto">
              <a:xfrm>
                <a:off x="1991544" y="438965"/>
                <a:ext cx="2605386"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例</a:t>
                </a:r>
                <a:r>
                  <a:rPr kumimoji="0" lang="en-US" altLang="zh-CN"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e>
                    </m:func>
                    <m:r>
                      <a:rPr lang="en-US" sz="2400" i="1">
                        <a:solidFill>
                          <a:srgbClr val="000000"/>
                        </a:solidFill>
                        <a:latin typeface="Cambria Math" panose="02040503050406030204" pitchFamily="18" charset="0"/>
                      </a:rPr>
                      <m:t>𝑡</m:t>
                    </m:r>
                  </m:oMath>
                </a14:m>
                <a:endParaRPr kumimoji="0" lang="en-US" altLang="zh-CN" sz="2400" i="0" u="none" strike="noStrike" kern="1200" cap="none" spc="0" normalizeH="0" baseline="0" noProof="0" dirty="0">
                  <a:ln>
                    <a:noFill/>
                  </a:ln>
                  <a:effectLst/>
                  <a:uLnTx/>
                  <a:uFillTx/>
                  <a:ea typeface="华文楷体" panose="02010600040101010101" pitchFamily="2" charset="-122"/>
                  <a:cs typeface="楷体_GB2312" panose="02010609030101010101" pitchFamily="49" charset="-122"/>
                </a:endParaRPr>
              </a:p>
            </p:txBody>
          </p:sp>
        </mc:Choice>
        <mc:Fallback>
          <p:sp>
            <p:nvSpPr>
              <p:cNvPr id="8275" name="Text Box 3"/>
              <p:cNvSpPr txBox="1">
                <a:spLocks noRot="1" noChangeAspect="1" noMove="1" noResize="1" noEditPoints="1" noAdjustHandles="1" noChangeArrowheads="1" noChangeShapeType="1" noTextEdit="1"/>
              </p:cNvSpPr>
              <p:nvPr/>
            </p:nvSpPr>
            <p:spPr bwMode="auto">
              <a:xfrm>
                <a:off x="1991544" y="438965"/>
                <a:ext cx="2605386" cy="534035"/>
              </a:xfrm>
              <a:prstGeom prst="rect">
                <a:avLst/>
              </a:prstGeom>
              <a:blipFill rotWithShape="1">
                <a:blip r:embed="rId1"/>
                <a:stretch>
                  <a:fillRect l="-7" t="-34" r="6" b="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74" name="Text Box 6"/>
              <p:cNvSpPr txBox="1">
                <a:spLocks noChangeArrowheads="1"/>
              </p:cNvSpPr>
              <p:nvPr/>
            </p:nvSpPr>
            <p:spPr bwMode="auto">
              <a:xfrm>
                <a:off x="1991544" y="1198556"/>
                <a:ext cx="2512502"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20000"/>
                  </a:lnSpc>
                  <a:defRPr/>
                </a:pP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的频谱</a:t>
                </a:r>
                <a14:m>
                  <m:oMath xmlns:m="http://schemas.openxmlformats.org/officeDocument/2006/math">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𝑗</m:t>
                    </m:r>
                    <m:r>
                      <a:rPr lang="en-US" sz="2400" i="1">
                        <a:solidFill>
                          <a:srgbClr val="000000"/>
                        </a:solidFill>
                        <a:latin typeface="Cambria Math" panose="02040503050406030204" pitchFamily="18" charset="0"/>
                      </a:rPr>
                      <m:t>𝜔</m:t>
                    </m:r>
                    <m:r>
                      <a:rPr lang="en-US" sz="2400" i="1">
                        <a:solidFill>
                          <a:srgbClr val="000000"/>
                        </a:solidFill>
                        <a:latin typeface="Cambria Math" panose="02040503050406030204" pitchFamily="18" charset="0"/>
                      </a:rPr>
                      <m:t>)</m:t>
                    </m:r>
                  </m:oMath>
                </a14:m>
                <a:endParaRPr kumimoji="0" lang="zh-CN" altLang="en-US" sz="2400" i="0" u="none" strike="noStrike" kern="1200" cap="none" spc="0" normalizeH="0" baseline="0" noProof="0" dirty="0">
                  <a:ln>
                    <a:noFill/>
                  </a:ln>
                  <a:effectLst/>
                  <a:uLnTx/>
                  <a:uFillTx/>
                  <a:ea typeface="华文楷体" panose="02010600040101010101" pitchFamily="2" charset="-122"/>
                  <a:cs typeface="楷体_GB2312" panose="02010609030101010101" pitchFamily="49" charset="-122"/>
                </a:endParaRPr>
              </a:p>
            </p:txBody>
          </p:sp>
        </mc:Choice>
        <mc:Fallback>
          <p:sp>
            <p:nvSpPr>
              <p:cNvPr id="8274" name="Text Box 6"/>
              <p:cNvSpPr txBox="1">
                <a:spLocks noRot="1" noChangeAspect="1" noMove="1" noResize="1" noEditPoints="1" noAdjustHandles="1" noChangeArrowheads="1" noChangeShapeType="1" noTextEdit="1"/>
              </p:cNvSpPr>
              <p:nvPr/>
            </p:nvSpPr>
            <p:spPr bwMode="auto">
              <a:xfrm>
                <a:off x="1991544" y="1198556"/>
                <a:ext cx="2512502" cy="534035"/>
              </a:xfrm>
              <a:prstGeom prst="rect">
                <a:avLst/>
              </a:prstGeom>
              <a:blipFill rotWithShape="1">
                <a:blip r:embed="rId2"/>
                <a:stretch>
                  <a:fillRect l="-7" t="-58" r="25" b="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5" name="Group 9"/>
          <p:cNvGrpSpPr/>
          <p:nvPr/>
        </p:nvGrpSpPr>
        <p:grpSpPr bwMode="auto">
          <a:xfrm>
            <a:off x="5410200" y="2004864"/>
            <a:ext cx="5000625" cy="2097088"/>
            <a:chOff x="2448" y="1440"/>
            <a:chExt cx="3150" cy="1321"/>
          </a:xfrm>
        </p:grpSpPr>
        <p:graphicFrame>
          <p:nvGraphicFramePr>
            <p:cNvPr id="8212" name="Object 5"/>
            <p:cNvGraphicFramePr>
              <a:graphicFrameLocks noChangeAspect="1"/>
            </p:cNvGraphicFramePr>
            <p:nvPr/>
          </p:nvGraphicFramePr>
          <p:xfrm>
            <a:off x="4032" y="1440"/>
            <a:ext cx="720" cy="325"/>
          </p:xfrm>
          <a:graphic>
            <a:graphicData uri="http://schemas.openxmlformats.org/presentationml/2006/ole">
              <mc:AlternateContent xmlns:mc="http://schemas.openxmlformats.org/markup-compatibility/2006">
                <mc:Choice xmlns:v="urn:schemas-microsoft-com:vml" Requires="v">
                  <p:oleObj spid="_x0000_s44638" name="Equation" r:id="rId3" imgW="533400" imgH="241300" progId="Equation.DSMT4">
                    <p:embed/>
                  </p:oleObj>
                </mc:Choice>
                <mc:Fallback>
                  <p:oleObj name="Equation" r:id="rId3" imgW="533400" imgH="2413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 y="1440"/>
                          <a:ext cx="720"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59" name="Line 11"/>
            <p:cNvSpPr>
              <a:spLocks noChangeShapeType="1"/>
            </p:cNvSpPr>
            <p:nvPr/>
          </p:nvSpPr>
          <p:spPr bwMode="auto">
            <a:xfrm>
              <a:off x="2448" y="2319"/>
              <a:ext cx="3085" cy="0"/>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60" name="Line 12"/>
            <p:cNvSpPr>
              <a:spLocks noChangeShapeType="1"/>
            </p:cNvSpPr>
            <p:nvPr/>
          </p:nvSpPr>
          <p:spPr bwMode="auto">
            <a:xfrm flipV="1">
              <a:off x="3984" y="1632"/>
              <a:ext cx="0" cy="720"/>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13" name="Object 6"/>
            <p:cNvGraphicFramePr>
              <a:graphicFrameLocks noChangeAspect="1"/>
            </p:cNvGraphicFramePr>
            <p:nvPr/>
          </p:nvGraphicFramePr>
          <p:xfrm>
            <a:off x="3312" y="2304"/>
            <a:ext cx="315" cy="258"/>
          </p:xfrm>
          <a:graphic>
            <a:graphicData uri="http://schemas.openxmlformats.org/presentationml/2006/ole">
              <mc:AlternateContent xmlns:mc="http://schemas.openxmlformats.org/markup-compatibility/2006">
                <mc:Choice xmlns:v="urn:schemas-microsoft-com:vml" Requires="v">
                  <p:oleObj spid="_x0000_s44639" name="Equation" r:id="rId5" imgW="279400" imgH="228600" progId="Equation.DSMT4">
                    <p:embed/>
                  </p:oleObj>
                </mc:Choice>
                <mc:Fallback>
                  <p:oleObj name="Equation" r:id="rId5" imgW="279400" imgH="228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2" y="2304"/>
                          <a:ext cx="315"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14" name="Object 7"/>
            <p:cNvGraphicFramePr>
              <a:graphicFrameLocks noChangeAspect="1"/>
            </p:cNvGraphicFramePr>
            <p:nvPr/>
          </p:nvGraphicFramePr>
          <p:xfrm>
            <a:off x="4368" y="2304"/>
            <a:ext cx="227" cy="272"/>
          </p:xfrm>
          <a:graphic>
            <a:graphicData uri="http://schemas.openxmlformats.org/presentationml/2006/ole">
              <mc:AlternateContent xmlns:mc="http://schemas.openxmlformats.org/markup-compatibility/2006">
                <mc:Choice xmlns:v="urn:schemas-microsoft-com:vml" Requires="v">
                  <p:oleObj spid="_x0000_s44640" name="Equation" r:id="rId7" imgW="190500" imgH="228600" progId="Equation.DSMT4">
                    <p:embed/>
                  </p:oleObj>
                </mc:Choice>
                <mc:Fallback>
                  <p:oleObj name="Equation" r:id="rId7" imgW="19050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8" y="2304"/>
                          <a:ext cx="227"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15" name="Object 8"/>
            <p:cNvGraphicFramePr>
              <a:graphicFrameLocks noChangeAspect="1"/>
            </p:cNvGraphicFramePr>
            <p:nvPr/>
          </p:nvGraphicFramePr>
          <p:xfrm>
            <a:off x="3216" y="1824"/>
            <a:ext cx="240" cy="240"/>
          </p:xfrm>
          <a:graphic>
            <a:graphicData uri="http://schemas.openxmlformats.org/presentationml/2006/ole">
              <mc:AlternateContent xmlns:mc="http://schemas.openxmlformats.org/markup-compatibility/2006">
                <mc:Choice xmlns:v="urn:schemas-microsoft-com:vml" Requires="v">
                  <p:oleObj spid="_x0000_s44641" name="Equation" r:id="rId9" imgW="139700" imgH="139700" progId="Equation.DSMT4">
                    <p:embed/>
                  </p:oleObj>
                </mc:Choice>
                <mc:Fallback>
                  <p:oleObj name="Equation" r:id="rId9" imgW="139700" imgH="1397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6" y="1824"/>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16" name="Object 9"/>
            <p:cNvGraphicFramePr>
              <a:graphicFrameLocks noChangeAspect="1"/>
            </p:cNvGraphicFramePr>
            <p:nvPr/>
          </p:nvGraphicFramePr>
          <p:xfrm>
            <a:off x="4512" y="1824"/>
            <a:ext cx="240" cy="240"/>
          </p:xfrm>
          <a:graphic>
            <a:graphicData uri="http://schemas.openxmlformats.org/presentationml/2006/ole">
              <mc:AlternateContent xmlns:mc="http://schemas.openxmlformats.org/markup-compatibility/2006">
                <mc:Choice xmlns:v="urn:schemas-microsoft-com:vml" Requires="v">
                  <p:oleObj spid="_x0000_s44642" name="Equation" r:id="rId11" imgW="139700" imgH="139700" progId="Equation.DSMT4">
                    <p:embed/>
                  </p:oleObj>
                </mc:Choice>
                <mc:Fallback>
                  <p:oleObj name="Equation" r:id="rId11" imgW="139700" imgH="1397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2" y="1824"/>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61" name="Line 17"/>
            <p:cNvSpPr>
              <a:spLocks noChangeShapeType="1"/>
            </p:cNvSpPr>
            <p:nvPr/>
          </p:nvSpPr>
          <p:spPr bwMode="auto">
            <a:xfrm flipV="1">
              <a:off x="3504" y="1872"/>
              <a:ext cx="0" cy="453"/>
            </a:xfrm>
            <a:prstGeom prst="line">
              <a:avLst/>
            </a:prstGeom>
            <a:noFill/>
            <a:ln w="28575">
              <a:solidFill>
                <a:srgbClr val="CC0000"/>
              </a:solidFill>
              <a:prstDash val="dash"/>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62" name="Line 18"/>
            <p:cNvSpPr>
              <a:spLocks noChangeShapeType="1"/>
            </p:cNvSpPr>
            <p:nvPr/>
          </p:nvSpPr>
          <p:spPr bwMode="auto">
            <a:xfrm flipV="1">
              <a:off x="4464" y="1872"/>
              <a:ext cx="0" cy="453"/>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17" name="Object 10"/>
            <p:cNvGraphicFramePr>
              <a:graphicFrameLocks noChangeAspect="1"/>
            </p:cNvGraphicFramePr>
            <p:nvPr/>
          </p:nvGraphicFramePr>
          <p:xfrm>
            <a:off x="5351" y="2128"/>
            <a:ext cx="217" cy="199"/>
          </p:xfrm>
          <a:graphic>
            <a:graphicData uri="http://schemas.openxmlformats.org/presentationml/2006/ole">
              <mc:AlternateContent xmlns:mc="http://schemas.openxmlformats.org/markup-compatibility/2006">
                <mc:Choice xmlns:v="urn:schemas-microsoft-com:vml" Requires="v">
                  <p:oleObj spid="_x0000_s44643" name="Equation" r:id="rId12" imgW="152400" imgH="139700" progId="Equation.DSMT4">
                    <p:embed/>
                  </p:oleObj>
                </mc:Choice>
                <mc:Fallback>
                  <p:oleObj name="Equation" r:id="rId12" imgW="152400" imgH="139700" progId="Equation.DSMT4">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51" y="2128"/>
                          <a:ext cx="217"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63" name="Text Box 20"/>
            <p:cNvSpPr txBox="1">
              <a:spLocks noChangeArrowheads="1"/>
            </p:cNvSpPr>
            <p:nvPr/>
          </p:nvSpPr>
          <p:spPr bwMode="auto">
            <a:xfrm>
              <a:off x="3888" y="2322"/>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Arial" panose="020B0604020202020204" pitchFamily="34" charset="0"/>
                  <a:ea typeface="华文楷体" panose="02010600040101010101" pitchFamily="2" charset="-122"/>
                  <a:cs typeface="楷体_GB2312" panose="02010609030101010101" pitchFamily="49" charset="-122"/>
                </a:rPr>
                <a:t>0</a:t>
              </a:r>
              <a:endParaRPr kumimoji="0" lang="en-US" altLang="zh-CN" sz="2000" i="0" u="none" strike="noStrike" kern="1200" cap="none" spc="0" normalizeH="0" baseline="0" noProof="0">
                <a:ln>
                  <a:noFill/>
                </a:ln>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sp>
          <p:nvSpPr>
            <p:cNvPr id="8264" name="Line 21"/>
            <p:cNvSpPr>
              <a:spLocks noChangeShapeType="1"/>
            </p:cNvSpPr>
            <p:nvPr/>
          </p:nvSpPr>
          <p:spPr bwMode="auto">
            <a:xfrm flipV="1">
              <a:off x="3744" y="1872"/>
              <a:ext cx="0" cy="453"/>
            </a:xfrm>
            <a:prstGeom prst="line">
              <a:avLst/>
            </a:prstGeom>
            <a:noFill/>
            <a:ln w="28575">
              <a:solidFill>
                <a:srgbClr val="0066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65" name="Line 22"/>
            <p:cNvSpPr>
              <a:spLocks noChangeShapeType="1"/>
            </p:cNvSpPr>
            <p:nvPr/>
          </p:nvSpPr>
          <p:spPr bwMode="auto">
            <a:xfrm flipV="1">
              <a:off x="4224" y="1872"/>
              <a:ext cx="0" cy="453"/>
            </a:xfrm>
            <a:prstGeom prst="line">
              <a:avLst/>
            </a:prstGeom>
            <a:noFill/>
            <a:ln w="28575">
              <a:solidFill>
                <a:srgbClr val="000099"/>
              </a:solidFill>
              <a:prstDash val="dash"/>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66" name="Line 23"/>
            <p:cNvSpPr>
              <a:spLocks noChangeShapeType="1"/>
            </p:cNvSpPr>
            <p:nvPr/>
          </p:nvSpPr>
          <p:spPr bwMode="auto">
            <a:xfrm flipV="1">
              <a:off x="3264" y="2304"/>
              <a:ext cx="0"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67" name="Line 24"/>
            <p:cNvSpPr>
              <a:spLocks noChangeShapeType="1"/>
            </p:cNvSpPr>
            <p:nvPr/>
          </p:nvSpPr>
          <p:spPr bwMode="auto">
            <a:xfrm flipV="1">
              <a:off x="4704" y="2304"/>
              <a:ext cx="0"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18" name="Object 11"/>
            <p:cNvGraphicFramePr>
              <a:graphicFrameLocks noChangeAspect="1"/>
            </p:cNvGraphicFramePr>
            <p:nvPr/>
          </p:nvGraphicFramePr>
          <p:xfrm>
            <a:off x="3024" y="2016"/>
            <a:ext cx="411" cy="309"/>
          </p:xfrm>
          <a:graphic>
            <a:graphicData uri="http://schemas.openxmlformats.org/presentationml/2006/ole">
              <mc:AlternateContent xmlns:mc="http://schemas.openxmlformats.org/markup-compatibility/2006">
                <mc:Choice xmlns:v="urn:schemas-microsoft-com:vml" Requires="v">
                  <p:oleObj spid="_x0000_s44644" name="Equation" r:id="rId14" imgW="304800" imgH="228600" progId="Equation.DSMT4">
                    <p:embed/>
                  </p:oleObj>
                </mc:Choice>
                <mc:Fallback>
                  <p:oleObj name="Equation" r:id="rId14" imgW="304800" imgH="228600"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24" y="2016"/>
                          <a:ext cx="41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68" name="Line 26"/>
            <p:cNvSpPr>
              <a:spLocks noChangeShapeType="1"/>
            </p:cNvSpPr>
            <p:nvPr/>
          </p:nvSpPr>
          <p:spPr bwMode="auto">
            <a:xfrm>
              <a:off x="5280" y="2016"/>
              <a:ext cx="318" cy="0"/>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69" name="Line 27"/>
            <p:cNvSpPr>
              <a:spLocks noChangeShapeType="1"/>
            </p:cNvSpPr>
            <p:nvPr/>
          </p:nvSpPr>
          <p:spPr bwMode="auto">
            <a:xfrm>
              <a:off x="2448" y="2064"/>
              <a:ext cx="318" cy="0"/>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19" name="Object 12"/>
            <p:cNvGraphicFramePr>
              <a:graphicFrameLocks noChangeAspect="1"/>
            </p:cNvGraphicFramePr>
            <p:nvPr/>
          </p:nvGraphicFramePr>
          <p:xfrm>
            <a:off x="4560" y="2016"/>
            <a:ext cx="302" cy="320"/>
          </p:xfrm>
          <a:graphic>
            <a:graphicData uri="http://schemas.openxmlformats.org/presentationml/2006/ole">
              <mc:AlternateContent xmlns:mc="http://schemas.openxmlformats.org/markup-compatibility/2006">
                <mc:Choice xmlns:v="urn:schemas-microsoft-com:vml" Requires="v">
                  <p:oleObj spid="_x0000_s44645" name="Equation" r:id="rId16" imgW="215900" imgH="228600" progId="Equation.DSMT4">
                    <p:embed/>
                  </p:oleObj>
                </mc:Choice>
                <mc:Fallback>
                  <p:oleObj name="Equation" r:id="rId16" imgW="215900" imgH="228600" progId="Equation.DSMT4">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60" y="2016"/>
                          <a:ext cx="302"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70" name="Line 29"/>
            <p:cNvSpPr>
              <a:spLocks noChangeShapeType="1"/>
            </p:cNvSpPr>
            <p:nvPr/>
          </p:nvSpPr>
          <p:spPr bwMode="auto">
            <a:xfrm flipV="1">
              <a:off x="5136" y="1872"/>
              <a:ext cx="0" cy="453"/>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71" name="Line 30"/>
            <p:cNvSpPr>
              <a:spLocks noChangeShapeType="1"/>
            </p:cNvSpPr>
            <p:nvPr/>
          </p:nvSpPr>
          <p:spPr bwMode="auto">
            <a:xfrm flipV="1">
              <a:off x="2784" y="1872"/>
              <a:ext cx="0" cy="453"/>
            </a:xfrm>
            <a:prstGeom prst="line">
              <a:avLst/>
            </a:prstGeom>
            <a:noFill/>
            <a:ln w="28575">
              <a:solidFill>
                <a:srgbClr val="006600"/>
              </a:solidFill>
              <a:prstDash val="dash"/>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72" name="Line 31"/>
            <p:cNvSpPr>
              <a:spLocks noChangeShapeType="1"/>
            </p:cNvSpPr>
            <p:nvPr/>
          </p:nvSpPr>
          <p:spPr bwMode="auto">
            <a:xfrm>
              <a:off x="4224" y="2332"/>
              <a:ext cx="144" cy="192"/>
            </a:xfrm>
            <a:prstGeom prst="line">
              <a:avLst/>
            </a:prstGeom>
            <a:noFill/>
            <a:ln w="9525">
              <a:solidFill>
                <a:srgbClr val="0000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73" name="Line 32"/>
            <p:cNvSpPr>
              <a:spLocks noChangeShapeType="1"/>
            </p:cNvSpPr>
            <p:nvPr/>
          </p:nvSpPr>
          <p:spPr bwMode="auto">
            <a:xfrm flipH="1">
              <a:off x="3696" y="2332"/>
              <a:ext cx="48"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20" name="Object 13"/>
            <p:cNvGraphicFramePr>
              <a:graphicFrameLocks noChangeAspect="1"/>
            </p:cNvGraphicFramePr>
            <p:nvPr/>
          </p:nvGraphicFramePr>
          <p:xfrm>
            <a:off x="3264" y="2448"/>
            <a:ext cx="781" cy="313"/>
          </p:xfrm>
          <a:graphic>
            <a:graphicData uri="http://schemas.openxmlformats.org/presentationml/2006/ole">
              <mc:AlternateContent xmlns:mc="http://schemas.openxmlformats.org/markup-compatibility/2006">
                <mc:Choice xmlns:v="urn:schemas-microsoft-com:vml" Requires="v">
                  <p:oleObj spid="_x0000_s44646" name="Equation" r:id="rId18" imgW="571500" imgH="228600" progId="Equation.DSMT4">
                    <p:embed/>
                  </p:oleObj>
                </mc:Choice>
                <mc:Fallback>
                  <p:oleObj name="Equation" r:id="rId18" imgW="571500" imgH="228600" progId="Equation.DSMT4">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64" y="2448"/>
                          <a:ext cx="781"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21" name="Object 14"/>
            <p:cNvGraphicFramePr>
              <a:graphicFrameLocks noChangeAspect="1"/>
            </p:cNvGraphicFramePr>
            <p:nvPr/>
          </p:nvGraphicFramePr>
          <p:xfrm>
            <a:off x="4032" y="2400"/>
            <a:ext cx="720" cy="341"/>
          </p:xfrm>
          <a:graphic>
            <a:graphicData uri="http://schemas.openxmlformats.org/presentationml/2006/ole">
              <mc:AlternateContent xmlns:mc="http://schemas.openxmlformats.org/markup-compatibility/2006">
                <mc:Choice xmlns:v="urn:schemas-microsoft-com:vml" Requires="v">
                  <p:oleObj spid="_x0000_s44647" name="Equation" r:id="rId20" imgW="482600" imgH="228600" progId="Equation.DSMT4">
                    <p:embed/>
                  </p:oleObj>
                </mc:Choice>
                <mc:Fallback>
                  <p:oleObj name="Equation" r:id="rId20" imgW="482600" imgH="228600" progId="Equation.DSMT4">
                    <p:embed/>
                    <p:pic>
                      <p:nvPicPr>
                        <p:cNvPr id="0" name="Object 1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032" y="2400"/>
                          <a:ext cx="720"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mc:AlternateContent xmlns:mc="http://schemas.openxmlformats.org/markup-compatibility/2006">
        <mc:Choice xmlns:a14="http://schemas.microsoft.com/office/drawing/2010/main" Requires="a14">
          <p:sp>
            <p:nvSpPr>
              <p:cNvPr id="8258" name="Text Box 37"/>
              <p:cNvSpPr txBox="1">
                <a:spLocks noChangeArrowheads="1"/>
              </p:cNvSpPr>
              <p:nvPr/>
            </p:nvSpPr>
            <p:spPr bwMode="auto">
              <a:xfrm>
                <a:off x="1991544" y="2597954"/>
                <a:ext cx="3159616"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当</a:t>
                </a:r>
                <a14:m>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&lt;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𝑠</m:t>
                        </m:r>
                      </m:sub>
                    </m:sSub>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oMath>
                </a14:m>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时，产生频谱混叠。</a:t>
                </a:r>
                <a:endPar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Choice>
        <mc:Fallback>
          <p:sp>
            <p:nvSpPr>
              <p:cNvPr id="8258" name="Text Box 37"/>
              <p:cNvSpPr txBox="1">
                <a:spLocks noRot="1" noChangeAspect="1" noMove="1" noResize="1" noEditPoints="1" noAdjustHandles="1" noChangeArrowheads="1" noChangeShapeType="1" noTextEdit="1"/>
              </p:cNvSpPr>
              <p:nvPr/>
            </p:nvSpPr>
            <p:spPr bwMode="auto">
              <a:xfrm>
                <a:off x="1991544" y="2597954"/>
                <a:ext cx="3159616" cy="977265"/>
              </a:xfrm>
              <a:prstGeom prst="rect">
                <a:avLst/>
              </a:prstGeom>
              <a:blipFill rotWithShape="1">
                <a:blip r:embed="rId22"/>
                <a:stretch>
                  <a:fillRect l="-6" t="-17" r="1" b="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7" name="Group 38"/>
          <p:cNvGrpSpPr/>
          <p:nvPr/>
        </p:nvGrpSpPr>
        <p:grpSpPr bwMode="auto">
          <a:xfrm>
            <a:off x="5356225" y="4062264"/>
            <a:ext cx="5105400" cy="2249488"/>
            <a:chOff x="2414" y="2736"/>
            <a:chExt cx="3216" cy="1417"/>
          </a:xfrm>
        </p:grpSpPr>
        <p:sp>
          <p:nvSpPr>
            <p:cNvPr id="8240" name="Line 39"/>
            <p:cNvSpPr>
              <a:spLocks noChangeShapeType="1"/>
            </p:cNvSpPr>
            <p:nvPr/>
          </p:nvSpPr>
          <p:spPr bwMode="auto">
            <a:xfrm>
              <a:off x="2510" y="3648"/>
              <a:ext cx="3085" cy="0"/>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41" name="Line 40"/>
            <p:cNvSpPr>
              <a:spLocks noChangeShapeType="1"/>
            </p:cNvSpPr>
            <p:nvPr/>
          </p:nvSpPr>
          <p:spPr bwMode="auto">
            <a:xfrm>
              <a:off x="2414" y="3420"/>
              <a:ext cx="318" cy="0"/>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42" name="Line 41"/>
            <p:cNvSpPr>
              <a:spLocks noChangeShapeType="1"/>
            </p:cNvSpPr>
            <p:nvPr/>
          </p:nvSpPr>
          <p:spPr bwMode="auto">
            <a:xfrm flipV="1">
              <a:off x="3998" y="2832"/>
              <a:ext cx="0" cy="849"/>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01" name="Object 16"/>
            <p:cNvGraphicFramePr>
              <a:graphicFrameLocks noChangeAspect="1"/>
            </p:cNvGraphicFramePr>
            <p:nvPr/>
          </p:nvGraphicFramePr>
          <p:xfrm>
            <a:off x="3230" y="3552"/>
            <a:ext cx="411" cy="337"/>
          </p:xfrm>
          <a:graphic>
            <a:graphicData uri="http://schemas.openxmlformats.org/presentationml/2006/ole">
              <mc:AlternateContent xmlns:mc="http://schemas.openxmlformats.org/markup-compatibility/2006">
                <mc:Choice xmlns:v="urn:schemas-microsoft-com:vml" Requires="v">
                  <p:oleObj spid="_x0000_s44648" name="Equation" r:id="rId23" imgW="279400" imgH="228600" progId="Equation.DSMT4">
                    <p:embed/>
                  </p:oleObj>
                </mc:Choice>
                <mc:Fallback>
                  <p:oleObj name="Equation" r:id="rId23" imgW="279400" imgH="228600" progId="Equation.DSMT4">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0" y="3552"/>
                          <a:ext cx="411"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2" name="Object 17"/>
            <p:cNvGraphicFramePr>
              <a:graphicFrameLocks noChangeAspect="1"/>
            </p:cNvGraphicFramePr>
            <p:nvPr/>
          </p:nvGraphicFramePr>
          <p:xfrm>
            <a:off x="4382" y="3552"/>
            <a:ext cx="307" cy="368"/>
          </p:xfrm>
          <a:graphic>
            <a:graphicData uri="http://schemas.openxmlformats.org/presentationml/2006/ole">
              <mc:AlternateContent xmlns:mc="http://schemas.openxmlformats.org/markup-compatibility/2006">
                <mc:Choice xmlns:v="urn:schemas-microsoft-com:vml" Requires="v">
                  <p:oleObj spid="_x0000_s44649" name="Equation" r:id="rId24" imgW="190500" imgH="228600" progId="Equation.DSMT4">
                    <p:embed/>
                  </p:oleObj>
                </mc:Choice>
                <mc:Fallback>
                  <p:oleObj name="Equation" r:id="rId24" imgW="190500" imgH="228600" progId="Equation.DSMT4">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82" y="3552"/>
                          <a:ext cx="30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3" name="Object 18"/>
            <p:cNvGraphicFramePr>
              <a:graphicFrameLocks noChangeAspect="1"/>
            </p:cNvGraphicFramePr>
            <p:nvPr/>
          </p:nvGraphicFramePr>
          <p:xfrm>
            <a:off x="3216" y="3120"/>
            <a:ext cx="240" cy="240"/>
          </p:xfrm>
          <a:graphic>
            <a:graphicData uri="http://schemas.openxmlformats.org/presentationml/2006/ole">
              <mc:AlternateContent xmlns:mc="http://schemas.openxmlformats.org/markup-compatibility/2006">
                <mc:Choice xmlns:v="urn:schemas-microsoft-com:vml" Requires="v">
                  <p:oleObj spid="_x0000_s44650" name="Equation" r:id="rId25" imgW="139700" imgH="139700" progId="Equation.DSMT4">
                    <p:embed/>
                  </p:oleObj>
                </mc:Choice>
                <mc:Fallback>
                  <p:oleObj name="Equation" r:id="rId25" imgW="139700" imgH="139700"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6" y="312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4" name="Object 19"/>
            <p:cNvGraphicFramePr>
              <a:graphicFrameLocks noChangeAspect="1"/>
            </p:cNvGraphicFramePr>
            <p:nvPr/>
          </p:nvGraphicFramePr>
          <p:xfrm>
            <a:off x="4512" y="3120"/>
            <a:ext cx="240" cy="240"/>
          </p:xfrm>
          <a:graphic>
            <a:graphicData uri="http://schemas.openxmlformats.org/presentationml/2006/ole">
              <mc:AlternateContent xmlns:mc="http://schemas.openxmlformats.org/markup-compatibility/2006">
                <mc:Choice xmlns:v="urn:schemas-microsoft-com:vml" Requires="v">
                  <p:oleObj spid="_x0000_s44651" name="Equation" r:id="rId26" imgW="139700" imgH="139700" progId="Equation.DSMT4">
                    <p:embed/>
                  </p:oleObj>
                </mc:Choice>
                <mc:Fallback>
                  <p:oleObj name="Equation" r:id="rId26" imgW="139700" imgH="139700" progId="Equation.DSMT4">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2" y="312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43" name="Line 46"/>
            <p:cNvSpPr>
              <a:spLocks noChangeShapeType="1"/>
            </p:cNvSpPr>
            <p:nvPr/>
          </p:nvSpPr>
          <p:spPr bwMode="auto">
            <a:xfrm flipV="1">
              <a:off x="3518" y="3168"/>
              <a:ext cx="0" cy="453"/>
            </a:xfrm>
            <a:prstGeom prst="line">
              <a:avLst/>
            </a:prstGeom>
            <a:noFill/>
            <a:ln w="28575">
              <a:solidFill>
                <a:srgbClr val="CC0000"/>
              </a:solidFill>
              <a:prstDash val="dash"/>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44" name="Line 47"/>
            <p:cNvSpPr>
              <a:spLocks noChangeShapeType="1"/>
            </p:cNvSpPr>
            <p:nvPr/>
          </p:nvSpPr>
          <p:spPr bwMode="auto">
            <a:xfrm flipV="1">
              <a:off x="4478" y="3173"/>
              <a:ext cx="0" cy="475"/>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05" name="Object 20"/>
            <p:cNvGraphicFramePr>
              <a:graphicFrameLocks noChangeAspect="1"/>
            </p:cNvGraphicFramePr>
            <p:nvPr/>
          </p:nvGraphicFramePr>
          <p:xfrm>
            <a:off x="5391" y="3451"/>
            <a:ext cx="239" cy="220"/>
          </p:xfrm>
          <a:graphic>
            <a:graphicData uri="http://schemas.openxmlformats.org/presentationml/2006/ole">
              <mc:AlternateContent xmlns:mc="http://schemas.openxmlformats.org/markup-compatibility/2006">
                <mc:Choice xmlns:v="urn:schemas-microsoft-com:vml" Requires="v">
                  <p:oleObj spid="_x0000_s44652" name="Equation" r:id="rId27" imgW="152400" imgH="139700" progId="Equation.DSMT4">
                    <p:embed/>
                  </p:oleObj>
                </mc:Choice>
                <mc:Fallback>
                  <p:oleObj name="Equation" r:id="rId27" imgW="152400" imgH="139700" progId="Equation.DSMT4">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91" y="3451"/>
                          <a:ext cx="239"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45" name="Text Box 49"/>
            <p:cNvSpPr txBox="1">
              <a:spLocks noChangeArrowheads="1"/>
            </p:cNvSpPr>
            <p:nvPr/>
          </p:nvSpPr>
          <p:spPr bwMode="auto">
            <a:xfrm>
              <a:off x="3910" y="3628"/>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a:ln>
                    <a:noFill/>
                  </a:ln>
                  <a:effectLst/>
                  <a:uLnTx/>
                  <a:uFillTx/>
                  <a:latin typeface="Arial" panose="020B0604020202020204" pitchFamily="34" charset="0"/>
                  <a:ea typeface="华文楷体" panose="02010600040101010101" pitchFamily="2" charset="-122"/>
                  <a:cs typeface="楷体_GB2312" panose="02010609030101010101" pitchFamily="49" charset="-122"/>
                </a:rPr>
                <a:t>0</a:t>
              </a:r>
              <a:endParaRPr kumimoji="0" lang="en-US" altLang="zh-CN" sz="2000" i="0" u="none" strike="noStrike" kern="1200" cap="none" spc="0" normalizeH="0" baseline="0" noProof="0">
                <a:ln>
                  <a:noFill/>
                </a:ln>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sp>
          <p:nvSpPr>
            <p:cNvPr id="8246" name="Line 50"/>
            <p:cNvSpPr>
              <a:spLocks noChangeShapeType="1"/>
            </p:cNvSpPr>
            <p:nvPr/>
          </p:nvSpPr>
          <p:spPr bwMode="auto">
            <a:xfrm flipV="1">
              <a:off x="3758" y="3168"/>
              <a:ext cx="0" cy="480"/>
            </a:xfrm>
            <a:prstGeom prst="line">
              <a:avLst/>
            </a:prstGeom>
            <a:noFill/>
            <a:ln w="28575">
              <a:solidFill>
                <a:srgbClr val="0066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47" name="Line 51"/>
            <p:cNvSpPr>
              <a:spLocks noChangeShapeType="1"/>
            </p:cNvSpPr>
            <p:nvPr/>
          </p:nvSpPr>
          <p:spPr bwMode="auto">
            <a:xfrm flipV="1">
              <a:off x="4238" y="3168"/>
              <a:ext cx="0" cy="453"/>
            </a:xfrm>
            <a:prstGeom prst="line">
              <a:avLst/>
            </a:prstGeom>
            <a:noFill/>
            <a:ln w="28575">
              <a:solidFill>
                <a:srgbClr val="000099"/>
              </a:solidFill>
              <a:prstDash val="dash"/>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48" name="Line 52"/>
            <p:cNvSpPr>
              <a:spLocks noChangeShapeType="1"/>
            </p:cNvSpPr>
            <p:nvPr/>
          </p:nvSpPr>
          <p:spPr bwMode="auto">
            <a:xfrm flipV="1">
              <a:off x="3278" y="3600"/>
              <a:ext cx="0"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49" name="Line 53"/>
            <p:cNvSpPr>
              <a:spLocks noChangeShapeType="1"/>
            </p:cNvSpPr>
            <p:nvPr/>
          </p:nvSpPr>
          <p:spPr bwMode="auto">
            <a:xfrm flipV="1">
              <a:off x="4670" y="3600"/>
              <a:ext cx="0"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06" name="Object 21"/>
            <p:cNvGraphicFramePr>
              <a:graphicFrameLocks noChangeAspect="1"/>
            </p:cNvGraphicFramePr>
            <p:nvPr/>
          </p:nvGraphicFramePr>
          <p:xfrm>
            <a:off x="4574" y="3312"/>
            <a:ext cx="302" cy="320"/>
          </p:xfrm>
          <a:graphic>
            <a:graphicData uri="http://schemas.openxmlformats.org/presentationml/2006/ole">
              <mc:AlternateContent xmlns:mc="http://schemas.openxmlformats.org/markup-compatibility/2006">
                <mc:Choice xmlns:v="urn:schemas-microsoft-com:vml" Requires="v">
                  <p:oleObj spid="_x0000_s44653" name="Equation" r:id="rId28" imgW="215900" imgH="228600" progId="Equation.DSMT4">
                    <p:embed/>
                  </p:oleObj>
                </mc:Choice>
                <mc:Fallback>
                  <p:oleObj name="Equation" r:id="rId28" imgW="215900" imgH="228600" progId="Equation.DSMT4">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74" y="3312"/>
                          <a:ext cx="302"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7" name="Object 22"/>
            <p:cNvGraphicFramePr>
              <a:graphicFrameLocks noChangeAspect="1"/>
            </p:cNvGraphicFramePr>
            <p:nvPr/>
          </p:nvGraphicFramePr>
          <p:xfrm>
            <a:off x="2942" y="3312"/>
            <a:ext cx="459" cy="345"/>
          </p:xfrm>
          <a:graphic>
            <a:graphicData uri="http://schemas.openxmlformats.org/presentationml/2006/ole">
              <mc:AlternateContent xmlns:mc="http://schemas.openxmlformats.org/markup-compatibility/2006">
                <mc:Choice xmlns:v="urn:schemas-microsoft-com:vml" Requires="v">
                  <p:oleObj spid="_x0000_s44654" name="Equation" r:id="rId29" imgW="304800" imgH="228600" progId="Equation.DSMT4">
                    <p:embed/>
                  </p:oleObj>
                </mc:Choice>
                <mc:Fallback>
                  <p:oleObj name="Equation" r:id="rId29" imgW="304800" imgH="228600" progId="Equation.DSMT4">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42" y="3312"/>
                          <a:ext cx="459"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50" name="Line 56"/>
            <p:cNvSpPr>
              <a:spLocks noChangeShapeType="1"/>
            </p:cNvSpPr>
            <p:nvPr/>
          </p:nvSpPr>
          <p:spPr bwMode="auto">
            <a:xfrm>
              <a:off x="5294" y="3360"/>
              <a:ext cx="318" cy="0"/>
            </a:xfrm>
            <a:prstGeom prst="line">
              <a:avLst/>
            </a:prstGeom>
            <a:noFill/>
            <a:ln w="19050">
              <a:solidFill>
                <a:schemeClr val="tx1"/>
              </a:solidFill>
              <a:prstDash val="dash"/>
              <a:rou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51" name="Line 57"/>
            <p:cNvSpPr>
              <a:spLocks noChangeShapeType="1"/>
            </p:cNvSpPr>
            <p:nvPr/>
          </p:nvSpPr>
          <p:spPr bwMode="auto">
            <a:xfrm flipV="1">
              <a:off x="5102" y="3173"/>
              <a:ext cx="0" cy="475"/>
            </a:xfrm>
            <a:prstGeom prst="line">
              <a:avLst/>
            </a:prstGeom>
            <a:noFill/>
            <a:ln w="28575">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52" name="Line 58"/>
            <p:cNvSpPr>
              <a:spLocks noChangeShapeType="1"/>
            </p:cNvSpPr>
            <p:nvPr/>
          </p:nvSpPr>
          <p:spPr bwMode="auto">
            <a:xfrm flipV="1">
              <a:off x="2798" y="3168"/>
              <a:ext cx="0" cy="453"/>
            </a:xfrm>
            <a:prstGeom prst="line">
              <a:avLst/>
            </a:prstGeom>
            <a:noFill/>
            <a:ln w="28575">
              <a:solidFill>
                <a:srgbClr val="006600"/>
              </a:solidFill>
              <a:prstDash val="dash"/>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08" name="Object 23"/>
            <p:cNvGraphicFramePr>
              <a:graphicFrameLocks noChangeAspect="1"/>
            </p:cNvGraphicFramePr>
            <p:nvPr/>
          </p:nvGraphicFramePr>
          <p:xfrm>
            <a:off x="3278" y="3840"/>
            <a:ext cx="781" cy="313"/>
          </p:xfrm>
          <a:graphic>
            <a:graphicData uri="http://schemas.openxmlformats.org/presentationml/2006/ole">
              <mc:AlternateContent xmlns:mc="http://schemas.openxmlformats.org/markup-compatibility/2006">
                <mc:Choice xmlns:v="urn:schemas-microsoft-com:vml" Requires="v">
                  <p:oleObj spid="_x0000_s44655" name="Equation" r:id="rId30" imgW="571500" imgH="228600" progId="Equation.DSMT4">
                    <p:embed/>
                  </p:oleObj>
                </mc:Choice>
                <mc:Fallback>
                  <p:oleObj name="Equation" r:id="rId30" imgW="571500" imgH="228600" progId="Equation.DSMT4">
                    <p:embed/>
                    <p:pic>
                      <p:nvPicPr>
                        <p:cNvPr id="0" name="Object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78" y="3840"/>
                          <a:ext cx="781"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9" name="Object 24"/>
            <p:cNvGraphicFramePr>
              <a:graphicFrameLocks noChangeAspect="1"/>
            </p:cNvGraphicFramePr>
            <p:nvPr/>
          </p:nvGraphicFramePr>
          <p:xfrm>
            <a:off x="4142" y="3792"/>
            <a:ext cx="720" cy="341"/>
          </p:xfrm>
          <a:graphic>
            <a:graphicData uri="http://schemas.openxmlformats.org/presentationml/2006/ole">
              <mc:AlternateContent xmlns:mc="http://schemas.openxmlformats.org/markup-compatibility/2006">
                <mc:Choice xmlns:v="urn:schemas-microsoft-com:vml" Requires="v">
                  <p:oleObj spid="_x0000_s44656" name="Equation" r:id="rId31" imgW="482600" imgH="228600" progId="Equation.DSMT4">
                    <p:embed/>
                  </p:oleObj>
                </mc:Choice>
                <mc:Fallback>
                  <p:oleObj name="Equation" r:id="rId31" imgW="482600" imgH="228600" progId="Equation.DSMT4">
                    <p:embed/>
                    <p:pic>
                      <p:nvPicPr>
                        <p:cNvPr id="0" name="Object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42" y="3792"/>
                          <a:ext cx="720"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53" name="Line 61"/>
            <p:cNvSpPr>
              <a:spLocks noChangeShapeType="1"/>
            </p:cNvSpPr>
            <p:nvPr/>
          </p:nvSpPr>
          <p:spPr bwMode="auto">
            <a:xfrm>
              <a:off x="4238" y="3648"/>
              <a:ext cx="144" cy="288"/>
            </a:xfrm>
            <a:prstGeom prst="line">
              <a:avLst/>
            </a:prstGeom>
            <a:noFill/>
            <a:ln w="9525">
              <a:solidFill>
                <a:srgbClr val="000099"/>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54" name="Line 62"/>
            <p:cNvSpPr>
              <a:spLocks noChangeShapeType="1"/>
            </p:cNvSpPr>
            <p:nvPr/>
          </p:nvSpPr>
          <p:spPr bwMode="auto">
            <a:xfrm flipH="1">
              <a:off x="3614" y="3648"/>
              <a:ext cx="144"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55" name="Line 63"/>
            <p:cNvSpPr>
              <a:spLocks noChangeShapeType="1"/>
            </p:cNvSpPr>
            <p:nvPr/>
          </p:nvSpPr>
          <p:spPr bwMode="auto">
            <a:xfrm flipV="1">
              <a:off x="3614" y="3120"/>
              <a:ext cx="0" cy="52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56" name="Line 64"/>
            <p:cNvSpPr>
              <a:spLocks noChangeShapeType="1"/>
            </p:cNvSpPr>
            <p:nvPr/>
          </p:nvSpPr>
          <p:spPr bwMode="auto">
            <a:xfrm flipV="1">
              <a:off x="4382" y="3120"/>
              <a:ext cx="0" cy="52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57" name="Line 65"/>
            <p:cNvSpPr>
              <a:spLocks noChangeShapeType="1"/>
            </p:cNvSpPr>
            <p:nvPr/>
          </p:nvSpPr>
          <p:spPr bwMode="auto">
            <a:xfrm>
              <a:off x="3614" y="3120"/>
              <a:ext cx="76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210" name="Object 25"/>
            <p:cNvGraphicFramePr>
              <a:graphicFrameLocks noChangeAspect="1"/>
            </p:cNvGraphicFramePr>
            <p:nvPr/>
          </p:nvGraphicFramePr>
          <p:xfrm>
            <a:off x="4032" y="2736"/>
            <a:ext cx="672" cy="319"/>
          </p:xfrm>
          <a:graphic>
            <a:graphicData uri="http://schemas.openxmlformats.org/presentationml/2006/ole">
              <mc:AlternateContent xmlns:mc="http://schemas.openxmlformats.org/markup-compatibility/2006">
                <mc:Choice xmlns:v="urn:schemas-microsoft-com:vml" Requires="v">
                  <p:oleObj spid="_x0000_s44657" name="Equation" r:id="rId32" imgW="520700" imgH="215900" progId="Equation.DSMT4">
                    <p:embed/>
                  </p:oleObj>
                </mc:Choice>
                <mc:Fallback>
                  <p:oleObj name="Equation" r:id="rId32" imgW="520700" imgH="215900" progId="Equation.DSMT4">
                    <p:embed/>
                    <p:pic>
                      <p:nvPicPr>
                        <p:cNvPr id="0" name="Object 2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032" y="2736"/>
                          <a:ext cx="67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mc:AlternateContent xmlns:mc="http://schemas.openxmlformats.org/markup-compatibility/2006">
        <mc:Choice xmlns:a14="http://schemas.microsoft.com/office/drawing/2010/main" Requires="a14">
          <p:sp>
            <p:nvSpPr>
              <p:cNvPr id="8239" name="Text Box 69"/>
              <p:cNvSpPr txBox="1">
                <a:spLocks noChangeArrowheads="1"/>
              </p:cNvSpPr>
              <p:nvPr/>
            </p:nvSpPr>
            <p:spPr bwMode="auto">
              <a:xfrm>
                <a:off x="1991544" y="4264210"/>
                <a:ext cx="3271714" cy="977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恢复的信号为</a:t>
                </a:r>
                <a:endPar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𝑟</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m:t>
                          </m:r>
                        </m:e>
                      </m:func>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𝑠</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oMath>
                  </m:oMathPara>
                </a14:m>
                <a:endParaRPr kumimoji="0" lang="zh-CN" altLang="en-US" sz="2400" i="0" u="none" strike="noStrike" kern="1200" cap="none" spc="0" normalizeH="0" baseline="0" noProof="0" dirty="0">
                  <a:ln>
                    <a:noFill/>
                  </a:ln>
                  <a:effectLst/>
                  <a:uLnTx/>
                  <a:uFillTx/>
                  <a:ea typeface="华文楷体" panose="02010600040101010101" pitchFamily="2" charset="-122"/>
                  <a:cs typeface="楷体_GB2312" panose="02010609030101010101" pitchFamily="49" charset="-122"/>
                </a:endParaRPr>
              </a:p>
            </p:txBody>
          </p:sp>
        </mc:Choice>
        <mc:Fallback>
          <p:sp>
            <p:nvSpPr>
              <p:cNvPr id="8239" name="Text Box 69"/>
              <p:cNvSpPr txBox="1">
                <a:spLocks noRot="1" noChangeAspect="1" noMove="1" noResize="1" noEditPoints="1" noAdjustHandles="1" noChangeArrowheads="1" noChangeShapeType="1" noTextEdit="1"/>
              </p:cNvSpPr>
              <p:nvPr/>
            </p:nvSpPr>
            <p:spPr bwMode="auto">
              <a:xfrm>
                <a:off x="1991544" y="4264210"/>
                <a:ext cx="3271714" cy="977265"/>
              </a:xfrm>
              <a:prstGeom prst="rect">
                <a:avLst/>
              </a:prstGeom>
              <a:blipFill rotWithShape="1">
                <a:blip r:embed="rId34"/>
                <a:stretch>
                  <a:fillRect l="-6" t="-19" r="12" b="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9" name="Group 70"/>
          <p:cNvGrpSpPr/>
          <p:nvPr/>
        </p:nvGrpSpPr>
        <p:grpSpPr bwMode="auto">
          <a:xfrm>
            <a:off x="5410200" y="404664"/>
            <a:ext cx="4953000" cy="1651000"/>
            <a:chOff x="2448" y="432"/>
            <a:chExt cx="3120" cy="1040"/>
          </a:xfrm>
        </p:grpSpPr>
        <p:graphicFrame>
          <p:nvGraphicFramePr>
            <p:cNvPr id="8194" name="Object 27"/>
            <p:cNvGraphicFramePr>
              <a:graphicFrameLocks noChangeAspect="1"/>
            </p:cNvGraphicFramePr>
            <p:nvPr/>
          </p:nvGraphicFramePr>
          <p:xfrm>
            <a:off x="4368" y="1104"/>
            <a:ext cx="307" cy="368"/>
          </p:xfrm>
          <a:graphic>
            <a:graphicData uri="http://schemas.openxmlformats.org/presentationml/2006/ole">
              <mc:AlternateContent xmlns:mc="http://schemas.openxmlformats.org/markup-compatibility/2006">
                <mc:Choice xmlns:v="urn:schemas-microsoft-com:vml" Requires="v">
                  <p:oleObj spid="_x0000_s44658" name="Equation" r:id="rId35" imgW="190500" imgH="228600" progId="Equation.DSMT4">
                    <p:embed/>
                  </p:oleObj>
                </mc:Choice>
                <mc:Fallback>
                  <p:oleObj name="Equation" r:id="rId35" imgW="190500" imgH="228600" progId="Equation.DSMT4">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8" y="1104"/>
                          <a:ext cx="30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5" name="Object 28"/>
            <p:cNvGraphicFramePr>
              <a:graphicFrameLocks noChangeAspect="1"/>
            </p:cNvGraphicFramePr>
            <p:nvPr/>
          </p:nvGraphicFramePr>
          <p:xfrm>
            <a:off x="3216" y="1104"/>
            <a:ext cx="432" cy="354"/>
          </p:xfrm>
          <a:graphic>
            <a:graphicData uri="http://schemas.openxmlformats.org/presentationml/2006/ole">
              <mc:AlternateContent xmlns:mc="http://schemas.openxmlformats.org/markup-compatibility/2006">
                <mc:Choice xmlns:v="urn:schemas-microsoft-com:vml" Requires="v">
                  <p:oleObj spid="_x0000_s44659" name="Equation" r:id="rId36" imgW="279400" imgH="228600" progId="Equation.DSMT4">
                    <p:embed/>
                  </p:oleObj>
                </mc:Choice>
                <mc:Fallback>
                  <p:oleObj name="Equation" r:id="rId36" imgW="279400" imgH="2286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6" y="1104"/>
                          <a:ext cx="432"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233" name="Group 73"/>
            <p:cNvGrpSpPr/>
            <p:nvPr/>
          </p:nvGrpSpPr>
          <p:grpSpPr bwMode="auto">
            <a:xfrm>
              <a:off x="2448" y="432"/>
              <a:ext cx="3120" cy="989"/>
              <a:chOff x="2448" y="432"/>
              <a:chExt cx="3120" cy="989"/>
            </a:xfrm>
          </p:grpSpPr>
          <p:sp>
            <p:nvSpPr>
              <p:cNvPr id="8234" name="Line 74"/>
              <p:cNvSpPr>
                <a:spLocks noChangeShapeType="1"/>
              </p:cNvSpPr>
              <p:nvPr/>
            </p:nvSpPr>
            <p:spPr bwMode="auto">
              <a:xfrm>
                <a:off x="2448" y="1171"/>
                <a:ext cx="3085" cy="0"/>
              </a:xfrm>
              <a:prstGeom prst="line">
                <a:avLst/>
              </a:prstGeom>
              <a:noFill/>
              <a:ln w="19050">
                <a:solidFill>
                  <a:srgbClr val="000099"/>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196" name="Object 29"/>
              <p:cNvGraphicFramePr>
                <a:graphicFrameLocks noChangeAspect="1"/>
              </p:cNvGraphicFramePr>
              <p:nvPr/>
            </p:nvGraphicFramePr>
            <p:xfrm>
              <a:off x="3168" y="720"/>
              <a:ext cx="240" cy="240"/>
            </p:xfrm>
            <a:graphic>
              <a:graphicData uri="http://schemas.openxmlformats.org/presentationml/2006/ole">
                <mc:AlternateContent xmlns:mc="http://schemas.openxmlformats.org/markup-compatibility/2006">
                  <mc:Choice xmlns:v="urn:schemas-microsoft-com:vml" Requires="v">
                    <p:oleObj spid="_x0000_s44660" name="Equation" r:id="rId37" imgW="139700" imgH="139700" progId="Equation.DSMT4">
                      <p:embed/>
                    </p:oleObj>
                  </mc:Choice>
                  <mc:Fallback>
                    <p:oleObj name="Equation" r:id="rId37" imgW="139700" imgH="139700" progId="Equation.DSMT4">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8" y="72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7" name="Object 30"/>
              <p:cNvGraphicFramePr>
                <a:graphicFrameLocks noChangeAspect="1"/>
              </p:cNvGraphicFramePr>
              <p:nvPr/>
            </p:nvGraphicFramePr>
            <p:xfrm>
              <a:off x="4464" y="720"/>
              <a:ext cx="240" cy="240"/>
            </p:xfrm>
            <a:graphic>
              <a:graphicData uri="http://schemas.openxmlformats.org/presentationml/2006/ole">
                <mc:AlternateContent xmlns:mc="http://schemas.openxmlformats.org/markup-compatibility/2006">
                  <mc:Choice xmlns:v="urn:schemas-microsoft-com:vml" Requires="v">
                    <p:oleObj spid="_x0000_s44661" name="Equation" r:id="rId38" imgW="139700" imgH="139700" progId="Equation.DSMT4">
                      <p:embed/>
                    </p:oleObj>
                  </mc:Choice>
                  <mc:Fallback>
                    <p:oleObj name="Equation" r:id="rId38" imgW="139700" imgH="139700" progId="Equation.DSMT4">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64" y="72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35" name="Line 77"/>
              <p:cNvSpPr>
                <a:spLocks noChangeShapeType="1"/>
              </p:cNvSpPr>
              <p:nvPr/>
            </p:nvSpPr>
            <p:spPr bwMode="auto">
              <a:xfrm flipV="1">
                <a:off x="3456" y="720"/>
                <a:ext cx="0" cy="453"/>
              </a:xfrm>
              <a:prstGeom prst="line">
                <a:avLst/>
              </a:prstGeom>
              <a:noFill/>
              <a:ln w="28575">
                <a:solidFill>
                  <a:srgbClr val="CC0000"/>
                </a:solidFill>
                <a:prstDash val="dash"/>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8236" name="Line 78"/>
              <p:cNvSpPr>
                <a:spLocks noChangeShapeType="1"/>
              </p:cNvSpPr>
              <p:nvPr/>
            </p:nvSpPr>
            <p:spPr bwMode="auto">
              <a:xfrm flipV="1">
                <a:off x="4416" y="720"/>
                <a:ext cx="0" cy="453"/>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aphicFrame>
            <p:nvGraphicFramePr>
              <p:cNvPr id="8198" name="Object 31"/>
              <p:cNvGraphicFramePr>
                <a:graphicFrameLocks noChangeAspect="1"/>
              </p:cNvGraphicFramePr>
              <p:nvPr/>
            </p:nvGraphicFramePr>
            <p:xfrm>
              <a:off x="5305" y="936"/>
              <a:ext cx="263" cy="242"/>
            </p:xfrm>
            <a:graphic>
              <a:graphicData uri="http://schemas.openxmlformats.org/presentationml/2006/ole">
                <mc:AlternateContent xmlns:mc="http://schemas.openxmlformats.org/markup-compatibility/2006">
                  <mc:Choice xmlns:v="urn:schemas-microsoft-com:vml" Requires="v">
                    <p:oleObj spid="_x0000_s44662" name="Equation" r:id="rId39" imgW="152400" imgH="139700" progId="Equation.DSMT4">
                      <p:embed/>
                    </p:oleObj>
                  </mc:Choice>
                  <mc:Fallback>
                    <p:oleObj name="Equation" r:id="rId39" imgW="152400" imgH="139700" progId="Equation.DSMT4">
                      <p:embed/>
                      <p:pic>
                        <p:nvPicPr>
                          <p:cNvPr id="0"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05" y="936"/>
                            <a:ext cx="263"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37" name="Text Box 80"/>
              <p:cNvSpPr txBox="1">
                <a:spLocks noChangeArrowheads="1"/>
              </p:cNvSpPr>
              <p:nvPr/>
            </p:nvSpPr>
            <p:spPr bwMode="auto">
              <a:xfrm>
                <a:off x="3840" y="1170"/>
                <a:ext cx="20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rPr>
                  <a:t>0</a:t>
                </a:r>
                <a:endParaRPr kumimoji="0" lang="en-US" altLang="zh-CN" sz="2000" i="0" u="none" strike="noStrike" kern="1200" cap="none" spc="0" normalizeH="0" baseline="0" noProof="0" dirty="0">
                  <a:ln>
                    <a:noFill/>
                  </a:ln>
                  <a:effectLst/>
                  <a:uLnTx/>
                  <a:uFillTx/>
                  <a:latin typeface="Arial" panose="020B0604020202020204" pitchFamily="34" charset="0"/>
                  <a:ea typeface="华文楷体" panose="02010600040101010101" pitchFamily="2" charset="-122"/>
                  <a:cs typeface="楷体_GB2312" panose="02010609030101010101" pitchFamily="49" charset="-122"/>
                </a:endParaRPr>
              </a:p>
            </p:txBody>
          </p:sp>
          <p:graphicFrame>
            <p:nvGraphicFramePr>
              <p:cNvPr id="8199" name="Object 32"/>
              <p:cNvGraphicFramePr>
                <a:graphicFrameLocks noChangeAspect="1"/>
              </p:cNvGraphicFramePr>
              <p:nvPr/>
            </p:nvGraphicFramePr>
            <p:xfrm>
              <a:off x="3984" y="432"/>
              <a:ext cx="576" cy="248"/>
            </p:xfrm>
            <a:graphic>
              <a:graphicData uri="http://schemas.openxmlformats.org/presentationml/2006/ole">
                <mc:AlternateContent xmlns:mc="http://schemas.openxmlformats.org/markup-compatibility/2006">
                  <mc:Choice xmlns:v="urn:schemas-microsoft-com:vml" Requires="v">
                    <p:oleObj spid="_x0000_s44663" name="Equation" r:id="rId40" imgW="469900" imgH="203200" progId="Equation.DSMT4">
                      <p:embed/>
                    </p:oleObj>
                  </mc:Choice>
                  <mc:Fallback>
                    <p:oleObj name="Equation" r:id="rId40" imgW="469900" imgH="203200" progId="Equation.DSMT4">
                      <p:embed/>
                      <p:pic>
                        <p:nvPicPr>
                          <p:cNvPr id="0" name="Object 32"/>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984" y="432"/>
                            <a:ext cx="57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38" name="Line 82"/>
              <p:cNvSpPr>
                <a:spLocks noChangeShapeType="1"/>
              </p:cNvSpPr>
              <p:nvPr/>
            </p:nvSpPr>
            <p:spPr bwMode="auto">
              <a:xfrm flipV="1">
                <a:off x="3936" y="528"/>
                <a:ext cx="0" cy="672"/>
              </a:xfrm>
              <a:prstGeom prst="line">
                <a:avLst/>
              </a:prstGeom>
              <a:noFill/>
              <a:ln w="19050">
                <a:solidFill>
                  <a:srgbClr val="1B0682"/>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grpSp>
      </p:grpSp>
      <p:sp>
        <p:nvSpPr>
          <p:cNvPr id="2" name="文本框 1"/>
          <p:cNvSpPr txBox="1"/>
          <p:nvPr/>
        </p:nvSpPr>
        <p:spPr>
          <a:xfrm>
            <a:off x="1991544" y="5659444"/>
            <a:ext cx="3535680" cy="829945"/>
          </a:xfrm>
          <a:prstGeom prst="rect">
            <a:avLst/>
          </a:prstGeom>
          <a:noFill/>
        </p:spPr>
        <p:txBody>
          <a:bodyPr wrap="none" rtlCol="0">
            <a:spAutoFit/>
          </a:bodyPr>
          <a:lstStyle/>
          <a:p>
            <a:r>
              <a:rPr lang="zh-CN" altLang="en-US" sz="2400" dirty="0">
                <a:latin typeface="Cambria Math" panose="02040503050406030204" pitchFamily="18" charset="0"/>
                <a:ea typeface="楷体" panose="02010609060101010101" pitchFamily="49" charset="-122"/>
              </a:rPr>
              <a:t>采样及欠采样在线演示：</a:t>
            </a:r>
            <a:endParaRPr lang="en-US" altLang="zh-CN" sz="2400" dirty="0">
              <a:latin typeface="Cambria Math" panose="02040503050406030204" pitchFamily="18" charset="0"/>
              <a:ea typeface="楷体" panose="02010609060101010101" pitchFamily="49" charset="-122"/>
            </a:endParaRPr>
          </a:p>
          <a:p>
            <a:r>
              <a:rPr lang="en-US" sz="2400" dirty="0">
                <a:latin typeface="Cambria Math" panose="02040503050406030204" pitchFamily="18" charset="0"/>
                <a:ea typeface="楷体" panose="02010609060101010101" pitchFamily="49" charset="-122"/>
                <a:hlinkClick r:id="rId42"/>
              </a:rPr>
              <a:t>http://172.18.167.235</a:t>
            </a:r>
            <a:endParaRPr lang="en-US" sz="2400" dirty="0">
              <a:latin typeface="Cambria Math" panose="02040503050406030204" pitchFamily="18" charset="0"/>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274"/>
                                        </p:tgtEl>
                                        <p:attrNameLst>
                                          <p:attrName>style.visibility</p:attrName>
                                        </p:attrNameLst>
                                      </p:cBhvr>
                                      <p:to>
                                        <p:strVal val="visible"/>
                                      </p:to>
                                    </p:set>
                                    <p:animEffect transition="in" filter="wipe(down)">
                                      <p:cBhvr>
                                        <p:cTn id="7" dur="500"/>
                                        <p:tgtEl>
                                          <p:spTgt spid="82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258"/>
                                        </p:tgtEl>
                                        <p:attrNameLst>
                                          <p:attrName>style.visibility</p:attrName>
                                        </p:attrNameLst>
                                      </p:cBhvr>
                                      <p:to>
                                        <p:strVal val="visible"/>
                                      </p:to>
                                    </p:set>
                                    <p:animEffect transition="in" filter="wipe(down)">
                                      <p:cBhvr>
                                        <p:cTn id="17" dur="500"/>
                                        <p:tgtEl>
                                          <p:spTgt spid="825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239"/>
                                        </p:tgtEl>
                                        <p:attrNameLst>
                                          <p:attrName>style.visibility</p:attrName>
                                        </p:attrNameLst>
                                      </p:cBhvr>
                                      <p:to>
                                        <p:strVal val="visible"/>
                                      </p:to>
                                    </p:set>
                                    <p:animEffect transition="in" filter="wipe(down)">
                                      <p:cBhvr>
                                        <p:cTn id="32" dur="500"/>
                                        <p:tgtEl>
                                          <p:spTgt spid="82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down)">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4" grpId="0"/>
      <p:bldP spid="8258" grpId="0"/>
      <p:bldP spid="8239"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en-US" dirty="0"/>
          </a:p>
        </p:txBody>
      </p:sp>
      <p:sp>
        <p:nvSpPr>
          <p:cNvPr id="3" name="内容占位符 2"/>
          <p:cNvSpPr>
            <a:spLocks noGrp="1"/>
          </p:cNvSpPr>
          <p:nvPr>
            <p:ph idx="1"/>
          </p:nvPr>
        </p:nvSpPr>
        <p:spPr>
          <a:xfrm>
            <a:off x="1981200" y="1412776"/>
            <a:ext cx="8229600" cy="521970"/>
          </a:xfrm>
        </p:spPr>
        <p:txBody>
          <a:bodyPr>
            <a:spAutoFit/>
          </a:bodyPr>
          <a:lstStyle/>
          <a:p>
            <a:pPr algn="just">
              <a:spcBef>
                <a:spcPts val="0"/>
              </a:spcBef>
              <a:spcAft>
                <a:spcPts val="300"/>
              </a:spcAft>
            </a:pPr>
            <a:r>
              <a:rPr lang="en-US" altLang="zh-CN" sz="2800" b="0" dirty="0"/>
              <a:t>7.23</a:t>
            </a:r>
            <a:endParaRPr lang="en-US" sz="2800" b="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5" name="矩形 4"/>
          <p:cNvSpPr/>
          <p:nvPr/>
        </p:nvSpPr>
        <p:spPr>
          <a:xfrm>
            <a:off x="1981200" y="2204864"/>
            <a:ext cx="8507288" cy="2861310"/>
          </a:xfrm>
          <a:prstGeom prst="rect">
            <a:avLst/>
          </a:prstGeom>
        </p:spPr>
        <p:txBody>
          <a:bodyPr wrap="square">
            <a:spAutoFit/>
          </a:bodyPr>
          <a:lstStyle/>
          <a:p>
            <a:pPr>
              <a:lnSpc>
                <a:spcPct val="150000"/>
              </a:lnSpc>
            </a:pPr>
            <a:r>
              <a:rPr lang="zh-CN" altLang="en-US" sz="2400" dirty="0"/>
              <a:t>写一篇</a:t>
            </a:r>
            <a:r>
              <a:rPr lang="en-US" altLang="zh-CN" sz="2400" dirty="0"/>
              <a:t>1</a:t>
            </a:r>
            <a:r>
              <a:rPr lang="zh-CN" altLang="en-US" sz="2400" dirty="0"/>
              <a:t>千字左右的小论文，内容可以是以下两者之一：</a:t>
            </a:r>
            <a:endParaRPr lang="en-US" altLang="zh-CN" sz="2400" dirty="0"/>
          </a:p>
          <a:p>
            <a:pPr>
              <a:lnSpc>
                <a:spcPct val="150000"/>
              </a:lnSpc>
            </a:pPr>
            <a:r>
              <a:rPr lang="en-US" altLang="zh-CN" sz="2400" dirty="0"/>
              <a:t>1</a:t>
            </a:r>
            <a:r>
              <a:rPr lang="zh-CN" altLang="en-US" sz="2400" dirty="0"/>
              <a:t>、读一篇利用傅里叶级数或傅里叶变换做信号处理的论文，介绍其原理，并阐述论文阅读后的心得。</a:t>
            </a:r>
            <a:endParaRPr lang="en-US" altLang="zh-CN" sz="2400" dirty="0"/>
          </a:p>
          <a:p>
            <a:pPr>
              <a:lnSpc>
                <a:spcPct val="150000"/>
              </a:lnSpc>
            </a:pPr>
            <a:r>
              <a:rPr lang="en-US" altLang="zh-CN" sz="2400" dirty="0"/>
              <a:t>2</a:t>
            </a:r>
            <a:r>
              <a:rPr lang="zh-CN" altLang="en-US" sz="2400" dirty="0"/>
              <a:t>、阐述各类傅里叶变换或级数的关系，并介绍其中一个相关应用。</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2060</Words>
  <Application>WPS 演示</Application>
  <PresentationFormat>宽屏</PresentationFormat>
  <Paragraphs>242</Paragraphs>
  <Slides>19</Slides>
  <Notes>4</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107</vt:i4>
      </vt:variant>
      <vt:variant>
        <vt:lpstr>幻灯片标题</vt:lpstr>
      </vt:variant>
      <vt:variant>
        <vt:i4>19</vt:i4>
      </vt:variant>
    </vt:vector>
  </HeadingPairs>
  <TitlesOfParts>
    <vt:vector size="145" baseType="lpstr">
      <vt:lpstr>Arial</vt:lpstr>
      <vt:lpstr>宋体</vt:lpstr>
      <vt:lpstr>Wingdings</vt:lpstr>
      <vt:lpstr>Wingdings</vt:lpstr>
      <vt:lpstr>微软雅黑</vt:lpstr>
      <vt:lpstr>Arial Unicode MS</vt:lpstr>
      <vt:lpstr>Calibri</vt:lpstr>
      <vt:lpstr>Arial Black</vt:lpstr>
      <vt:lpstr>黑体</vt:lpstr>
      <vt:lpstr>Georgia</vt:lpstr>
      <vt:lpstr>华文行楷</vt:lpstr>
      <vt:lpstr>Times New Roman</vt:lpstr>
      <vt:lpstr>华文楷体</vt:lpstr>
      <vt:lpstr>楷体_GB2312</vt:lpstr>
      <vt:lpstr>新宋体</vt:lpstr>
      <vt:lpstr>Cambria Math</vt:lpstr>
      <vt:lpstr>楷体</vt:lpstr>
      <vt:lpstr>Office 主题</vt:lpstr>
      <vt:lpstr>1_Office 主题</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第7章 采样</vt:lpstr>
      <vt:lpstr>7.0 引言</vt:lpstr>
      <vt:lpstr>7.0 引言</vt:lpstr>
      <vt:lpstr>7.1 用样本表示连续时间信号: 采样定理</vt:lpstr>
      <vt:lpstr>7.1 用样本表示连续时间信号: 采样定理</vt:lpstr>
      <vt:lpstr>7.1 用样本表示连续时间信号: 采样定理</vt:lpstr>
      <vt:lpstr>7.1 用样本表示连续时间信号: 采样定理</vt:lpstr>
      <vt:lpstr>7.1 用样本表示连续时间信号: 采样定理</vt:lpstr>
      <vt:lpstr>7.1 用样本表示连续时间信号: 采样定理</vt:lpstr>
      <vt:lpstr>7.1 用样本表示连续时间信号: 采样定理</vt:lpstr>
      <vt:lpstr>7.1 用样本表示连续时间信号: 采样定理</vt:lpstr>
      <vt:lpstr>7.1 用样本表示连续时间信号: 采样定理</vt:lpstr>
      <vt:lpstr>7.1 用样本表示连续时间信号: 采样定理</vt:lpstr>
      <vt:lpstr>课后作业</vt:lpstr>
      <vt:lpstr>7.2  利用内插从样本重建信号</vt:lpstr>
      <vt:lpstr>7.2  利用内插从样本重建信号</vt:lpstr>
      <vt:lpstr> 7.3 欠采样的效果—频谱混叠</vt:lpstr>
      <vt:lpstr>PowerPoint 演示文稿</vt:lpstr>
      <vt:lpstr>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苏幕遮</cp:lastModifiedBy>
  <cp:revision>155</cp:revision>
  <dcterms:created xsi:type="dcterms:W3CDTF">2019-06-19T02:08:00Z</dcterms:created>
  <dcterms:modified xsi:type="dcterms:W3CDTF">2025-04-08T06:31:04Z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E20CD1E9D7124D948C31866D4DA83CD2_11</vt:lpwstr>
  </property>
</Properties>
</file>