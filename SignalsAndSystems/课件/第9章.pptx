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595" r:id="rId2"/>
    <p:sldMasterId id="2147484607" r:id="rId3"/>
  </p:sldMasterIdLst>
  <p:notesMasterIdLst>
    <p:notesMasterId r:id="rId86"/>
  </p:notesMasterIdLst>
  <p:handoutMasterIdLst>
    <p:handoutMasterId r:id="rId87"/>
  </p:handoutMasterIdLst>
  <p:sldIdLst>
    <p:sldId id="681" r:id="rId4"/>
    <p:sldId id="682" r:id="rId5"/>
    <p:sldId id="684" r:id="rId6"/>
    <p:sldId id="831" r:id="rId7"/>
    <p:sldId id="832" r:id="rId8"/>
    <p:sldId id="685" r:id="rId9"/>
    <p:sldId id="686" r:id="rId10"/>
    <p:sldId id="687" r:id="rId11"/>
    <p:sldId id="688" r:id="rId12"/>
    <p:sldId id="692" r:id="rId13"/>
    <p:sldId id="690" r:id="rId14"/>
    <p:sldId id="691" r:id="rId15"/>
    <p:sldId id="695" r:id="rId16"/>
    <p:sldId id="696" r:id="rId17"/>
    <p:sldId id="697" r:id="rId18"/>
    <p:sldId id="698" r:id="rId19"/>
    <p:sldId id="699" r:id="rId20"/>
    <p:sldId id="702" r:id="rId21"/>
    <p:sldId id="833" r:id="rId22"/>
    <p:sldId id="703" r:id="rId23"/>
    <p:sldId id="704" r:id="rId24"/>
    <p:sldId id="705" r:id="rId25"/>
    <p:sldId id="706" r:id="rId26"/>
    <p:sldId id="707" r:id="rId27"/>
    <p:sldId id="708" r:id="rId28"/>
    <p:sldId id="709" r:id="rId29"/>
    <p:sldId id="710" r:id="rId30"/>
    <p:sldId id="711" r:id="rId31"/>
    <p:sldId id="834" r:id="rId32"/>
    <p:sldId id="835" r:id="rId33"/>
    <p:sldId id="836" r:id="rId34"/>
    <p:sldId id="712" r:id="rId35"/>
    <p:sldId id="713" r:id="rId36"/>
    <p:sldId id="721" r:id="rId37"/>
    <p:sldId id="722" r:id="rId38"/>
    <p:sldId id="723" r:id="rId39"/>
    <p:sldId id="724" r:id="rId40"/>
    <p:sldId id="725" r:id="rId41"/>
    <p:sldId id="727" r:id="rId42"/>
    <p:sldId id="728" r:id="rId43"/>
    <p:sldId id="729" r:id="rId44"/>
    <p:sldId id="789" r:id="rId45"/>
    <p:sldId id="730" r:id="rId46"/>
    <p:sldId id="731" r:id="rId47"/>
    <p:sldId id="732" r:id="rId48"/>
    <p:sldId id="733" r:id="rId49"/>
    <p:sldId id="734" r:id="rId50"/>
    <p:sldId id="738" r:id="rId51"/>
    <p:sldId id="740" r:id="rId52"/>
    <p:sldId id="741" r:id="rId53"/>
    <p:sldId id="742" r:id="rId54"/>
    <p:sldId id="743" r:id="rId55"/>
    <p:sldId id="744" r:id="rId56"/>
    <p:sldId id="746" r:id="rId57"/>
    <p:sldId id="828" r:id="rId58"/>
    <p:sldId id="829" r:id="rId59"/>
    <p:sldId id="747" r:id="rId60"/>
    <p:sldId id="784" r:id="rId61"/>
    <p:sldId id="772" r:id="rId62"/>
    <p:sldId id="748" r:id="rId63"/>
    <p:sldId id="750" r:id="rId64"/>
    <p:sldId id="773" r:id="rId65"/>
    <p:sldId id="791" r:id="rId66"/>
    <p:sldId id="751" r:id="rId67"/>
    <p:sldId id="752" r:id="rId68"/>
    <p:sldId id="753" r:id="rId69"/>
    <p:sldId id="754" r:id="rId70"/>
    <p:sldId id="755" r:id="rId71"/>
    <p:sldId id="756" r:id="rId72"/>
    <p:sldId id="757" r:id="rId73"/>
    <p:sldId id="758" r:id="rId74"/>
    <p:sldId id="759" r:id="rId75"/>
    <p:sldId id="760" r:id="rId76"/>
    <p:sldId id="761" r:id="rId77"/>
    <p:sldId id="762" r:id="rId78"/>
    <p:sldId id="763" r:id="rId79"/>
    <p:sldId id="764" r:id="rId80"/>
    <p:sldId id="767" r:id="rId81"/>
    <p:sldId id="768" r:id="rId82"/>
    <p:sldId id="776" r:id="rId83"/>
    <p:sldId id="830" r:id="rId84"/>
    <p:sldId id="769" r:id="rId85"/>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2A04"/>
    <a:srgbClr val="432003"/>
    <a:srgbClr val="67310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2" autoAdjust="0"/>
    <p:restoredTop sz="90945" autoAdjust="0"/>
  </p:normalViewPr>
  <p:slideViewPr>
    <p:cSldViewPr>
      <p:cViewPr varScale="1">
        <p:scale>
          <a:sx n="62" d="100"/>
          <a:sy n="62" d="100"/>
        </p:scale>
        <p:origin x="1396"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0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handoutMaster" Target="handoutMasters/handout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1.wmf"/><Relationship Id="rId7" Type="http://schemas.openxmlformats.org/officeDocument/2006/relationships/image" Target="../media/image34.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3.wmf"/><Relationship Id="rId5" Type="http://schemas.openxmlformats.org/officeDocument/2006/relationships/image" Target="../media/image25.wmf"/><Relationship Id="rId4" Type="http://schemas.openxmlformats.org/officeDocument/2006/relationships/image" Target="../media/image32.wmf"/><Relationship Id="rId9"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48.wmf"/><Relationship Id="rId4"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image" Target="../media/image41.wmf"/><Relationship Id="rId3" Type="http://schemas.openxmlformats.org/officeDocument/2006/relationships/image" Target="../media/image51.wmf"/><Relationship Id="rId7" Type="http://schemas.openxmlformats.org/officeDocument/2006/relationships/image" Target="../media/image55.wmf"/><Relationship Id="rId12" Type="http://schemas.openxmlformats.org/officeDocument/2006/relationships/image" Target="../media/image42.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11" Type="http://schemas.openxmlformats.org/officeDocument/2006/relationships/image" Target="../media/image59.wmf"/><Relationship Id="rId5" Type="http://schemas.openxmlformats.org/officeDocument/2006/relationships/image" Target="../media/image53.wmf"/><Relationship Id="rId10" Type="http://schemas.openxmlformats.org/officeDocument/2006/relationships/image" Target="../media/image58.wmf"/><Relationship Id="rId4" Type="http://schemas.openxmlformats.org/officeDocument/2006/relationships/image" Target="../media/image52.wmf"/><Relationship Id="rId9" Type="http://schemas.openxmlformats.org/officeDocument/2006/relationships/image" Target="../media/image57.wmf"/><Relationship Id="rId14" Type="http://schemas.openxmlformats.org/officeDocument/2006/relationships/image" Target="../media/image60.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image" Target="../media/image59.wmf"/><Relationship Id="rId3" Type="http://schemas.openxmlformats.org/officeDocument/2006/relationships/image" Target="../media/image63.wmf"/><Relationship Id="rId7" Type="http://schemas.openxmlformats.org/officeDocument/2006/relationships/image" Target="../media/image67.wmf"/><Relationship Id="rId12" Type="http://schemas.openxmlformats.org/officeDocument/2006/relationships/image" Target="../media/image58.wmf"/><Relationship Id="rId17" Type="http://schemas.openxmlformats.org/officeDocument/2006/relationships/image" Target="../media/image71.wmf"/><Relationship Id="rId2" Type="http://schemas.openxmlformats.org/officeDocument/2006/relationships/image" Target="../media/image62.wmf"/><Relationship Id="rId16" Type="http://schemas.openxmlformats.org/officeDocument/2006/relationships/image" Target="../media/image70.wmf"/><Relationship Id="rId1" Type="http://schemas.openxmlformats.org/officeDocument/2006/relationships/image" Target="../media/image61.wmf"/><Relationship Id="rId6" Type="http://schemas.openxmlformats.org/officeDocument/2006/relationships/image" Target="../media/image66.wmf"/><Relationship Id="rId11" Type="http://schemas.openxmlformats.org/officeDocument/2006/relationships/image" Target="../media/image57.wmf"/><Relationship Id="rId5" Type="http://schemas.openxmlformats.org/officeDocument/2006/relationships/image" Target="../media/image65.wmf"/><Relationship Id="rId15" Type="http://schemas.openxmlformats.org/officeDocument/2006/relationships/image" Target="../media/image41.wmf"/><Relationship Id="rId10" Type="http://schemas.openxmlformats.org/officeDocument/2006/relationships/image" Target="../media/image56.wmf"/><Relationship Id="rId4" Type="http://schemas.openxmlformats.org/officeDocument/2006/relationships/image" Target="../media/image64.wmf"/><Relationship Id="rId9" Type="http://schemas.openxmlformats.org/officeDocument/2006/relationships/image" Target="../media/image69.wmf"/><Relationship Id="rId14"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7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image" Target="../media/image87.wmf"/><Relationship Id="rId7" Type="http://schemas.openxmlformats.org/officeDocument/2006/relationships/image" Target="../media/image89.wmf"/><Relationship Id="rId12" Type="http://schemas.openxmlformats.org/officeDocument/2006/relationships/image" Target="../media/image94.wmf"/><Relationship Id="rId2" Type="http://schemas.openxmlformats.org/officeDocument/2006/relationships/image" Target="../media/image86.wmf"/><Relationship Id="rId1" Type="http://schemas.openxmlformats.org/officeDocument/2006/relationships/image" Target="../media/image85.wmf"/><Relationship Id="rId6" Type="http://schemas.openxmlformats.org/officeDocument/2006/relationships/image" Target="../media/image42.wmf"/><Relationship Id="rId11" Type="http://schemas.openxmlformats.org/officeDocument/2006/relationships/image" Target="../media/image93.wmf"/><Relationship Id="rId5" Type="http://schemas.openxmlformats.org/officeDocument/2006/relationships/image" Target="../media/image41.wmf"/><Relationship Id="rId10" Type="http://schemas.openxmlformats.org/officeDocument/2006/relationships/image" Target="../media/image92.wmf"/><Relationship Id="rId4" Type="http://schemas.openxmlformats.org/officeDocument/2006/relationships/image" Target="../media/image88.wmf"/><Relationship Id="rId9"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 Id="rId5" Type="http://schemas.openxmlformats.org/officeDocument/2006/relationships/image" Target="../media/image42.wmf"/><Relationship Id="rId4"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image" Target="../media/image102.wmf"/><Relationship Id="rId7" Type="http://schemas.openxmlformats.org/officeDocument/2006/relationships/image" Target="../media/image105.wmf"/><Relationship Id="rId2" Type="http://schemas.openxmlformats.org/officeDocument/2006/relationships/image" Target="../media/image101.wmf"/><Relationship Id="rId1" Type="http://schemas.openxmlformats.org/officeDocument/2006/relationships/image" Target="../media/image100.wmf"/><Relationship Id="rId6" Type="http://schemas.openxmlformats.org/officeDocument/2006/relationships/image" Target="../media/image104.wmf"/><Relationship Id="rId11" Type="http://schemas.openxmlformats.org/officeDocument/2006/relationships/image" Target="../media/image109.wmf"/><Relationship Id="rId5" Type="http://schemas.openxmlformats.org/officeDocument/2006/relationships/image" Target="../media/image103.wmf"/><Relationship Id="rId10" Type="http://schemas.openxmlformats.org/officeDocument/2006/relationships/image" Target="../media/image108.wmf"/><Relationship Id="rId4" Type="http://schemas.openxmlformats.org/officeDocument/2006/relationships/image" Target="../media/image90.wmf"/><Relationship Id="rId9" Type="http://schemas.openxmlformats.org/officeDocument/2006/relationships/image" Target="../media/image107.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3.wmf"/><Relationship Id="rId7"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10.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 Id="rId4" Type="http://schemas.openxmlformats.org/officeDocument/2006/relationships/image" Target="../media/image11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8.wmf"/><Relationship Id="rId7" Type="http://schemas.openxmlformats.org/officeDocument/2006/relationships/image" Target="../media/image122.wmf"/><Relationship Id="rId2" Type="http://schemas.openxmlformats.org/officeDocument/2006/relationships/image" Target="../media/image117.wmf"/><Relationship Id="rId1" Type="http://schemas.openxmlformats.org/officeDocument/2006/relationships/image" Target="../media/image116.wmf"/><Relationship Id="rId6" Type="http://schemas.openxmlformats.org/officeDocument/2006/relationships/image" Target="../media/image121.wmf"/><Relationship Id="rId5" Type="http://schemas.openxmlformats.org/officeDocument/2006/relationships/image" Target="../media/image120.wmf"/><Relationship Id="rId4" Type="http://schemas.openxmlformats.org/officeDocument/2006/relationships/image" Target="../media/image11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5.wmf"/><Relationship Id="rId2" Type="http://schemas.openxmlformats.org/officeDocument/2006/relationships/image" Target="../media/image124.wmf"/><Relationship Id="rId1" Type="http://schemas.openxmlformats.org/officeDocument/2006/relationships/image" Target="../media/image123.wmf"/><Relationship Id="rId5" Type="http://schemas.openxmlformats.org/officeDocument/2006/relationships/image" Target="../media/image127.wmf"/><Relationship Id="rId4" Type="http://schemas.openxmlformats.org/officeDocument/2006/relationships/image" Target="../media/image12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3.wmf"/><Relationship Id="rId1" Type="http://schemas.openxmlformats.org/officeDocument/2006/relationships/image" Target="../media/image12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 Id="rId5" Type="http://schemas.openxmlformats.org/officeDocument/2006/relationships/image" Target="../media/image133.wmf"/><Relationship Id="rId4" Type="http://schemas.openxmlformats.org/officeDocument/2006/relationships/image" Target="../media/image13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24.wmf"/><Relationship Id="rId1" Type="http://schemas.openxmlformats.org/officeDocument/2006/relationships/image" Target="../media/image123.wmf"/><Relationship Id="rId4" Type="http://schemas.openxmlformats.org/officeDocument/2006/relationships/image" Target="../media/image135.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14.wmf"/><Relationship Id="rId7" Type="http://schemas.openxmlformats.org/officeDocument/2006/relationships/image" Target="../media/image13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15.wmf"/><Relationship Id="rId9" Type="http://schemas.openxmlformats.org/officeDocument/2006/relationships/image" Target="../media/image14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42.wmf"/><Relationship Id="rId1" Type="http://schemas.openxmlformats.org/officeDocument/2006/relationships/image" Target="../media/image14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44.wmf"/><Relationship Id="rId7" Type="http://schemas.openxmlformats.org/officeDocument/2006/relationships/image" Target="../media/image148.wmf"/><Relationship Id="rId2" Type="http://schemas.openxmlformats.org/officeDocument/2006/relationships/image" Target="../media/image143.wmf"/><Relationship Id="rId1" Type="http://schemas.openxmlformats.org/officeDocument/2006/relationships/image" Target="../media/image123.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52.png"/></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image" Target="../media/image157.wmf"/><Relationship Id="rId7" Type="http://schemas.openxmlformats.org/officeDocument/2006/relationships/image" Target="../media/image161.wmf"/><Relationship Id="rId2" Type="http://schemas.openxmlformats.org/officeDocument/2006/relationships/image" Target="../media/image154.wmf"/><Relationship Id="rId1" Type="http://schemas.openxmlformats.org/officeDocument/2006/relationships/image" Target="../media/image156.wmf"/><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5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78.wmf"/><Relationship Id="rId1" Type="http://schemas.openxmlformats.org/officeDocument/2006/relationships/image" Target="../media/image177.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4.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8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A8BBFDF-740C-4CFC-BCB7-15C99AFB9A3C}"/>
              </a:ext>
            </a:extLst>
          </p:cNvPr>
          <p:cNvSpPr>
            <a:spLocks noGrp="1"/>
          </p:cNvSpPr>
          <p:nvPr>
            <p:ph type="hdr" sz="quarter"/>
          </p:nvPr>
        </p:nvSpPr>
        <p:spPr>
          <a:xfrm>
            <a:off x="0" y="0"/>
            <a:ext cx="3076575" cy="512763"/>
          </a:xfrm>
          <a:prstGeom prst="rect">
            <a:avLst/>
          </a:prstGeom>
        </p:spPr>
        <p:txBody>
          <a:bodyPr vert="horz" lIns="95445" tIns="47723" rIns="95445" bIns="47723" rtlCol="0"/>
          <a:lstStyle>
            <a:lvl1pPr algn="l">
              <a:defRPr sz="13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82CF47BE-95D1-4ABE-AC06-1F8AF9F11071}"/>
              </a:ext>
            </a:extLst>
          </p:cNvPr>
          <p:cNvSpPr>
            <a:spLocks noGrp="1"/>
          </p:cNvSpPr>
          <p:nvPr>
            <p:ph type="dt" sz="quarter" idx="1"/>
          </p:nvPr>
        </p:nvSpPr>
        <p:spPr>
          <a:xfrm>
            <a:off x="4021138" y="0"/>
            <a:ext cx="3076575" cy="512763"/>
          </a:xfrm>
          <a:prstGeom prst="rect">
            <a:avLst/>
          </a:prstGeom>
        </p:spPr>
        <p:txBody>
          <a:bodyPr vert="horz" lIns="95445" tIns="47723" rIns="95445" bIns="47723" rtlCol="0"/>
          <a:lstStyle>
            <a:lvl1pPr algn="r">
              <a:defRPr sz="1300">
                <a:latin typeface="Arial" charset="0"/>
                <a:ea typeface="宋体" charset="-122"/>
              </a:defRPr>
            </a:lvl1pPr>
          </a:lstStyle>
          <a:p>
            <a:pPr>
              <a:defRPr/>
            </a:pPr>
            <a:fld id="{F866BF57-B070-46FE-9861-D2649836444F}" type="datetimeFigureOut">
              <a:rPr lang="zh-CN" altLang="en-US"/>
              <a:pPr>
                <a:defRPr/>
              </a:pPr>
              <a:t>2025/04/21</a:t>
            </a:fld>
            <a:endParaRPr lang="zh-CN" altLang="en-US"/>
          </a:p>
        </p:txBody>
      </p:sp>
      <p:sp>
        <p:nvSpPr>
          <p:cNvPr id="4" name="页脚占位符 3">
            <a:extLst>
              <a:ext uri="{FF2B5EF4-FFF2-40B4-BE49-F238E27FC236}">
                <a16:creationId xmlns:a16="http://schemas.microsoft.com/office/drawing/2014/main" id="{FA2FF15A-BA3E-4E59-BF33-C626367D5E70}"/>
              </a:ext>
            </a:extLst>
          </p:cNvPr>
          <p:cNvSpPr>
            <a:spLocks noGrp="1"/>
          </p:cNvSpPr>
          <p:nvPr>
            <p:ph type="ftr" sz="quarter" idx="2"/>
          </p:nvPr>
        </p:nvSpPr>
        <p:spPr>
          <a:xfrm>
            <a:off x="0" y="9720263"/>
            <a:ext cx="3076575" cy="512762"/>
          </a:xfrm>
          <a:prstGeom prst="rect">
            <a:avLst/>
          </a:prstGeom>
        </p:spPr>
        <p:txBody>
          <a:bodyPr vert="horz" lIns="95445" tIns="47723" rIns="95445" bIns="47723" rtlCol="0" anchor="b"/>
          <a:lstStyle>
            <a:lvl1pPr algn="l">
              <a:defRPr sz="13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988865ED-5FFE-4AFA-9D3B-E4B583C6FB72}"/>
              </a:ext>
            </a:extLst>
          </p:cNvPr>
          <p:cNvSpPr>
            <a:spLocks noGrp="1"/>
          </p:cNvSpPr>
          <p:nvPr>
            <p:ph type="sldNum" sz="quarter" idx="3"/>
          </p:nvPr>
        </p:nvSpPr>
        <p:spPr>
          <a:xfrm>
            <a:off x="4021138" y="9720263"/>
            <a:ext cx="3076575" cy="512762"/>
          </a:xfrm>
          <a:prstGeom prst="rect">
            <a:avLst/>
          </a:prstGeom>
        </p:spPr>
        <p:txBody>
          <a:bodyPr vert="horz" wrap="square" lIns="95445" tIns="47723" rIns="95445" bIns="47723" numCol="1" anchor="b" anchorCtr="0" compatLnSpc="1">
            <a:prstTxWarp prst="textNoShape">
              <a:avLst/>
            </a:prstTxWarp>
          </a:bodyPr>
          <a:lstStyle>
            <a:lvl1pPr algn="r">
              <a:defRPr sz="1300"/>
            </a:lvl1pPr>
          </a:lstStyle>
          <a:p>
            <a:fld id="{7B329677-F936-4727-A99E-50E8F308725A}"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15A6E59-9E7E-46B4-A9E7-0001C6C88D85}"/>
              </a:ext>
            </a:extLst>
          </p:cNvPr>
          <p:cNvSpPr>
            <a:spLocks noGrp="1"/>
          </p:cNvSpPr>
          <p:nvPr>
            <p:ph type="hdr" sz="quarter"/>
          </p:nvPr>
        </p:nvSpPr>
        <p:spPr>
          <a:xfrm>
            <a:off x="0" y="0"/>
            <a:ext cx="3076575" cy="511175"/>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4CBACF5-33FD-46A6-9CE0-5AD3B48AF48F}"/>
              </a:ext>
            </a:extLst>
          </p:cNvPr>
          <p:cNvSpPr>
            <a:spLocks noGrp="1"/>
          </p:cNvSpPr>
          <p:nvPr>
            <p:ph type="dt" idx="1"/>
          </p:nvPr>
        </p:nvSpPr>
        <p:spPr>
          <a:xfrm>
            <a:off x="4021138" y="0"/>
            <a:ext cx="3076575" cy="511175"/>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008A74F4-04FD-4107-A73D-DC1BE16BCC7F}" type="datetimeFigureOut">
              <a:rPr lang="zh-CN" altLang="en-US"/>
              <a:pPr>
                <a:defRPr/>
              </a:pPr>
              <a:t>2025/04/21</a:t>
            </a:fld>
            <a:endParaRPr lang="zh-CN" altLang="en-US"/>
          </a:p>
        </p:txBody>
      </p:sp>
      <p:sp>
        <p:nvSpPr>
          <p:cNvPr id="4" name="幻灯片图像占位符 3">
            <a:extLst>
              <a:ext uri="{FF2B5EF4-FFF2-40B4-BE49-F238E27FC236}">
                <a16:creationId xmlns:a16="http://schemas.microsoft.com/office/drawing/2014/main" id="{99835B37-6795-43D1-8524-40C89F6F8E1F}"/>
              </a:ext>
            </a:extLst>
          </p:cNvPr>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a:extLst>
              <a:ext uri="{FF2B5EF4-FFF2-40B4-BE49-F238E27FC236}">
                <a16:creationId xmlns:a16="http://schemas.microsoft.com/office/drawing/2014/main" id="{5065A6B3-6389-4C64-8C6F-7E6A89BB72C8}"/>
              </a:ext>
            </a:extLst>
          </p:cNvPr>
          <p:cNvSpPr>
            <a:spLocks noGrp="1"/>
          </p:cNvSpPr>
          <p:nvPr>
            <p:ph type="body" sz="quarter" idx="3"/>
          </p:nvPr>
        </p:nvSpPr>
        <p:spPr>
          <a:xfrm>
            <a:off x="709613" y="4860925"/>
            <a:ext cx="5680075" cy="4605338"/>
          </a:xfrm>
          <a:prstGeom prst="rect">
            <a:avLst/>
          </a:prstGeom>
        </p:spPr>
        <p:txBody>
          <a:bodyPr vert="horz" lIns="95445" tIns="47723" rIns="95445" bIns="4772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6C8616DC-9031-4D80-A44E-46A769B2A299}"/>
              </a:ext>
            </a:extLst>
          </p:cNvPr>
          <p:cNvSpPr>
            <a:spLocks noGrp="1"/>
          </p:cNvSpPr>
          <p:nvPr>
            <p:ph type="ftr" sz="quarter" idx="4"/>
          </p:nvPr>
        </p:nvSpPr>
        <p:spPr>
          <a:xfrm>
            <a:off x="0" y="9721850"/>
            <a:ext cx="3076575" cy="511175"/>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BC0EB298-D1F6-4F89-A90A-A672AA9CF92B}"/>
              </a:ext>
            </a:extLst>
          </p:cNvPr>
          <p:cNvSpPr>
            <a:spLocks noGrp="1"/>
          </p:cNvSpPr>
          <p:nvPr>
            <p:ph type="sldNum" sz="quarter" idx="5"/>
          </p:nvPr>
        </p:nvSpPr>
        <p:spPr>
          <a:xfrm>
            <a:off x="4021138" y="9721850"/>
            <a:ext cx="3076575" cy="511175"/>
          </a:xfrm>
          <a:prstGeom prst="rect">
            <a:avLst/>
          </a:prstGeom>
        </p:spPr>
        <p:txBody>
          <a:bodyPr vert="horz" wrap="square" lIns="95445" tIns="47723" rIns="95445" bIns="47723" numCol="1" anchor="b" anchorCtr="0" compatLnSpc="1">
            <a:prstTxWarp prst="textNoShape">
              <a:avLst/>
            </a:prstTxWarp>
          </a:bodyPr>
          <a:lstStyle>
            <a:lvl1pPr algn="r">
              <a:defRPr sz="1300">
                <a:latin typeface="Calibri" panose="020F0502020204030204" pitchFamily="34" charset="0"/>
              </a:defRPr>
            </a:lvl1pPr>
          </a:lstStyle>
          <a:p>
            <a:fld id="{156E9D30-63D6-4FCF-A73A-34D01976610C}"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156E9D30-63D6-4FCF-A73A-34D01976610C}" type="slidenum">
              <a:rPr lang="zh-CN" altLang="en-US" smtClean="0"/>
              <a:pPr/>
              <a:t>6</a:t>
            </a:fld>
            <a:endParaRPr lang="zh-CN" altLang="en-US"/>
          </a:p>
        </p:txBody>
      </p:sp>
    </p:spTree>
    <p:extLst>
      <p:ext uri="{BB962C8B-B14F-4D97-AF65-F5344CB8AC3E}">
        <p14:creationId xmlns:p14="http://schemas.microsoft.com/office/powerpoint/2010/main" val="305843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156E9D30-63D6-4FCF-A73A-34D01976610C}" type="slidenum">
              <a:rPr lang="zh-CN" altLang="en-US" smtClean="0"/>
              <a:pPr/>
              <a:t>9</a:t>
            </a:fld>
            <a:endParaRPr lang="zh-CN" altLang="en-US"/>
          </a:p>
        </p:txBody>
      </p:sp>
    </p:spTree>
    <p:extLst>
      <p:ext uri="{BB962C8B-B14F-4D97-AF65-F5344CB8AC3E}">
        <p14:creationId xmlns:p14="http://schemas.microsoft.com/office/powerpoint/2010/main" val="3954281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a:t>
            </a:r>
            <a:r>
              <a:rPr lang="en-US" altLang="zh-CN" dirty="0" smtClean="0"/>
              <a:t>9.16</a:t>
            </a:r>
            <a:endParaRPr lang="zh-CN" altLang="en-US" dirty="0"/>
          </a:p>
        </p:txBody>
      </p:sp>
      <p:sp>
        <p:nvSpPr>
          <p:cNvPr id="4" name="灯片编号占位符 3"/>
          <p:cNvSpPr>
            <a:spLocks noGrp="1"/>
          </p:cNvSpPr>
          <p:nvPr>
            <p:ph type="sldNum" sz="quarter" idx="10"/>
          </p:nvPr>
        </p:nvSpPr>
        <p:spPr/>
        <p:txBody>
          <a:bodyPr/>
          <a:lstStyle/>
          <a:p>
            <a:fld id="{156E9D30-63D6-4FCF-A73A-34D01976610C}" type="slidenum">
              <a:rPr lang="zh-CN" altLang="en-US" smtClean="0"/>
              <a:pPr/>
              <a:t>47</a:t>
            </a:fld>
            <a:endParaRPr lang="zh-CN" altLang="en-US"/>
          </a:p>
        </p:txBody>
      </p:sp>
    </p:spTree>
    <p:extLst>
      <p:ext uri="{BB962C8B-B14F-4D97-AF65-F5344CB8AC3E}">
        <p14:creationId xmlns:p14="http://schemas.microsoft.com/office/powerpoint/2010/main" val="108973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下面这幅极点分布与终值关系的图主要是说明，如果极点在</a:t>
            </a:r>
            <a:r>
              <a:rPr lang="en-US" altLang="zh-CN" dirty="0" err="1" smtClean="0"/>
              <a:t>jw</a:t>
            </a:r>
            <a:r>
              <a:rPr lang="zh-CN" altLang="en-US" dirty="0" smtClean="0"/>
              <a:t>轴右边，信号就会发散，不存在终值；如果极点在</a:t>
            </a:r>
            <a:r>
              <a:rPr lang="en-US" altLang="zh-CN" dirty="0" err="1" smtClean="0"/>
              <a:t>jw</a:t>
            </a:r>
            <a:r>
              <a:rPr lang="zh-CN" altLang="en-US" dirty="0" smtClean="0"/>
              <a:t>轴左边，则信号会收敛，从而存在终值；如果极点在实轴上，则信号没有震荡，否则会出现震荡；当极点在</a:t>
            </a:r>
            <a:r>
              <a:rPr lang="en-US" altLang="zh-CN" dirty="0" err="1" smtClean="0"/>
              <a:t>jw</a:t>
            </a:r>
            <a:r>
              <a:rPr lang="zh-CN" altLang="en-US" dirty="0" smtClean="0"/>
              <a:t>轴上时，只有位于</a:t>
            </a:r>
            <a:r>
              <a:rPr lang="en-US" altLang="zh-CN" dirty="0" smtClean="0"/>
              <a:t>0</a:t>
            </a:r>
            <a:r>
              <a:rPr lang="zh-CN" altLang="en-US" dirty="0" smtClean="0"/>
              <a:t>处才有终值，因为这时信号是</a:t>
            </a:r>
            <a:r>
              <a:rPr lang="en-US" altLang="zh-CN" dirty="0" smtClean="0"/>
              <a:t>u(t)</a:t>
            </a:r>
            <a:r>
              <a:rPr lang="zh-CN" altLang="en-US" dirty="0" smtClean="0"/>
              <a:t>，否则（即如果不在</a:t>
            </a:r>
            <a:r>
              <a:rPr lang="en-US" altLang="zh-CN" dirty="0" smtClean="0"/>
              <a:t>0</a:t>
            </a:r>
            <a:r>
              <a:rPr lang="zh-CN" altLang="en-US" smtClean="0"/>
              <a:t>处），就会有震荡，从而也不会有终值</a:t>
            </a:r>
            <a:endParaRPr lang="en-US" dirty="0"/>
          </a:p>
        </p:txBody>
      </p:sp>
      <p:sp>
        <p:nvSpPr>
          <p:cNvPr id="4" name="灯片编号占位符 3"/>
          <p:cNvSpPr>
            <a:spLocks noGrp="1"/>
          </p:cNvSpPr>
          <p:nvPr>
            <p:ph type="sldNum" sz="quarter" idx="5"/>
          </p:nvPr>
        </p:nvSpPr>
        <p:spPr/>
        <p:txBody>
          <a:bodyPr/>
          <a:lstStyle/>
          <a:p>
            <a:fld id="{156E9D30-63D6-4FCF-A73A-34D01976610C}" type="slidenum">
              <a:rPr lang="zh-CN" altLang="en-US" smtClean="0"/>
              <a:pPr/>
              <a:t>48</a:t>
            </a:fld>
            <a:endParaRPr lang="zh-CN" altLang="en-US"/>
          </a:p>
        </p:txBody>
      </p:sp>
    </p:spTree>
    <p:extLst>
      <p:ext uri="{BB962C8B-B14F-4D97-AF65-F5344CB8AC3E}">
        <p14:creationId xmlns:p14="http://schemas.microsoft.com/office/powerpoint/2010/main" val="3992090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156E9D30-63D6-4FCF-A73A-34D01976610C}" type="slidenum">
              <a:rPr lang="zh-CN" altLang="en-US" smtClean="0"/>
              <a:pPr/>
              <a:t>49</a:t>
            </a:fld>
            <a:endParaRPr lang="zh-CN" altLang="en-US"/>
          </a:p>
        </p:txBody>
      </p:sp>
    </p:spTree>
    <p:extLst>
      <p:ext uri="{BB962C8B-B14F-4D97-AF65-F5344CB8AC3E}">
        <p14:creationId xmlns:p14="http://schemas.microsoft.com/office/powerpoint/2010/main" val="3795585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85484BF6-DB4A-467E-8964-448E81D80E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AFFBF11B-E1C8-48CD-8CA3-3D36B3A736D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E5F2E0C4-33A4-4CBF-BCF3-60FFA072F5C6}"/>
              </a:ext>
            </a:extLst>
          </p:cNvPr>
          <p:cNvSpPr>
            <a:spLocks noGrp="1"/>
          </p:cNvSpPr>
          <p:nvPr>
            <p:ph type="dt" sz="half" idx="10"/>
          </p:nvPr>
        </p:nvSpPr>
        <p:spPr/>
        <p:txBody>
          <a:bodyPr/>
          <a:lstStyle>
            <a:lvl1pPr>
              <a:defRPr/>
            </a:lvl1pPr>
          </a:lstStyle>
          <a:p>
            <a:pPr>
              <a:defRPr/>
            </a:pPr>
            <a:fld id="{1C5FA172-656C-4823-8CFF-6EDDB79C6A20}"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C6542E0D-FE70-41E5-820B-8261564EBF20}"/>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8E6994D9-6913-43B7-ABA5-6C90AD57EF24}"/>
              </a:ext>
            </a:extLst>
          </p:cNvPr>
          <p:cNvSpPr>
            <a:spLocks noGrp="1"/>
          </p:cNvSpPr>
          <p:nvPr>
            <p:ph type="sldNum" sz="quarter" idx="12"/>
          </p:nvPr>
        </p:nvSpPr>
        <p:spPr/>
        <p:txBody>
          <a:bodyPr/>
          <a:lstStyle>
            <a:lvl1pPr>
              <a:defRPr/>
            </a:lvl1pPr>
          </a:lstStyle>
          <a:p>
            <a:fld id="{5739D33E-4E5D-4CD5-B8BE-3B788153EFD6}" type="slidenum">
              <a:rPr lang="zh-CN" altLang="en-US"/>
              <a:pPr/>
              <a:t>‹#›</a:t>
            </a:fld>
            <a:endParaRPr lang="zh-CN" altLang="en-US"/>
          </a:p>
        </p:txBody>
      </p:sp>
    </p:spTree>
    <p:extLst>
      <p:ext uri="{BB962C8B-B14F-4D97-AF65-F5344CB8AC3E}">
        <p14:creationId xmlns:p14="http://schemas.microsoft.com/office/powerpoint/2010/main" val="724187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EF9390A2-53CC-4785-9741-11894A018330}"/>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0F7B8D8A-5372-4271-A3F2-5BCBE90C3E3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D15F1BCA-2E06-43FA-A26E-D1062AE9F6D2}"/>
              </a:ext>
            </a:extLst>
          </p:cNvPr>
          <p:cNvSpPr>
            <a:spLocks noGrp="1"/>
          </p:cNvSpPr>
          <p:nvPr>
            <p:ph type="dt" sz="half" idx="10"/>
          </p:nvPr>
        </p:nvSpPr>
        <p:spPr/>
        <p:txBody>
          <a:bodyPr/>
          <a:lstStyle>
            <a:lvl1pPr>
              <a:defRPr/>
            </a:lvl1pPr>
          </a:lstStyle>
          <a:p>
            <a:pPr>
              <a:defRPr/>
            </a:pPr>
            <a:fld id="{FBDA178A-3E9C-4702-9DBB-9C27157AD417}"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1F645EF3-6213-41FD-9908-CDC56FB371C5}"/>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6946AFB6-7BB1-4DAB-A8A8-D1A8B318C70A}"/>
              </a:ext>
            </a:extLst>
          </p:cNvPr>
          <p:cNvSpPr>
            <a:spLocks noGrp="1"/>
          </p:cNvSpPr>
          <p:nvPr>
            <p:ph type="sldNum" sz="quarter" idx="12"/>
          </p:nvPr>
        </p:nvSpPr>
        <p:spPr/>
        <p:txBody>
          <a:bodyPr/>
          <a:lstStyle>
            <a:lvl1pPr>
              <a:defRPr/>
            </a:lvl1pPr>
          </a:lstStyle>
          <a:p>
            <a:fld id="{3B02FDE2-2CF3-40DD-8D75-50485A4CD79C}" type="slidenum">
              <a:rPr lang="zh-CN" altLang="en-US"/>
              <a:pPr/>
              <a:t>‹#›</a:t>
            </a:fld>
            <a:endParaRPr lang="zh-CN" altLang="en-US"/>
          </a:p>
        </p:txBody>
      </p:sp>
    </p:spTree>
    <p:extLst>
      <p:ext uri="{BB962C8B-B14F-4D97-AF65-F5344CB8AC3E}">
        <p14:creationId xmlns:p14="http://schemas.microsoft.com/office/powerpoint/2010/main" val="2212119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C9B2DEF-EE70-4632-83C0-B23A2227C28F}"/>
              </a:ext>
            </a:extLst>
          </p:cNvPr>
          <p:cNvSpPr>
            <a:spLocks noGrp="1"/>
          </p:cNvSpPr>
          <p:nvPr>
            <p:ph type="dt" sz="half" idx="10"/>
          </p:nvPr>
        </p:nvSpPr>
        <p:spPr/>
        <p:txBody>
          <a:bodyPr/>
          <a:lstStyle>
            <a:lvl1pPr>
              <a:defRPr/>
            </a:lvl1pPr>
          </a:lstStyle>
          <a:p>
            <a:pPr>
              <a:defRPr/>
            </a:pPr>
            <a:fld id="{8A73FE61-45FF-45AF-A9FE-210FC002D32D}"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F0789B5C-87CB-49E2-9861-6E94AD945CC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BC090458-7A53-4081-935C-A8A78CBD6D8E}"/>
              </a:ext>
            </a:extLst>
          </p:cNvPr>
          <p:cNvSpPr>
            <a:spLocks noGrp="1"/>
          </p:cNvSpPr>
          <p:nvPr>
            <p:ph type="sldNum" sz="quarter" idx="12"/>
          </p:nvPr>
        </p:nvSpPr>
        <p:spPr/>
        <p:txBody>
          <a:bodyPr/>
          <a:lstStyle>
            <a:lvl1pPr>
              <a:defRPr/>
            </a:lvl1pPr>
          </a:lstStyle>
          <a:p>
            <a:fld id="{D6ED29B4-4ADF-4DC1-8390-379BFE72D581}" type="slidenum">
              <a:rPr lang="zh-CN" altLang="en-US"/>
              <a:pPr/>
              <a:t>‹#›</a:t>
            </a:fld>
            <a:endParaRPr lang="zh-CN" altLang="en-US"/>
          </a:p>
        </p:txBody>
      </p:sp>
    </p:spTree>
    <p:extLst>
      <p:ext uri="{BB962C8B-B14F-4D97-AF65-F5344CB8AC3E}">
        <p14:creationId xmlns:p14="http://schemas.microsoft.com/office/powerpoint/2010/main" val="24679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821CF602-8AAD-4085-A915-2808DE23E0B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AEBF060F-C17A-4FD4-94B4-CA7778C9FF15}"/>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9CF4DFB5-B957-4F6A-BA7F-D13458C0DA7F}"/>
              </a:ext>
            </a:extLst>
          </p:cNvPr>
          <p:cNvSpPr>
            <a:spLocks noGrp="1"/>
          </p:cNvSpPr>
          <p:nvPr>
            <p:ph type="dt" sz="half" idx="10"/>
          </p:nvPr>
        </p:nvSpPr>
        <p:spPr/>
        <p:txBody>
          <a:bodyPr/>
          <a:lstStyle>
            <a:lvl1pPr>
              <a:defRPr/>
            </a:lvl1pPr>
          </a:lstStyle>
          <a:p>
            <a:pPr>
              <a:defRPr/>
            </a:pPr>
            <a:fld id="{C0AE2986-E8DD-4E3C-8827-F2246A75F267}" type="datetime1">
              <a:rPr lang="zh-CN" altLang="en-US"/>
              <a:pPr>
                <a:defRPr/>
              </a:pPr>
              <a:t>2025/04/21</a:t>
            </a:fld>
            <a:endParaRPr lang="zh-CN" altLang="en-US"/>
          </a:p>
        </p:txBody>
      </p:sp>
      <p:sp>
        <p:nvSpPr>
          <p:cNvPr id="8" name="页脚占位符 5">
            <a:extLst>
              <a:ext uri="{FF2B5EF4-FFF2-40B4-BE49-F238E27FC236}">
                <a16:creationId xmlns:a16="http://schemas.microsoft.com/office/drawing/2014/main" id="{39A50ABA-54D7-4515-AF95-D15F771FB2EE}"/>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9DCA976D-145E-42BE-B223-4EF3D0454963}"/>
              </a:ext>
            </a:extLst>
          </p:cNvPr>
          <p:cNvSpPr>
            <a:spLocks noGrp="1"/>
          </p:cNvSpPr>
          <p:nvPr>
            <p:ph type="sldNum" sz="quarter" idx="12"/>
          </p:nvPr>
        </p:nvSpPr>
        <p:spPr/>
        <p:txBody>
          <a:bodyPr/>
          <a:lstStyle>
            <a:lvl1pPr>
              <a:defRPr/>
            </a:lvl1pPr>
          </a:lstStyle>
          <a:p>
            <a:fld id="{710BB2A8-F469-4857-89EC-86F11DFC3FA9}" type="slidenum">
              <a:rPr lang="zh-CN" altLang="en-US"/>
              <a:pPr/>
              <a:t>‹#›</a:t>
            </a:fld>
            <a:endParaRPr lang="zh-CN" altLang="en-US"/>
          </a:p>
        </p:txBody>
      </p:sp>
    </p:spTree>
    <p:extLst>
      <p:ext uri="{BB962C8B-B14F-4D97-AF65-F5344CB8AC3E}">
        <p14:creationId xmlns:p14="http://schemas.microsoft.com/office/powerpoint/2010/main" val="465752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F241B50D-586B-4EC1-B588-C96DE7AFD00B}"/>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A4905E33-2AD5-4FF2-AA02-1D8A227C3D9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9B8EC009-0119-45B4-9DBB-5F2864C243A4}"/>
              </a:ext>
            </a:extLst>
          </p:cNvPr>
          <p:cNvSpPr>
            <a:spLocks noGrp="1"/>
          </p:cNvSpPr>
          <p:nvPr>
            <p:ph type="dt" sz="half" idx="10"/>
          </p:nvPr>
        </p:nvSpPr>
        <p:spPr/>
        <p:txBody>
          <a:bodyPr/>
          <a:lstStyle>
            <a:lvl1pPr>
              <a:defRPr/>
            </a:lvl1pPr>
          </a:lstStyle>
          <a:p>
            <a:pPr>
              <a:defRPr/>
            </a:pPr>
            <a:fld id="{A139402C-ABE8-490F-964A-E44605938514}" type="datetime1">
              <a:rPr lang="zh-CN" altLang="en-US"/>
              <a:pPr>
                <a:defRPr/>
              </a:pPr>
              <a:t>2025/04/21</a:t>
            </a:fld>
            <a:endParaRPr lang="zh-CN" altLang="en-US"/>
          </a:p>
        </p:txBody>
      </p:sp>
      <p:sp>
        <p:nvSpPr>
          <p:cNvPr id="10" name="页脚占位符 7">
            <a:extLst>
              <a:ext uri="{FF2B5EF4-FFF2-40B4-BE49-F238E27FC236}">
                <a16:creationId xmlns:a16="http://schemas.microsoft.com/office/drawing/2014/main" id="{DA837891-645E-4145-8804-C415BE060635}"/>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7A043CEB-B31A-4B36-A26C-A3927B087F1E}"/>
              </a:ext>
            </a:extLst>
          </p:cNvPr>
          <p:cNvSpPr>
            <a:spLocks noGrp="1"/>
          </p:cNvSpPr>
          <p:nvPr>
            <p:ph type="sldNum" sz="quarter" idx="12"/>
          </p:nvPr>
        </p:nvSpPr>
        <p:spPr/>
        <p:txBody>
          <a:bodyPr/>
          <a:lstStyle>
            <a:lvl1pPr>
              <a:defRPr/>
            </a:lvl1pPr>
          </a:lstStyle>
          <a:p>
            <a:fld id="{8F2252A4-FE3C-4F85-AB6D-653E65AB3E57}" type="slidenum">
              <a:rPr lang="zh-CN" altLang="en-US"/>
              <a:pPr/>
              <a:t>‹#›</a:t>
            </a:fld>
            <a:endParaRPr lang="zh-CN" altLang="en-US"/>
          </a:p>
        </p:txBody>
      </p:sp>
    </p:spTree>
    <p:extLst>
      <p:ext uri="{BB962C8B-B14F-4D97-AF65-F5344CB8AC3E}">
        <p14:creationId xmlns:p14="http://schemas.microsoft.com/office/powerpoint/2010/main" val="1152834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BE93D1AD-2524-433B-AF6B-E943D36A205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BFEDC5C4-ACC3-466B-BED2-060E5ED3015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7EC76C54-E239-4B1E-8D96-FBAE1EA40CE6}"/>
              </a:ext>
            </a:extLst>
          </p:cNvPr>
          <p:cNvSpPr>
            <a:spLocks noGrp="1"/>
          </p:cNvSpPr>
          <p:nvPr>
            <p:ph type="dt" sz="half" idx="10"/>
          </p:nvPr>
        </p:nvSpPr>
        <p:spPr/>
        <p:txBody>
          <a:bodyPr/>
          <a:lstStyle>
            <a:lvl1pPr>
              <a:defRPr/>
            </a:lvl1pPr>
          </a:lstStyle>
          <a:p>
            <a:pPr>
              <a:defRPr/>
            </a:pPr>
            <a:fld id="{7A2CCC71-4E27-4C94-9EC7-88C6514B937C}" type="datetime1">
              <a:rPr lang="zh-CN" altLang="en-US"/>
              <a:pPr>
                <a:defRPr/>
              </a:pPr>
              <a:t>2025/04/21</a:t>
            </a:fld>
            <a:endParaRPr lang="zh-CN" altLang="en-US"/>
          </a:p>
        </p:txBody>
      </p:sp>
      <p:sp>
        <p:nvSpPr>
          <p:cNvPr id="6" name="页脚占位符 3">
            <a:extLst>
              <a:ext uri="{FF2B5EF4-FFF2-40B4-BE49-F238E27FC236}">
                <a16:creationId xmlns:a16="http://schemas.microsoft.com/office/drawing/2014/main" id="{2D0E96B9-B12D-429A-98FF-26F7138A583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B2E1FB48-C7FE-4A86-84BE-0472938F9159}"/>
              </a:ext>
            </a:extLst>
          </p:cNvPr>
          <p:cNvSpPr>
            <a:spLocks noGrp="1"/>
          </p:cNvSpPr>
          <p:nvPr>
            <p:ph type="sldNum" sz="quarter" idx="12"/>
          </p:nvPr>
        </p:nvSpPr>
        <p:spPr/>
        <p:txBody>
          <a:bodyPr/>
          <a:lstStyle>
            <a:lvl1pPr>
              <a:defRPr/>
            </a:lvl1pPr>
          </a:lstStyle>
          <a:p>
            <a:fld id="{0CDF2621-0A58-4262-85EB-CBF72AEA78DE}" type="slidenum">
              <a:rPr lang="zh-CN" altLang="en-US"/>
              <a:pPr/>
              <a:t>‹#›</a:t>
            </a:fld>
            <a:endParaRPr lang="zh-CN" altLang="en-US"/>
          </a:p>
        </p:txBody>
      </p:sp>
    </p:spTree>
    <p:extLst>
      <p:ext uri="{BB962C8B-B14F-4D97-AF65-F5344CB8AC3E}">
        <p14:creationId xmlns:p14="http://schemas.microsoft.com/office/powerpoint/2010/main" val="3982484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42A46F9C-8635-4AF2-977B-EEBE0A3B8074}"/>
              </a:ext>
            </a:extLst>
          </p:cNvPr>
          <p:cNvSpPr>
            <a:spLocks noGrp="1"/>
          </p:cNvSpPr>
          <p:nvPr>
            <p:ph type="dt" sz="half" idx="10"/>
          </p:nvPr>
        </p:nvSpPr>
        <p:spPr/>
        <p:txBody>
          <a:bodyPr/>
          <a:lstStyle>
            <a:lvl1pPr>
              <a:defRPr/>
            </a:lvl1pPr>
          </a:lstStyle>
          <a:p>
            <a:pPr>
              <a:defRPr/>
            </a:pPr>
            <a:fld id="{10BE705A-04A8-4149-A09F-D6B83716E73F}" type="datetime1">
              <a:rPr lang="zh-CN" altLang="en-US"/>
              <a:pPr>
                <a:defRPr/>
              </a:pPr>
              <a:t>2025/04/21</a:t>
            </a:fld>
            <a:endParaRPr lang="zh-CN" altLang="en-US" dirty="0"/>
          </a:p>
        </p:txBody>
      </p:sp>
      <p:sp>
        <p:nvSpPr>
          <p:cNvPr id="3" name="页脚占位符 4">
            <a:extLst>
              <a:ext uri="{FF2B5EF4-FFF2-40B4-BE49-F238E27FC236}">
                <a16:creationId xmlns:a16="http://schemas.microsoft.com/office/drawing/2014/main" id="{1FDCDDCC-E22A-4FEC-8D0F-2DAAC4F3A82D}"/>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3E5957C8-A200-4D66-9DD0-3A17CA0B4336}"/>
              </a:ext>
            </a:extLst>
          </p:cNvPr>
          <p:cNvSpPr>
            <a:spLocks noGrp="1"/>
          </p:cNvSpPr>
          <p:nvPr>
            <p:ph type="sldNum" sz="quarter" idx="12"/>
          </p:nvPr>
        </p:nvSpPr>
        <p:spPr/>
        <p:txBody>
          <a:bodyPr/>
          <a:lstStyle>
            <a:lvl1pPr>
              <a:defRPr/>
            </a:lvl1pPr>
          </a:lstStyle>
          <a:p>
            <a:fld id="{092859A6-2E23-4281-8DF6-CD2EF0A10756}" type="slidenum">
              <a:rPr lang="zh-CN" altLang="en-US"/>
              <a:pPr/>
              <a:t>‹#›</a:t>
            </a:fld>
            <a:endParaRPr lang="zh-CN" altLang="en-US"/>
          </a:p>
        </p:txBody>
      </p:sp>
    </p:spTree>
    <p:extLst>
      <p:ext uri="{BB962C8B-B14F-4D97-AF65-F5344CB8AC3E}">
        <p14:creationId xmlns:p14="http://schemas.microsoft.com/office/powerpoint/2010/main" val="2020653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6A3D3F85-ED30-4D26-9571-AD8B27986742}"/>
              </a:ext>
            </a:extLst>
          </p:cNvPr>
          <p:cNvSpPr>
            <a:spLocks noGrp="1"/>
          </p:cNvSpPr>
          <p:nvPr>
            <p:ph type="dt" sz="half" idx="10"/>
          </p:nvPr>
        </p:nvSpPr>
        <p:spPr/>
        <p:txBody>
          <a:bodyPr/>
          <a:lstStyle>
            <a:lvl1pPr>
              <a:defRPr/>
            </a:lvl1pPr>
          </a:lstStyle>
          <a:p>
            <a:pPr>
              <a:defRPr/>
            </a:pPr>
            <a:fld id="{DFD8E768-1FC4-4D74-AF54-44241AC02547}"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65CBCC4F-D9C1-487C-8424-CD12DDFC9F4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35A4453-7ACF-4D75-95A5-7654C448CFF1}"/>
              </a:ext>
            </a:extLst>
          </p:cNvPr>
          <p:cNvSpPr>
            <a:spLocks noGrp="1"/>
          </p:cNvSpPr>
          <p:nvPr>
            <p:ph type="sldNum" sz="quarter" idx="12"/>
          </p:nvPr>
        </p:nvSpPr>
        <p:spPr/>
        <p:txBody>
          <a:bodyPr/>
          <a:lstStyle>
            <a:lvl1pPr>
              <a:defRPr/>
            </a:lvl1pPr>
          </a:lstStyle>
          <a:p>
            <a:fld id="{798B02FA-3E9F-4BFB-B10C-37B50C0808A9}" type="slidenum">
              <a:rPr lang="zh-CN" altLang="en-US"/>
              <a:pPr/>
              <a:t>‹#›</a:t>
            </a:fld>
            <a:endParaRPr lang="zh-CN" altLang="en-US"/>
          </a:p>
        </p:txBody>
      </p:sp>
    </p:spTree>
    <p:extLst>
      <p:ext uri="{BB962C8B-B14F-4D97-AF65-F5344CB8AC3E}">
        <p14:creationId xmlns:p14="http://schemas.microsoft.com/office/powerpoint/2010/main" val="332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7E04D98-33BA-4073-8E6C-320BA14F5C25}"/>
              </a:ext>
            </a:extLst>
          </p:cNvPr>
          <p:cNvSpPr>
            <a:spLocks noGrp="1"/>
          </p:cNvSpPr>
          <p:nvPr>
            <p:ph type="dt" sz="half" idx="10"/>
          </p:nvPr>
        </p:nvSpPr>
        <p:spPr/>
        <p:txBody>
          <a:bodyPr/>
          <a:lstStyle>
            <a:lvl1pPr>
              <a:defRPr/>
            </a:lvl1pPr>
          </a:lstStyle>
          <a:p>
            <a:pPr>
              <a:defRPr/>
            </a:pPr>
            <a:fld id="{1E7B7D68-2B9D-4085-AA05-B6ED6FB68A0F}"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EF7DFC8F-F8BE-4124-8F24-DC26222784D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F59B5C9-F183-473F-9DB3-923322B101C5}"/>
              </a:ext>
            </a:extLst>
          </p:cNvPr>
          <p:cNvSpPr>
            <a:spLocks noGrp="1"/>
          </p:cNvSpPr>
          <p:nvPr>
            <p:ph type="sldNum" sz="quarter" idx="12"/>
          </p:nvPr>
        </p:nvSpPr>
        <p:spPr/>
        <p:txBody>
          <a:bodyPr/>
          <a:lstStyle>
            <a:lvl1pPr>
              <a:defRPr/>
            </a:lvl1pPr>
          </a:lstStyle>
          <a:p>
            <a:fld id="{4FE5D449-C228-4CAC-AE38-586A55D4C31B}" type="slidenum">
              <a:rPr lang="zh-CN" altLang="en-US"/>
              <a:pPr/>
              <a:t>‹#›</a:t>
            </a:fld>
            <a:endParaRPr lang="zh-CN" altLang="en-US"/>
          </a:p>
        </p:txBody>
      </p:sp>
    </p:spTree>
    <p:extLst>
      <p:ext uri="{BB962C8B-B14F-4D97-AF65-F5344CB8AC3E}">
        <p14:creationId xmlns:p14="http://schemas.microsoft.com/office/powerpoint/2010/main" val="3539078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AA9E281B-6B39-4F7C-9AFC-58F55EB64817}"/>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24E6F1C5-0037-4964-B372-1433FC7AC358}"/>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CD4D9DA3-9204-4B6F-A72C-1129FB0F3CB2}"/>
              </a:ext>
            </a:extLst>
          </p:cNvPr>
          <p:cNvSpPr>
            <a:spLocks noGrp="1"/>
          </p:cNvSpPr>
          <p:nvPr>
            <p:ph type="dt" sz="half" idx="10"/>
          </p:nvPr>
        </p:nvSpPr>
        <p:spPr/>
        <p:txBody>
          <a:bodyPr/>
          <a:lstStyle>
            <a:lvl1pPr>
              <a:defRPr/>
            </a:lvl1pPr>
          </a:lstStyle>
          <a:p>
            <a:pPr>
              <a:defRPr/>
            </a:pPr>
            <a:fld id="{0ACED90D-D90F-4C64-B875-5B7B50107FFD}"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443658DA-217F-4322-911E-5ADE22704A4B}"/>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BDCD74EA-8E15-4D41-B634-927A40A814ED}"/>
              </a:ext>
            </a:extLst>
          </p:cNvPr>
          <p:cNvSpPr>
            <a:spLocks noGrp="1"/>
          </p:cNvSpPr>
          <p:nvPr>
            <p:ph type="sldNum" sz="quarter" idx="12"/>
          </p:nvPr>
        </p:nvSpPr>
        <p:spPr/>
        <p:txBody>
          <a:bodyPr/>
          <a:lstStyle>
            <a:lvl1pPr>
              <a:defRPr/>
            </a:lvl1pPr>
          </a:lstStyle>
          <a:p>
            <a:fld id="{296961E6-B3B4-4427-8A28-0EDF07472B88}" type="slidenum">
              <a:rPr lang="zh-CN" altLang="en-US"/>
              <a:pPr/>
              <a:t>‹#›</a:t>
            </a:fld>
            <a:endParaRPr lang="zh-CN" altLang="en-US"/>
          </a:p>
        </p:txBody>
      </p:sp>
    </p:spTree>
    <p:extLst>
      <p:ext uri="{BB962C8B-B14F-4D97-AF65-F5344CB8AC3E}">
        <p14:creationId xmlns:p14="http://schemas.microsoft.com/office/powerpoint/2010/main" val="2837377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C7E21B9-E7FA-4EE3-9D25-7C4B38FA4D81}"/>
              </a:ext>
            </a:extLst>
          </p:cNvPr>
          <p:cNvSpPr>
            <a:spLocks noGrp="1"/>
          </p:cNvSpPr>
          <p:nvPr>
            <p:ph type="dt" sz="half" idx="10"/>
          </p:nvPr>
        </p:nvSpPr>
        <p:spPr/>
        <p:txBody>
          <a:bodyPr/>
          <a:lstStyle>
            <a:lvl1pPr>
              <a:defRPr/>
            </a:lvl1pPr>
          </a:lstStyle>
          <a:p>
            <a:pPr>
              <a:defRPr/>
            </a:pPr>
            <a:fld id="{0CF889EB-B3D3-469C-8BD2-811769CF3085}"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5B4332FD-0865-44B9-A85E-EA8F4005297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538AB6D-457A-4899-BF98-22A029DA0B28}"/>
              </a:ext>
            </a:extLst>
          </p:cNvPr>
          <p:cNvSpPr>
            <a:spLocks noGrp="1"/>
          </p:cNvSpPr>
          <p:nvPr>
            <p:ph type="sldNum" sz="quarter" idx="12"/>
          </p:nvPr>
        </p:nvSpPr>
        <p:spPr/>
        <p:txBody>
          <a:bodyPr/>
          <a:lstStyle>
            <a:lvl1pPr>
              <a:defRPr/>
            </a:lvl1pPr>
          </a:lstStyle>
          <a:p>
            <a:fld id="{78937226-79E7-4FA1-B982-3AB4292484FF}" type="slidenum">
              <a:rPr lang="zh-CN" altLang="en-US"/>
              <a:pPr/>
              <a:t>‹#›</a:t>
            </a:fld>
            <a:endParaRPr lang="zh-CN" altLang="en-US"/>
          </a:p>
        </p:txBody>
      </p:sp>
    </p:spTree>
    <p:extLst>
      <p:ext uri="{BB962C8B-B14F-4D97-AF65-F5344CB8AC3E}">
        <p14:creationId xmlns:p14="http://schemas.microsoft.com/office/powerpoint/2010/main" val="4257319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FE1DD7D4-3534-4C36-952E-5DA8328EC0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247D2E6D-068E-477E-9DB8-55F68E59EC1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1AADECAE-58D8-4381-9C7F-51D0D06D3C27}"/>
              </a:ext>
            </a:extLst>
          </p:cNvPr>
          <p:cNvSpPr>
            <a:spLocks noGrp="1"/>
          </p:cNvSpPr>
          <p:nvPr>
            <p:ph type="dt" sz="half" idx="10"/>
          </p:nvPr>
        </p:nvSpPr>
        <p:spPr/>
        <p:txBody>
          <a:bodyPr/>
          <a:lstStyle>
            <a:lvl1pPr>
              <a:defRPr/>
            </a:lvl1pPr>
          </a:lstStyle>
          <a:p>
            <a:pPr>
              <a:defRPr/>
            </a:pPr>
            <a:fld id="{082237AA-4F30-4FA6-B5C3-04E580734F02}"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8D63A5B1-BFA4-4DF2-AF39-C121D8CD38B5}"/>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B84B63F3-C69C-4D4F-A39B-CB25D55AE30E}"/>
              </a:ext>
            </a:extLst>
          </p:cNvPr>
          <p:cNvSpPr>
            <a:spLocks noGrp="1"/>
          </p:cNvSpPr>
          <p:nvPr>
            <p:ph type="sldNum" sz="quarter" idx="12"/>
          </p:nvPr>
        </p:nvSpPr>
        <p:spPr/>
        <p:txBody>
          <a:bodyPr/>
          <a:lstStyle>
            <a:lvl1pPr>
              <a:defRPr/>
            </a:lvl1pPr>
          </a:lstStyle>
          <a:p>
            <a:fld id="{75838F99-C346-4A94-AD3E-F67C7C50EC49}" type="slidenum">
              <a:rPr lang="zh-CN" altLang="en-US"/>
              <a:pPr/>
              <a:t>‹#›</a:t>
            </a:fld>
            <a:endParaRPr lang="zh-CN" altLang="en-US"/>
          </a:p>
        </p:txBody>
      </p:sp>
    </p:spTree>
    <p:extLst>
      <p:ext uri="{BB962C8B-B14F-4D97-AF65-F5344CB8AC3E}">
        <p14:creationId xmlns:p14="http://schemas.microsoft.com/office/powerpoint/2010/main" val="4136566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5746B0EC-E7C6-478F-AE79-CA5FB1674D09}"/>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D83820C2-8261-4500-B0A2-91018FF73615}"/>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499731D3-A76D-4742-85CA-3F4538CA0B17}"/>
              </a:ext>
            </a:extLst>
          </p:cNvPr>
          <p:cNvSpPr>
            <a:spLocks noGrp="1"/>
          </p:cNvSpPr>
          <p:nvPr>
            <p:ph type="dt" sz="half" idx="10"/>
          </p:nvPr>
        </p:nvSpPr>
        <p:spPr/>
        <p:txBody>
          <a:bodyPr/>
          <a:lstStyle>
            <a:lvl1pPr>
              <a:defRPr/>
            </a:lvl1pPr>
          </a:lstStyle>
          <a:p>
            <a:pPr>
              <a:defRPr/>
            </a:pPr>
            <a:fld id="{AFC192AA-905E-4842-9D23-E6EF66ED556B}"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070326CC-CDE9-4B81-A8AC-12C65BE4E2BB}"/>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179B62F0-DAC0-406F-95DA-DDC5D5920A4E}"/>
              </a:ext>
            </a:extLst>
          </p:cNvPr>
          <p:cNvSpPr>
            <a:spLocks noGrp="1"/>
          </p:cNvSpPr>
          <p:nvPr>
            <p:ph type="sldNum" sz="quarter" idx="12"/>
          </p:nvPr>
        </p:nvSpPr>
        <p:spPr/>
        <p:txBody>
          <a:bodyPr/>
          <a:lstStyle>
            <a:lvl1pPr>
              <a:defRPr/>
            </a:lvl1pPr>
          </a:lstStyle>
          <a:p>
            <a:fld id="{761EFE50-7F76-46BD-BCFD-11BF5BD22606}" type="slidenum">
              <a:rPr lang="zh-CN" altLang="en-US"/>
              <a:pPr/>
              <a:t>‹#›</a:t>
            </a:fld>
            <a:endParaRPr lang="zh-CN" altLang="en-US"/>
          </a:p>
        </p:txBody>
      </p:sp>
    </p:spTree>
    <p:extLst>
      <p:ext uri="{BB962C8B-B14F-4D97-AF65-F5344CB8AC3E}">
        <p14:creationId xmlns:p14="http://schemas.microsoft.com/office/powerpoint/2010/main" val="2397876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7701B63-FB5B-4A35-BA34-FF0C9856E868}"/>
              </a:ext>
            </a:extLst>
          </p:cNvPr>
          <p:cNvSpPr>
            <a:spLocks noGrp="1"/>
          </p:cNvSpPr>
          <p:nvPr>
            <p:ph type="dt" sz="half" idx="10"/>
          </p:nvPr>
        </p:nvSpPr>
        <p:spPr/>
        <p:txBody>
          <a:bodyPr/>
          <a:lstStyle>
            <a:lvl1pPr>
              <a:defRPr/>
            </a:lvl1pPr>
          </a:lstStyle>
          <a:p>
            <a:pPr>
              <a:defRPr/>
            </a:pPr>
            <a:fld id="{E0758D0D-1ECC-472F-8C41-BDBB9CB08E99}"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6F74C170-5565-492D-A3A2-5AF506E1197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6C519C-512B-4425-BF8F-8178B3650D5C}"/>
              </a:ext>
            </a:extLst>
          </p:cNvPr>
          <p:cNvSpPr>
            <a:spLocks noGrp="1"/>
          </p:cNvSpPr>
          <p:nvPr>
            <p:ph type="sldNum" sz="quarter" idx="12"/>
          </p:nvPr>
        </p:nvSpPr>
        <p:spPr/>
        <p:txBody>
          <a:bodyPr/>
          <a:lstStyle>
            <a:lvl1pPr>
              <a:defRPr/>
            </a:lvl1pPr>
          </a:lstStyle>
          <a:p>
            <a:fld id="{E15FC7C6-2A58-44EA-B189-C9E487D60B2F}" type="slidenum">
              <a:rPr lang="zh-CN" altLang="en-US"/>
              <a:pPr/>
              <a:t>‹#›</a:t>
            </a:fld>
            <a:endParaRPr lang="zh-CN" altLang="en-US"/>
          </a:p>
        </p:txBody>
      </p:sp>
    </p:spTree>
    <p:extLst>
      <p:ext uri="{BB962C8B-B14F-4D97-AF65-F5344CB8AC3E}">
        <p14:creationId xmlns:p14="http://schemas.microsoft.com/office/powerpoint/2010/main" val="2320931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D1C58CB7-A0FD-4C6F-9060-3CBB3072773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0DAE7552-49F8-4218-8078-A5379710802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900C834E-167F-4273-86A8-B968DD61E863}"/>
              </a:ext>
            </a:extLst>
          </p:cNvPr>
          <p:cNvSpPr>
            <a:spLocks noGrp="1"/>
          </p:cNvSpPr>
          <p:nvPr>
            <p:ph type="dt" sz="half" idx="10"/>
          </p:nvPr>
        </p:nvSpPr>
        <p:spPr/>
        <p:txBody>
          <a:bodyPr/>
          <a:lstStyle>
            <a:lvl1pPr>
              <a:defRPr/>
            </a:lvl1pPr>
          </a:lstStyle>
          <a:p>
            <a:pPr>
              <a:defRPr/>
            </a:pPr>
            <a:fld id="{A4D89BDB-3B29-4935-BD42-B5FEAF9246FD}" type="datetime1">
              <a:rPr lang="zh-CN" altLang="en-US"/>
              <a:pPr>
                <a:defRPr/>
              </a:pPr>
              <a:t>2025/04/21</a:t>
            </a:fld>
            <a:endParaRPr lang="zh-CN" altLang="en-US"/>
          </a:p>
        </p:txBody>
      </p:sp>
      <p:sp>
        <p:nvSpPr>
          <p:cNvPr id="8" name="页脚占位符 5">
            <a:extLst>
              <a:ext uri="{FF2B5EF4-FFF2-40B4-BE49-F238E27FC236}">
                <a16:creationId xmlns:a16="http://schemas.microsoft.com/office/drawing/2014/main" id="{FCC56A8C-0BE8-4189-B9CA-0116D9E86A53}"/>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404957EE-4B17-4AAA-A3D7-D5A6B7E27A1E}"/>
              </a:ext>
            </a:extLst>
          </p:cNvPr>
          <p:cNvSpPr>
            <a:spLocks noGrp="1"/>
          </p:cNvSpPr>
          <p:nvPr>
            <p:ph type="sldNum" sz="quarter" idx="12"/>
          </p:nvPr>
        </p:nvSpPr>
        <p:spPr/>
        <p:txBody>
          <a:bodyPr/>
          <a:lstStyle>
            <a:lvl1pPr>
              <a:defRPr/>
            </a:lvl1pPr>
          </a:lstStyle>
          <a:p>
            <a:fld id="{FA3F4409-9889-411C-B6F7-AEC3BA1D29C8}" type="slidenum">
              <a:rPr lang="zh-CN" altLang="en-US"/>
              <a:pPr/>
              <a:t>‹#›</a:t>
            </a:fld>
            <a:endParaRPr lang="zh-CN" altLang="en-US"/>
          </a:p>
        </p:txBody>
      </p:sp>
    </p:spTree>
    <p:extLst>
      <p:ext uri="{BB962C8B-B14F-4D97-AF65-F5344CB8AC3E}">
        <p14:creationId xmlns:p14="http://schemas.microsoft.com/office/powerpoint/2010/main" val="119496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5177B3BF-6648-44B9-88AF-59343602ED9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00FBD106-D1B9-40E5-82AF-9EF3D91274D1}"/>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4ACCA550-7883-49F8-BBFC-1A59FB20C43D}"/>
              </a:ext>
            </a:extLst>
          </p:cNvPr>
          <p:cNvSpPr>
            <a:spLocks noGrp="1"/>
          </p:cNvSpPr>
          <p:nvPr>
            <p:ph type="dt" sz="half" idx="10"/>
          </p:nvPr>
        </p:nvSpPr>
        <p:spPr/>
        <p:txBody>
          <a:bodyPr/>
          <a:lstStyle>
            <a:lvl1pPr>
              <a:defRPr/>
            </a:lvl1pPr>
          </a:lstStyle>
          <a:p>
            <a:pPr>
              <a:defRPr/>
            </a:pPr>
            <a:fld id="{B3E3C26C-7971-4EF2-B9BF-38B6421CADA0}" type="datetime1">
              <a:rPr lang="zh-CN" altLang="en-US"/>
              <a:pPr>
                <a:defRPr/>
              </a:pPr>
              <a:t>2025/04/21</a:t>
            </a:fld>
            <a:endParaRPr lang="zh-CN" altLang="en-US"/>
          </a:p>
        </p:txBody>
      </p:sp>
      <p:sp>
        <p:nvSpPr>
          <p:cNvPr id="10" name="页脚占位符 7">
            <a:extLst>
              <a:ext uri="{FF2B5EF4-FFF2-40B4-BE49-F238E27FC236}">
                <a16:creationId xmlns:a16="http://schemas.microsoft.com/office/drawing/2014/main" id="{42194C67-2C26-43B1-A2BE-59064EB26A0F}"/>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A7D08806-4C87-4955-9468-FCE686269172}"/>
              </a:ext>
            </a:extLst>
          </p:cNvPr>
          <p:cNvSpPr>
            <a:spLocks noGrp="1"/>
          </p:cNvSpPr>
          <p:nvPr>
            <p:ph type="sldNum" sz="quarter" idx="12"/>
          </p:nvPr>
        </p:nvSpPr>
        <p:spPr/>
        <p:txBody>
          <a:bodyPr/>
          <a:lstStyle>
            <a:lvl1pPr>
              <a:defRPr/>
            </a:lvl1pPr>
          </a:lstStyle>
          <a:p>
            <a:fld id="{C214387C-3538-4E1E-8EFF-C94CBEE812CA}" type="slidenum">
              <a:rPr lang="zh-CN" altLang="en-US"/>
              <a:pPr/>
              <a:t>‹#›</a:t>
            </a:fld>
            <a:endParaRPr lang="zh-CN" altLang="en-US"/>
          </a:p>
        </p:txBody>
      </p:sp>
    </p:spTree>
    <p:extLst>
      <p:ext uri="{BB962C8B-B14F-4D97-AF65-F5344CB8AC3E}">
        <p14:creationId xmlns:p14="http://schemas.microsoft.com/office/powerpoint/2010/main" val="790720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A5973486-1558-47FE-AC60-E4DF30118D9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610FDD92-A208-4EDF-9B28-6B75D82A0C20}"/>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59474F62-C9DB-4D7E-86C5-7744D56E061E}"/>
              </a:ext>
            </a:extLst>
          </p:cNvPr>
          <p:cNvSpPr>
            <a:spLocks noGrp="1"/>
          </p:cNvSpPr>
          <p:nvPr>
            <p:ph type="dt" sz="half" idx="10"/>
          </p:nvPr>
        </p:nvSpPr>
        <p:spPr/>
        <p:txBody>
          <a:bodyPr/>
          <a:lstStyle>
            <a:lvl1pPr>
              <a:defRPr/>
            </a:lvl1pPr>
          </a:lstStyle>
          <a:p>
            <a:pPr>
              <a:defRPr/>
            </a:pPr>
            <a:fld id="{C9470E4D-2BCA-4DB4-8CE1-D8F222CA4B5B}" type="datetime1">
              <a:rPr lang="zh-CN" altLang="en-US"/>
              <a:pPr>
                <a:defRPr/>
              </a:pPr>
              <a:t>2025/04/21</a:t>
            </a:fld>
            <a:endParaRPr lang="zh-CN" altLang="en-US"/>
          </a:p>
        </p:txBody>
      </p:sp>
      <p:sp>
        <p:nvSpPr>
          <p:cNvPr id="6" name="页脚占位符 3">
            <a:extLst>
              <a:ext uri="{FF2B5EF4-FFF2-40B4-BE49-F238E27FC236}">
                <a16:creationId xmlns:a16="http://schemas.microsoft.com/office/drawing/2014/main" id="{1ECB3BF0-5C20-4878-9FA9-08F3D510DD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E302C912-6137-4B6A-B528-E1199A943DC2}"/>
              </a:ext>
            </a:extLst>
          </p:cNvPr>
          <p:cNvSpPr>
            <a:spLocks noGrp="1"/>
          </p:cNvSpPr>
          <p:nvPr>
            <p:ph type="sldNum" sz="quarter" idx="12"/>
          </p:nvPr>
        </p:nvSpPr>
        <p:spPr/>
        <p:txBody>
          <a:bodyPr/>
          <a:lstStyle>
            <a:lvl1pPr>
              <a:defRPr/>
            </a:lvl1pPr>
          </a:lstStyle>
          <a:p>
            <a:fld id="{84A491CE-754A-4715-BC01-05AE9D8D805B}" type="slidenum">
              <a:rPr lang="zh-CN" altLang="en-US"/>
              <a:pPr/>
              <a:t>‹#›</a:t>
            </a:fld>
            <a:endParaRPr lang="zh-CN" altLang="en-US"/>
          </a:p>
        </p:txBody>
      </p:sp>
    </p:spTree>
    <p:extLst>
      <p:ext uri="{BB962C8B-B14F-4D97-AF65-F5344CB8AC3E}">
        <p14:creationId xmlns:p14="http://schemas.microsoft.com/office/powerpoint/2010/main" val="3883835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19C38AF-25F6-4F8F-9CD9-77212B5F21F2}"/>
              </a:ext>
            </a:extLst>
          </p:cNvPr>
          <p:cNvSpPr>
            <a:spLocks noGrp="1"/>
          </p:cNvSpPr>
          <p:nvPr>
            <p:ph type="dt" sz="half" idx="10"/>
          </p:nvPr>
        </p:nvSpPr>
        <p:spPr/>
        <p:txBody>
          <a:bodyPr/>
          <a:lstStyle>
            <a:lvl1pPr>
              <a:defRPr/>
            </a:lvl1pPr>
          </a:lstStyle>
          <a:p>
            <a:pPr>
              <a:defRPr/>
            </a:pPr>
            <a:fld id="{F6B66B3D-90D4-4968-A68A-5E13E49E2391}" type="datetime1">
              <a:rPr lang="zh-CN" altLang="en-US"/>
              <a:pPr>
                <a:defRPr/>
              </a:pPr>
              <a:t>2025/04/21</a:t>
            </a:fld>
            <a:endParaRPr lang="zh-CN" altLang="en-US" dirty="0"/>
          </a:p>
        </p:txBody>
      </p:sp>
      <p:sp>
        <p:nvSpPr>
          <p:cNvPr id="3" name="页脚占位符 4">
            <a:extLst>
              <a:ext uri="{FF2B5EF4-FFF2-40B4-BE49-F238E27FC236}">
                <a16:creationId xmlns:a16="http://schemas.microsoft.com/office/drawing/2014/main" id="{75AF93A2-A8E1-4625-91CF-5DD87CA33F86}"/>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48BE7A48-97E6-47AF-AD2B-0DF959C203EB}"/>
              </a:ext>
            </a:extLst>
          </p:cNvPr>
          <p:cNvSpPr>
            <a:spLocks noGrp="1"/>
          </p:cNvSpPr>
          <p:nvPr>
            <p:ph type="sldNum" sz="quarter" idx="12"/>
          </p:nvPr>
        </p:nvSpPr>
        <p:spPr/>
        <p:txBody>
          <a:bodyPr/>
          <a:lstStyle>
            <a:lvl1pPr>
              <a:defRPr/>
            </a:lvl1pPr>
          </a:lstStyle>
          <a:p>
            <a:fld id="{AFF5373A-7B42-4648-8BEB-CD6773362FF7}" type="slidenum">
              <a:rPr lang="zh-CN" altLang="en-US"/>
              <a:pPr/>
              <a:t>‹#›</a:t>
            </a:fld>
            <a:endParaRPr lang="zh-CN" altLang="en-US"/>
          </a:p>
        </p:txBody>
      </p:sp>
    </p:spTree>
    <p:extLst>
      <p:ext uri="{BB962C8B-B14F-4D97-AF65-F5344CB8AC3E}">
        <p14:creationId xmlns:p14="http://schemas.microsoft.com/office/powerpoint/2010/main" val="32366546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8B6CF38-4BD7-492C-9088-E19DA811D676}"/>
              </a:ext>
            </a:extLst>
          </p:cNvPr>
          <p:cNvSpPr>
            <a:spLocks noGrp="1"/>
          </p:cNvSpPr>
          <p:nvPr>
            <p:ph type="dt" sz="half" idx="10"/>
          </p:nvPr>
        </p:nvSpPr>
        <p:spPr/>
        <p:txBody>
          <a:bodyPr/>
          <a:lstStyle>
            <a:lvl1pPr>
              <a:defRPr/>
            </a:lvl1pPr>
          </a:lstStyle>
          <a:p>
            <a:pPr>
              <a:defRPr/>
            </a:pPr>
            <a:fld id="{B5B136B6-6117-4A45-BD9E-04CDE391DB7B}"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87FD9C18-12C6-4C70-B037-405FADD5F911}"/>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B256108-DF4C-4C53-825B-4F24EEBE229F}"/>
              </a:ext>
            </a:extLst>
          </p:cNvPr>
          <p:cNvSpPr>
            <a:spLocks noGrp="1"/>
          </p:cNvSpPr>
          <p:nvPr>
            <p:ph type="sldNum" sz="quarter" idx="12"/>
          </p:nvPr>
        </p:nvSpPr>
        <p:spPr/>
        <p:txBody>
          <a:bodyPr/>
          <a:lstStyle>
            <a:lvl1pPr>
              <a:defRPr/>
            </a:lvl1pPr>
          </a:lstStyle>
          <a:p>
            <a:fld id="{38D0775F-0858-4F9E-95DF-2044E72CCFCE}" type="slidenum">
              <a:rPr lang="zh-CN" altLang="en-US"/>
              <a:pPr/>
              <a:t>‹#›</a:t>
            </a:fld>
            <a:endParaRPr lang="zh-CN" altLang="en-US"/>
          </a:p>
        </p:txBody>
      </p:sp>
    </p:spTree>
    <p:extLst>
      <p:ext uri="{BB962C8B-B14F-4D97-AF65-F5344CB8AC3E}">
        <p14:creationId xmlns:p14="http://schemas.microsoft.com/office/powerpoint/2010/main" val="3737788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1B21932-4951-4F88-98F1-52E9081A1827}"/>
              </a:ext>
            </a:extLst>
          </p:cNvPr>
          <p:cNvSpPr>
            <a:spLocks noGrp="1"/>
          </p:cNvSpPr>
          <p:nvPr>
            <p:ph type="dt" sz="half" idx="10"/>
          </p:nvPr>
        </p:nvSpPr>
        <p:spPr/>
        <p:txBody>
          <a:bodyPr/>
          <a:lstStyle>
            <a:lvl1pPr>
              <a:defRPr/>
            </a:lvl1pPr>
          </a:lstStyle>
          <a:p>
            <a:pPr>
              <a:defRPr/>
            </a:pPr>
            <a:fld id="{FE0C907A-8E57-4FA8-9D68-175AD1E7A9C4}"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628C22A8-6C1E-4696-8A34-8F070289EA6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D0EA67C-8EAA-43D2-88C4-08DBBA856C4A}"/>
              </a:ext>
            </a:extLst>
          </p:cNvPr>
          <p:cNvSpPr>
            <a:spLocks noGrp="1"/>
          </p:cNvSpPr>
          <p:nvPr>
            <p:ph type="sldNum" sz="quarter" idx="12"/>
          </p:nvPr>
        </p:nvSpPr>
        <p:spPr/>
        <p:txBody>
          <a:bodyPr/>
          <a:lstStyle>
            <a:lvl1pPr>
              <a:defRPr/>
            </a:lvl1pPr>
          </a:lstStyle>
          <a:p>
            <a:fld id="{D9FF1565-8A19-48DD-8462-FC8231091400}" type="slidenum">
              <a:rPr lang="zh-CN" altLang="en-US"/>
              <a:pPr/>
              <a:t>‹#›</a:t>
            </a:fld>
            <a:endParaRPr lang="zh-CN" altLang="en-US"/>
          </a:p>
        </p:txBody>
      </p:sp>
    </p:spTree>
    <p:extLst>
      <p:ext uri="{BB962C8B-B14F-4D97-AF65-F5344CB8AC3E}">
        <p14:creationId xmlns:p14="http://schemas.microsoft.com/office/powerpoint/2010/main" val="956598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D45202B3-366C-4813-8570-57DD993BAB6F}"/>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8573030D-6A11-4B5F-A4F9-B26B686802DA}"/>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B551B625-E57A-4208-9E75-CE8BC6733412}"/>
              </a:ext>
            </a:extLst>
          </p:cNvPr>
          <p:cNvSpPr>
            <a:spLocks noGrp="1"/>
          </p:cNvSpPr>
          <p:nvPr>
            <p:ph type="dt" sz="half" idx="10"/>
          </p:nvPr>
        </p:nvSpPr>
        <p:spPr/>
        <p:txBody>
          <a:bodyPr/>
          <a:lstStyle>
            <a:lvl1pPr>
              <a:defRPr/>
            </a:lvl1pPr>
          </a:lstStyle>
          <a:p>
            <a:pPr>
              <a:defRPr/>
            </a:pPr>
            <a:fld id="{98669FB5-25C0-445E-B27D-718A7EC6EF01}"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57925DA9-B2DA-409E-8A61-D371858599D8}"/>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A1703AEB-DB41-4E97-A3FD-47ED156FC560}"/>
              </a:ext>
            </a:extLst>
          </p:cNvPr>
          <p:cNvSpPr>
            <a:spLocks noGrp="1"/>
          </p:cNvSpPr>
          <p:nvPr>
            <p:ph type="sldNum" sz="quarter" idx="12"/>
          </p:nvPr>
        </p:nvSpPr>
        <p:spPr/>
        <p:txBody>
          <a:bodyPr/>
          <a:lstStyle>
            <a:lvl1pPr>
              <a:defRPr/>
            </a:lvl1pPr>
          </a:lstStyle>
          <a:p>
            <a:fld id="{E4DC8ACA-CDA6-420E-8FEE-F9F8F05D9D0C}" type="slidenum">
              <a:rPr lang="zh-CN" altLang="en-US"/>
              <a:pPr/>
              <a:t>‹#›</a:t>
            </a:fld>
            <a:endParaRPr lang="zh-CN" altLang="en-US"/>
          </a:p>
        </p:txBody>
      </p:sp>
    </p:spTree>
    <p:extLst>
      <p:ext uri="{BB962C8B-B14F-4D97-AF65-F5344CB8AC3E}">
        <p14:creationId xmlns:p14="http://schemas.microsoft.com/office/powerpoint/2010/main" val="2558049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8E0DCE0-D3C6-45F9-A48F-A87280D76D6F}"/>
              </a:ext>
            </a:extLst>
          </p:cNvPr>
          <p:cNvSpPr>
            <a:spLocks noGrp="1"/>
          </p:cNvSpPr>
          <p:nvPr>
            <p:ph type="dt" sz="half" idx="10"/>
          </p:nvPr>
        </p:nvSpPr>
        <p:spPr/>
        <p:txBody>
          <a:bodyPr/>
          <a:lstStyle>
            <a:lvl1pPr>
              <a:defRPr/>
            </a:lvl1pPr>
          </a:lstStyle>
          <a:p>
            <a:pPr>
              <a:defRPr/>
            </a:pPr>
            <a:fld id="{62E825FD-D7B8-46AD-A0E0-A8F79FFE7C49}"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34C7A2F8-2BAD-4659-BBF8-628FDD4EDB2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A2B348-500B-424F-A4F6-737A1C828F13}"/>
              </a:ext>
            </a:extLst>
          </p:cNvPr>
          <p:cNvSpPr>
            <a:spLocks noGrp="1"/>
          </p:cNvSpPr>
          <p:nvPr>
            <p:ph type="sldNum" sz="quarter" idx="12"/>
          </p:nvPr>
        </p:nvSpPr>
        <p:spPr/>
        <p:txBody>
          <a:bodyPr/>
          <a:lstStyle>
            <a:lvl1pPr>
              <a:defRPr/>
            </a:lvl1pPr>
          </a:lstStyle>
          <a:p>
            <a:fld id="{99BF5A54-050F-4A33-B753-E4E4F67D72A0}" type="slidenum">
              <a:rPr lang="zh-CN" altLang="en-US"/>
              <a:pPr/>
              <a:t>‹#›</a:t>
            </a:fld>
            <a:endParaRPr lang="zh-CN" altLang="en-US"/>
          </a:p>
        </p:txBody>
      </p:sp>
    </p:spTree>
    <p:extLst>
      <p:ext uri="{BB962C8B-B14F-4D97-AF65-F5344CB8AC3E}">
        <p14:creationId xmlns:p14="http://schemas.microsoft.com/office/powerpoint/2010/main" val="13604562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D06559F6-F774-42D9-B55D-C8F0EF7CE30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52761D20-C1EA-4C81-AE44-CE7653B7EFC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65469612-5E74-40E4-B22E-0FBDC4CE61A5}"/>
              </a:ext>
            </a:extLst>
          </p:cNvPr>
          <p:cNvSpPr>
            <a:spLocks noGrp="1"/>
          </p:cNvSpPr>
          <p:nvPr>
            <p:ph type="dt" sz="half" idx="10"/>
          </p:nvPr>
        </p:nvSpPr>
        <p:spPr/>
        <p:txBody>
          <a:bodyPr/>
          <a:lstStyle>
            <a:lvl1pPr>
              <a:defRPr/>
            </a:lvl1pPr>
          </a:lstStyle>
          <a:p>
            <a:pPr>
              <a:defRPr/>
            </a:pPr>
            <a:fld id="{211687C4-3DA3-4529-8FAC-6527C2A1216C}"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F5F7ECC1-D099-412C-A0AF-5CAAF9F5C185}"/>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20B3CFF3-FEF4-4DC2-BB41-B6791E8B7EF6}"/>
              </a:ext>
            </a:extLst>
          </p:cNvPr>
          <p:cNvSpPr>
            <a:spLocks noGrp="1"/>
          </p:cNvSpPr>
          <p:nvPr>
            <p:ph type="sldNum" sz="quarter" idx="12"/>
          </p:nvPr>
        </p:nvSpPr>
        <p:spPr/>
        <p:txBody>
          <a:bodyPr/>
          <a:lstStyle>
            <a:lvl1pPr>
              <a:defRPr/>
            </a:lvl1pPr>
          </a:lstStyle>
          <a:p>
            <a:fld id="{4E83D52C-DE19-45CB-827C-9115C4D406CF}" type="slidenum">
              <a:rPr lang="zh-CN" altLang="en-US"/>
              <a:pPr/>
              <a:t>‹#›</a:t>
            </a:fld>
            <a:endParaRPr lang="zh-CN" altLang="en-US"/>
          </a:p>
        </p:txBody>
      </p:sp>
    </p:spTree>
    <p:extLst>
      <p:ext uri="{BB962C8B-B14F-4D97-AF65-F5344CB8AC3E}">
        <p14:creationId xmlns:p14="http://schemas.microsoft.com/office/powerpoint/2010/main" val="7510448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253654E9-0A90-4FCB-9657-98D1896614D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87985B10-9FC0-4817-BA00-09C3E50067C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6F8F213C-E992-483C-8A36-8795F9556766}"/>
              </a:ext>
            </a:extLst>
          </p:cNvPr>
          <p:cNvSpPr>
            <a:spLocks noGrp="1"/>
          </p:cNvSpPr>
          <p:nvPr>
            <p:ph type="dt" sz="half" idx="10"/>
          </p:nvPr>
        </p:nvSpPr>
        <p:spPr/>
        <p:txBody>
          <a:bodyPr/>
          <a:lstStyle>
            <a:lvl1pPr>
              <a:defRPr/>
            </a:lvl1pPr>
          </a:lstStyle>
          <a:p>
            <a:pPr>
              <a:defRPr/>
            </a:pPr>
            <a:fld id="{1DC71F25-EEDE-46AF-821D-97706316651E}"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A8423F99-C50B-45F1-9691-589D9E90DC0C}"/>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B801EC0C-ECEA-4D99-9C91-D70E3363920C}"/>
              </a:ext>
            </a:extLst>
          </p:cNvPr>
          <p:cNvSpPr>
            <a:spLocks noGrp="1"/>
          </p:cNvSpPr>
          <p:nvPr>
            <p:ph type="sldNum" sz="quarter" idx="12"/>
          </p:nvPr>
        </p:nvSpPr>
        <p:spPr/>
        <p:txBody>
          <a:bodyPr/>
          <a:lstStyle>
            <a:lvl1pPr>
              <a:defRPr/>
            </a:lvl1pPr>
          </a:lstStyle>
          <a:p>
            <a:fld id="{7D34EFA1-BCF3-4193-8781-FC0B15E13401}" type="slidenum">
              <a:rPr lang="zh-CN" altLang="en-US"/>
              <a:pPr/>
              <a:t>‹#›</a:t>
            </a:fld>
            <a:endParaRPr lang="zh-CN" altLang="en-US"/>
          </a:p>
        </p:txBody>
      </p:sp>
    </p:spTree>
    <p:extLst>
      <p:ext uri="{BB962C8B-B14F-4D97-AF65-F5344CB8AC3E}">
        <p14:creationId xmlns:p14="http://schemas.microsoft.com/office/powerpoint/2010/main" val="7910973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B3A1C15-2502-48DB-A063-82EAD7062432}"/>
              </a:ext>
            </a:extLst>
          </p:cNvPr>
          <p:cNvSpPr>
            <a:spLocks noGrp="1"/>
          </p:cNvSpPr>
          <p:nvPr>
            <p:ph type="dt" sz="half" idx="10"/>
          </p:nvPr>
        </p:nvSpPr>
        <p:spPr/>
        <p:txBody>
          <a:bodyPr/>
          <a:lstStyle>
            <a:lvl1pPr>
              <a:defRPr/>
            </a:lvl1pPr>
          </a:lstStyle>
          <a:p>
            <a:pPr>
              <a:defRPr/>
            </a:pPr>
            <a:fld id="{E07AEA1F-4847-4E2F-A689-2C6AB3240CD5}"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9EC5900D-532B-45F4-A72F-17859C703727}"/>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7126625-8C86-43B7-826E-879F444F6CF5}"/>
              </a:ext>
            </a:extLst>
          </p:cNvPr>
          <p:cNvSpPr>
            <a:spLocks noGrp="1"/>
          </p:cNvSpPr>
          <p:nvPr>
            <p:ph type="sldNum" sz="quarter" idx="12"/>
          </p:nvPr>
        </p:nvSpPr>
        <p:spPr/>
        <p:txBody>
          <a:bodyPr/>
          <a:lstStyle>
            <a:lvl1pPr>
              <a:defRPr/>
            </a:lvl1pPr>
          </a:lstStyle>
          <a:p>
            <a:fld id="{477D0C49-7C2E-4921-ABED-E696798A4A23}" type="slidenum">
              <a:rPr lang="zh-CN" altLang="en-US"/>
              <a:pPr/>
              <a:t>‹#›</a:t>
            </a:fld>
            <a:endParaRPr lang="zh-CN" altLang="en-US"/>
          </a:p>
        </p:txBody>
      </p:sp>
    </p:spTree>
    <p:extLst>
      <p:ext uri="{BB962C8B-B14F-4D97-AF65-F5344CB8AC3E}">
        <p14:creationId xmlns:p14="http://schemas.microsoft.com/office/powerpoint/2010/main" val="34450372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896AB794-E64E-4774-A605-954D25CE6EF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7B45F8D5-2E3E-4137-813F-3AA9350AEC48}"/>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3CF7544B-704C-4403-AD00-76A5685E792E}"/>
              </a:ext>
            </a:extLst>
          </p:cNvPr>
          <p:cNvSpPr>
            <a:spLocks noGrp="1"/>
          </p:cNvSpPr>
          <p:nvPr>
            <p:ph type="dt" sz="half" idx="10"/>
          </p:nvPr>
        </p:nvSpPr>
        <p:spPr/>
        <p:txBody>
          <a:bodyPr/>
          <a:lstStyle>
            <a:lvl1pPr>
              <a:defRPr/>
            </a:lvl1pPr>
          </a:lstStyle>
          <a:p>
            <a:pPr>
              <a:defRPr/>
            </a:pPr>
            <a:fld id="{E1D49B7D-5722-4E37-B3A8-7B40E21133CB}" type="datetime1">
              <a:rPr lang="zh-CN" altLang="en-US"/>
              <a:pPr>
                <a:defRPr/>
              </a:pPr>
              <a:t>2025/04/21</a:t>
            </a:fld>
            <a:endParaRPr lang="zh-CN" altLang="en-US"/>
          </a:p>
        </p:txBody>
      </p:sp>
      <p:sp>
        <p:nvSpPr>
          <p:cNvPr id="8" name="页脚占位符 5">
            <a:extLst>
              <a:ext uri="{FF2B5EF4-FFF2-40B4-BE49-F238E27FC236}">
                <a16:creationId xmlns:a16="http://schemas.microsoft.com/office/drawing/2014/main" id="{9E9DC127-1DD8-42B8-9DBC-FA01501A0761}"/>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5FD182B2-451B-42E5-968B-1302A5F5090F}"/>
              </a:ext>
            </a:extLst>
          </p:cNvPr>
          <p:cNvSpPr>
            <a:spLocks noGrp="1"/>
          </p:cNvSpPr>
          <p:nvPr>
            <p:ph type="sldNum" sz="quarter" idx="12"/>
          </p:nvPr>
        </p:nvSpPr>
        <p:spPr/>
        <p:txBody>
          <a:bodyPr/>
          <a:lstStyle>
            <a:lvl1pPr>
              <a:defRPr/>
            </a:lvl1pPr>
          </a:lstStyle>
          <a:p>
            <a:fld id="{C2C256AA-5769-4CA6-9AB0-65AE759814A7}" type="slidenum">
              <a:rPr lang="zh-CN" altLang="en-US"/>
              <a:pPr/>
              <a:t>‹#›</a:t>
            </a:fld>
            <a:endParaRPr lang="zh-CN" altLang="en-US"/>
          </a:p>
        </p:txBody>
      </p:sp>
    </p:spTree>
    <p:extLst>
      <p:ext uri="{BB962C8B-B14F-4D97-AF65-F5344CB8AC3E}">
        <p14:creationId xmlns:p14="http://schemas.microsoft.com/office/powerpoint/2010/main" val="31713352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19D828CA-8011-4AB4-9381-46B90F3E5553}"/>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3D4CE14F-10C4-4C07-A1E4-D5C75EB8CC3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B502BC7F-87E7-4413-A606-E13BC2B6E840}"/>
              </a:ext>
            </a:extLst>
          </p:cNvPr>
          <p:cNvSpPr>
            <a:spLocks noGrp="1"/>
          </p:cNvSpPr>
          <p:nvPr>
            <p:ph type="dt" sz="half" idx="10"/>
          </p:nvPr>
        </p:nvSpPr>
        <p:spPr/>
        <p:txBody>
          <a:bodyPr/>
          <a:lstStyle>
            <a:lvl1pPr>
              <a:defRPr/>
            </a:lvl1pPr>
          </a:lstStyle>
          <a:p>
            <a:pPr>
              <a:defRPr/>
            </a:pPr>
            <a:fld id="{783C0A62-188B-4597-9F1F-2F5CB14FC7EA}" type="datetime1">
              <a:rPr lang="zh-CN" altLang="en-US"/>
              <a:pPr>
                <a:defRPr/>
              </a:pPr>
              <a:t>2025/04/21</a:t>
            </a:fld>
            <a:endParaRPr lang="zh-CN" altLang="en-US"/>
          </a:p>
        </p:txBody>
      </p:sp>
      <p:sp>
        <p:nvSpPr>
          <p:cNvPr id="10" name="页脚占位符 7">
            <a:extLst>
              <a:ext uri="{FF2B5EF4-FFF2-40B4-BE49-F238E27FC236}">
                <a16:creationId xmlns:a16="http://schemas.microsoft.com/office/drawing/2014/main" id="{714FD082-8888-4A76-A8FC-3DFF2A183106}"/>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31574331-4427-4BAC-A923-ED0AC38E4865}"/>
              </a:ext>
            </a:extLst>
          </p:cNvPr>
          <p:cNvSpPr>
            <a:spLocks noGrp="1"/>
          </p:cNvSpPr>
          <p:nvPr>
            <p:ph type="sldNum" sz="quarter" idx="12"/>
          </p:nvPr>
        </p:nvSpPr>
        <p:spPr/>
        <p:txBody>
          <a:bodyPr/>
          <a:lstStyle>
            <a:lvl1pPr>
              <a:defRPr/>
            </a:lvl1pPr>
          </a:lstStyle>
          <a:p>
            <a:fld id="{276A7E77-716F-48A1-ADFE-5D254AC2DB48}" type="slidenum">
              <a:rPr lang="zh-CN" altLang="en-US"/>
              <a:pPr/>
              <a:t>‹#›</a:t>
            </a:fld>
            <a:endParaRPr lang="zh-CN" altLang="en-US"/>
          </a:p>
        </p:txBody>
      </p:sp>
    </p:spTree>
    <p:extLst>
      <p:ext uri="{BB962C8B-B14F-4D97-AF65-F5344CB8AC3E}">
        <p14:creationId xmlns:p14="http://schemas.microsoft.com/office/powerpoint/2010/main" val="7530472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B7717F12-F9E7-41F2-9258-A7CED49EE92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C881C29C-6864-4F0C-BD1F-BA1EFF526E0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348E2989-8E9F-4F18-BEA6-B65F22AA7A4E}"/>
              </a:ext>
            </a:extLst>
          </p:cNvPr>
          <p:cNvSpPr>
            <a:spLocks noGrp="1"/>
          </p:cNvSpPr>
          <p:nvPr>
            <p:ph type="dt" sz="half" idx="10"/>
          </p:nvPr>
        </p:nvSpPr>
        <p:spPr/>
        <p:txBody>
          <a:bodyPr/>
          <a:lstStyle>
            <a:lvl1pPr>
              <a:defRPr/>
            </a:lvl1pPr>
          </a:lstStyle>
          <a:p>
            <a:pPr>
              <a:defRPr/>
            </a:pPr>
            <a:fld id="{6E3938EB-171E-473C-AE6B-C50C2AE0C647}" type="datetime1">
              <a:rPr lang="zh-CN" altLang="en-US"/>
              <a:pPr>
                <a:defRPr/>
              </a:pPr>
              <a:t>2025/04/21</a:t>
            </a:fld>
            <a:endParaRPr lang="zh-CN" altLang="en-US"/>
          </a:p>
        </p:txBody>
      </p:sp>
      <p:sp>
        <p:nvSpPr>
          <p:cNvPr id="6" name="页脚占位符 3">
            <a:extLst>
              <a:ext uri="{FF2B5EF4-FFF2-40B4-BE49-F238E27FC236}">
                <a16:creationId xmlns:a16="http://schemas.microsoft.com/office/drawing/2014/main" id="{0C3C1581-D051-417C-9955-CCEA0E0A9F6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91F8FA6A-4155-4E3F-B5BB-E61CF314B852}"/>
              </a:ext>
            </a:extLst>
          </p:cNvPr>
          <p:cNvSpPr>
            <a:spLocks noGrp="1"/>
          </p:cNvSpPr>
          <p:nvPr>
            <p:ph type="sldNum" sz="quarter" idx="12"/>
          </p:nvPr>
        </p:nvSpPr>
        <p:spPr/>
        <p:txBody>
          <a:bodyPr/>
          <a:lstStyle>
            <a:lvl1pPr>
              <a:defRPr/>
            </a:lvl1pPr>
          </a:lstStyle>
          <a:p>
            <a:fld id="{4731BC4D-EE3E-4435-9778-61318FF06DC9}" type="slidenum">
              <a:rPr lang="zh-CN" altLang="en-US"/>
              <a:pPr/>
              <a:t>‹#›</a:t>
            </a:fld>
            <a:endParaRPr lang="zh-CN" altLang="en-US"/>
          </a:p>
        </p:txBody>
      </p:sp>
    </p:spTree>
    <p:extLst>
      <p:ext uri="{BB962C8B-B14F-4D97-AF65-F5344CB8AC3E}">
        <p14:creationId xmlns:p14="http://schemas.microsoft.com/office/powerpoint/2010/main" val="15176896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F94FB0A-F5C6-4F00-9EC9-A62499009AE9}"/>
              </a:ext>
            </a:extLst>
          </p:cNvPr>
          <p:cNvSpPr>
            <a:spLocks noGrp="1"/>
          </p:cNvSpPr>
          <p:nvPr>
            <p:ph type="dt" sz="half" idx="10"/>
          </p:nvPr>
        </p:nvSpPr>
        <p:spPr/>
        <p:txBody>
          <a:bodyPr/>
          <a:lstStyle>
            <a:lvl1pPr>
              <a:defRPr/>
            </a:lvl1pPr>
          </a:lstStyle>
          <a:p>
            <a:pPr>
              <a:defRPr/>
            </a:pPr>
            <a:fld id="{DC65C95A-C256-435E-99E8-6D1C73D2EB10}" type="datetime1">
              <a:rPr lang="zh-CN" altLang="en-US"/>
              <a:pPr>
                <a:defRPr/>
              </a:pPr>
              <a:t>2025/04/21</a:t>
            </a:fld>
            <a:endParaRPr lang="zh-CN" altLang="en-US" dirty="0"/>
          </a:p>
        </p:txBody>
      </p:sp>
      <p:sp>
        <p:nvSpPr>
          <p:cNvPr id="3" name="页脚占位符 4">
            <a:extLst>
              <a:ext uri="{FF2B5EF4-FFF2-40B4-BE49-F238E27FC236}">
                <a16:creationId xmlns:a16="http://schemas.microsoft.com/office/drawing/2014/main" id="{B2EFA2D5-0512-47B8-93AC-E599720744A3}"/>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35ECF41-27FA-4EBF-87CF-96DC3C49689A}"/>
              </a:ext>
            </a:extLst>
          </p:cNvPr>
          <p:cNvSpPr>
            <a:spLocks noGrp="1"/>
          </p:cNvSpPr>
          <p:nvPr>
            <p:ph type="sldNum" sz="quarter" idx="12"/>
          </p:nvPr>
        </p:nvSpPr>
        <p:spPr/>
        <p:txBody>
          <a:bodyPr/>
          <a:lstStyle>
            <a:lvl1pPr>
              <a:defRPr/>
            </a:lvl1pPr>
          </a:lstStyle>
          <a:p>
            <a:fld id="{1983AFA2-1E18-4E7E-B49F-E6758D489D67}" type="slidenum">
              <a:rPr lang="zh-CN" altLang="en-US"/>
              <a:pPr/>
              <a:t>‹#›</a:t>
            </a:fld>
            <a:endParaRPr lang="zh-CN" altLang="en-US"/>
          </a:p>
        </p:txBody>
      </p:sp>
    </p:spTree>
    <p:extLst>
      <p:ext uri="{BB962C8B-B14F-4D97-AF65-F5344CB8AC3E}">
        <p14:creationId xmlns:p14="http://schemas.microsoft.com/office/powerpoint/2010/main" val="4292457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1DA5A3C-DA93-48F9-85B7-14F1B0D22A14}"/>
              </a:ext>
            </a:extLst>
          </p:cNvPr>
          <p:cNvSpPr>
            <a:spLocks noGrp="1"/>
          </p:cNvSpPr>
          <p:nvPr>
            <p:ph type="dt" sz="half" idx="10"/>
          </p:nvPr>
        </p:nvSpPr>
        <p:spPr/>
        <p:txBody>
          <a:bodyPr/>
          <a:lstStyle>
            <a:lvl1pPr>
              <a:defRPr/>
            </a:lvl1pPr>
          </a:lstStyle>
          <a:p>
            <a:pPr>
              <a:defRPr/>
            </a:pPr>
            <a:fld id="{B00E4EF5-264C-408E-9F7B-D0D409D29589}"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DA3F7EDC-3B08-46E4-99BD-1DBDBF5FEDC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97E7567-BD98-48B0-8F8B-C7D59AF2BCCD}"/>
              </a:ext>
            </a:extLst>
          </p:cNvPr>
          <p:cNvSpPr>
            <a:spLocks noGrp="1"/>
          </p:cNvSpPr>
          <p:nvPr>
            <p:ph type="sldNum" sz="quarter" idx="12"/>
          </p:nvPr>
        </p:nvSpPr>
        <p:spPr/>
        <p:txBody>
          <a:bodyPr/>
          <a:lstStyle>
            <a:lvl1pPr>
              <a:defRPr/>
            </a:lvl1pPr>
          </a:lstStyle>
          <a:p>
            <a:fld id="{21A85396-0273-4123-B799-E190F4924032}" type="slidenum">
              <a:rPr lang="zh-CN" altLang="en-US"/>
              <a:pPr/>
              <a:t>‹#›</a:t>
            </a:fld>
            <a:endParaRPr lang="zh-CN" altLang="en-US"/>
          </a:p>
        </p:txBody>
      </p:sp>
    </p:spTree>
    <p:extLst>
      <p:ext uri="{BB962C8B-B14F-4D97-AF65-F5344CB8AC3E}">
        <p14:creationId xmlns:p14="http://schemas.microsoft.com/office/powerpoint/2010/main" val="230789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5C2B728E-2286-40BE-8970-B20C51CD9CEA}"/>
              </a:ext>
            </a:extLst>
          </p:cNvPr>
          <p:cNvSpPr>
            <a:spLocks noGrp="1"/>
          </p:cNvSpPr>
          <p:nvPr>
            <p:ph type="dt" sz="half" idx="10"/>
          </p:nvPr>
        </p:nvSpPr>
        <p:spPr/>
        <p:txBody>
          <a:bodyPr/>
          <a:lstStyle>
            <a:lvl1pPr>
              <a:defRPr/>
            </a:lvl1pPr>
          </a:lstStyle>
          <a:p>
            <a:pPr>
              <a:defRPr/>
            </a:pPr>
            <a:fld id="{935B1FCD-C1D3-4E20-9BAF-96408BE2F761}" type="datetime1">
              <a:rPr lang="zh-CN" altLang="en-US"/>
              <a:pPr>
                <a:defRPr/>
              </a:pPr>
              <a:t>2025/04/21</a:t>
            </a:fld>
            <a:endParaRPr lang="zh-CN" altLang="en-US" dirty="0"/>
          </a:p>
        </p:txBody>
      </p:sp>
      <p:sp>
        <p:nvSpPr>
          <p:cNvPr id="6" name="页脚占位符 4">
            <a:extLst>
              <a:ext uri="{FF2B5EF4-FFF2-40B4-BE49-F238E27FC236}">
                <a16:creationId xmlns:a16="http://schemas.microsoft.com/office/drawing/2014/main" id="{EB65B450-738E-48C5-8F1C-3E4D36891395}"/>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C7A5E8C-5380-4956-8C36-0C34813BBC11}"/>
              </a:ext>
            </a:extLst>
          </p:cNvPr>
          <p:cNvSpPr>
            <a:spLocks noGrp="1"/>
          </p:cNvSpPr>
          <p:nvPr>
            <p:ph type="sldNum" sz="quarter" idx="12"/>
          </p:nvPr>
        </p:nvSpPr>
        <p:spPr/>
        <p:txBody>
          <a:bodyPr/>
          <a:lstStyle>
            <a:lvl1pPr>
              <a:defRPr/>
            </a:lvl1pPr>
          </a:lstStyle>
          <a:p>
            <a:fld id="{2A6A83CD-6FC2-4DF2-B7F3-DDBDCE3933E4}" type="slidenum">
              <a:rPr lang="zh-CN" altLang="en-US"/>
              <a:pPr/>
              <a:t>‹#›</a:t>
            </a:fld>
            <a:endParaRPr lang="zh-CN" altLang="en-US"/>
          </a:p>
        </p:txBody>
      </p:sp>
    </p:spTree>
    <p:extLst>
      <p:ext uri="{BB962C8B-B14F-4D97-AF65-F5344CB8AC3E}">
        <p14:creationId xmlns:p14="http://schemas.microsoft.com/office/powerpoint/2010/main" val="26980365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0C7FADA2-EDA3-44BC-BEE2-79EFF200D99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DD0326EC-53E3-4B98-BC4A-CD21D59BC71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86C42EE6-9BF3-4513-A573-A5B4F317B206}"/>
              </a:ext>
            </a:extLst>
          </p:cNvPr>
          <p:cNvSpPr>
            <a:spLocks noGrp="1"/>
          </p:cNvSpPr>
          <p:nvPr>
            <p:ph type="dt" sz="half" idx="10"/>
          </p:nvPr>
        </p:nvSpPr>
        <p:spPr/>
        <p:txBody>
          <a:bodyPr/>
          <a:lstStyle>
            <a:lvl1pPr>
              <a:defRPr/>
            </a:lvl1pPr>
          </a:lstStyle>
          <a:p>
            <a:pPr>
              <a:defRPr/>
            </a:pPr>
            <a:fld id="{A6C7B720-F689-4E53-AD4F-72394FA0BF6C}" type="datetime1">
              <a:rPr lang="zh-CN" altLang="en-US"/>
              <a:pPr>
                <a:defRPr/>
              </a:pPr>
              <a:t>2025/04/21</a:t>
            </a:fld>
            <a:endParaRPr lang="zh-CN" altLang="en-US"/>
          </a:p>
        </p:txBody>
      </p:sp>
      <p:sp>
        <p:nvSpPr>
          <p:cNvPr id="7" name="页脚占位符 4">
            <a:extLst>
              <a:ext uri="{FF2B5EF4-FFF2-40B4-BE49-F238E27FC236}">
                <a16:creationId xmlns:a16="http://schemas.microsoft.com/office/drawing/2014/main" id="{C90D8299-9EA3-49EE-8C57-C73E987AF922}"/>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1737F6CF-1603-41DE-B308-B84A529660CC}"/>
              </a:ext>
            </a:extLst>
          </p:cNvPr>
          <p:cNvSpPr>
            <a:spLocks noGrp="1"/>
          </p:cNvSpPr>
          <p:nvPr>
            <p:ph type="sldNum" sz="quarter" idx="12"/>
          </p:nvPr>
        </p:nvSpPr>
        <p:spPr/>
        <p:txBody>
          <a:bodyPr/>
          <a:lstStyle>
            <a:lvl1pPr>
              <a:defRPr/>
            </a:lvl1pPr>
          </a:lstStyle>
          <a:p>
            <a:fld id="{0F844DB0-6B9A-4EEB-9C28-430A7DBE10DC}" type="slidenum">
              <a:rPr lang="zh-CN" altLang="en-US"/>
              <a:pPr/>
              <a:t>‹#›</a:t>
            </a:fld>
            <a:endParaRPr lang="zh-CN" altLang="en-US"/>
          </a:p>
        </p:txBody>
      </p:sp>
    </p:spTree>
    <p:extLst>
      <p:ext uri="{BB962C8B-B14F-4D97-AF65-F5344CB8AC3E}">
        <p14:creationId xmlns:p14="http://schemas.microsoft.com/office/powerpoint/2010/main" val="875093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E6270A3-F0E5-4D17-BE39-8FD036E6F2C9}"/>
              </a:ext>
            </a:extLst>
          </p:cNvPr>
          <p:cNvSpPr>
            <a:spLocks noGrp="1"/>
          </p:cNvSpPr>
          <p:nvPr>
            <p:ph type="dt" sz="half" idx="10"/>
          </p:nvPr>
        </p:nvSpPr>
        <p:spPr/>
        <p:txBody>
          <a:bodyPr/>
          <a:lstStyle>
            <a:lvl1pPr>
              <a:defRPr/>
            </a:lvl1pPr>
          </a:lstStyle>
          <a:p>
            <a:pPr>
              <a:defRPr/>
            </a:pPr>
            <a:fld id="{50670218-F181-4458-8480-053B6CAD43FB}"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4C8107B8-2B1D-4379-B5B3-D5E0F25D5D8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D27D136-B2AC-4E48-8911-EE076342C08B}"/>
              </a:ext>
            </a:extLst>
          </p:cNvPr>
          <p:cNvSpPr>
            <a:spLocks noGrp="1"/>
          </p:cNvSpPr>
          <p:nvPr>
            <p:ph type="sldNum" sz="quarter" idx="12"/>
          </p:nvPr>
        </p:nvSpPr>
        <p:spPr/>
        <p:txBody>
          <a:bodyPr/>
          <a:lstStyle>
            <a:lvl1pPr>
              <a:defRPr/>
            </a:lvl1pPr>
          </a:lstStyle>
          <a:p>
            <a:fld id="{0CE5321C-6726-468A-ACA7-EA5B0B978AC5}" type="slidenum">
              <a:rPr lang="zh-CN" altLang="en-US"/>
              <a:pPr/>
              <a:t>‹#›</a:t>
            </a:fld>
            <a:endParaRPr lang="zh-CN" altLang="en-US"/>
          </a:p>
        </p:txBody>
      </p:sp>
    </p:spTree>
    <p:extLst>
      <p:ext uri="{BB962C8B-B14F-4D97-AF65-F5344CB8AC3E}">
        <p14:creationId xmlns:p14="http://schemas.microsoft.com/office/powerpoint/2010/main" val="1402992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标题占位符 1">
            <a:extLst>
              <a:ext uri="{FF2B5EF4-FFF2-40B4-BE49-F238E27FC236}">
                <a16:creationId xmlns:a16="http://schemas.microsoft.com/office/drawing/2014/main" id="{0686516C-E63F-450E-9192-270590B60B92}"/>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4035" name="文本占位符 2">
            <a:extLst>
              <a:ext uri="{FF2B5EF4-FFF2-40B4-BE49-F238E27FC236}">
                <a16:creationId xmlns:a16="http://schemas.microsoft.com/office/drawing/2014/main" id="{08BD3251-D2B6-413F-98FC-5CB41F9AAC30}"/>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DFCDC57-FA42-4A75-8C07-D2B0D254E6A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E7291604-1D87-4322-8430-7D3F9116C9FF}"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4F78C3DE-5497-4786-A05C-591D19748E4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263A17C5-9A6F-4724-9809-9E4011DE020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93F19310-047C-49D6-AF40-02D193E0F600}"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589" r:id="rId1"/>
    <p:sldLayoutId id="2147484590" r:id="rId2"/>
    <p:sldLayoutId id="2147484584" r:id="rId3"/>
    <p:sldLayoutId id="2147484591" r:id="rId4"/>
    <p:sldLayoutId id="2147484592" r:id="rId5"/>
    <p:sldLayoutId id="2147484593" r:id="rId6"/>
    <p:sldLayoutId id="2147484585" r:id="rId7"/>
    <p:sldLayoutId id="2147484586" r:id="rId8"/>
    <p:sldLayoutId id="2147484587" r:id="rId9"/>
    <p:sldLayoutId id="2147484594" r:id="rId10"/>
    <p:sldLayoutId id="214748458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标题占位符 1">
            <a:extLst>
              <a:ext uri="{FF2B5EF4-FFF2-40B4-BE49-F238E27FC236}">
                <a16:creationId xmlns:a16="http://schemas.microsoft.com/office/drawing/2014/main" id="{2A559EF5-A727-486E-B510-EE2423E9F87C}"/>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2771" name="文本占位符 2">
            <a:extLst>
              <a:ext uri="{FF2B5EF4-FFF2-40B4-BE49-F238E27FC236}">
                <a16:creationId xmlns:a16="http://schemas.microsoft.com/office/drawing/2014/main" id="{A1C0AB65-8646-4263-AF44-21CC40CF7E49}"/>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7BEA142-636D-49A2-B633-696667093FC5}"/>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2EE87794-20AD-45EA-99F9-02E1D6CC44A9}"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0753D4D3-7487-467A-BB37-BE3ED7E4275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946C3D87-3F1D-4C74-9D1E-C47D3745E6B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D163CC28-893F-477A-807A-2D3DDFCB0172}" type="slidenum">
              <a:rPr lang="zh-CN" altLang="en-US"/>
              <a:pPr/>
              <a:t>‹#›</a:t>
            </a:fld>
            <a:endParaRPr lang="zh-CN" altLang="en-US"/>
          </a:p>
        </p:txBody>
      </p:sp>
    </p:spTree>
    <p:extLst>
      <p:ext uri="{BB962C8B-B14F-4D97-AF65-F5344CB8AC3E}">
        <p14:creationId xmlns:p14="http://schemas.microsoft.com/office/powerpoint/2010/main" val="2754106291"/>
      </p:ext>
    </p:extLst>
  </p:cSld>
  <p:clrMap bg1="lt1" tx1="dk1" bg2="lt2" tx2="dk2" accent1="accent1" accent2="accent2" accent3="accent3" accent4="accent4" accent5="accent5" accent6="accent6" hlink="hlink" folHlink="folHlink"/>
  <p:sldLayoutIdLst>
    <p:sldLayoutId id="2147484596" r:id="rId1"/>
    <p:sldLayoutId id="2147484597" r:id="rId2"/>
    <p:sldLayoutId id="2147484598" r:id="rId3"/>
    <p:sldLayoutId id="2147484599" r:id="rId4"/>
    <p:sldLayoutId id="2147484600" r:id="rId5"/>
    <p:sldLayoutId id="2147484601" r:id="rId6"/>
    <p:sldLayoutId id="2147484602" r:id="rId7"/>
    <p:sldLayoutId id="2147484603" r:id="rId8"/>
    <p:sldLayoutId id="2147484604" r:id="rId9"/>
    <p:sldLayoutId id="2147484605" r:id="rId10"/>
    <p:sldLayoutId id="214748460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标题占位符 1">
            <a:extLst>
              <a:ext uri="{FF2B5EF4-FFF2-40B4-BE49-F238E27FC236}">
                <a16:creationId xmlns:a16="http://schemas.microsoft.com/office/drawing/2014/main" id="{676AF08E-457F-4A43-8C31-75F84F91D5A4}"/>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3795" name="文本占位符 2">
            <a:extLst>
              <a:ext uri="{FF2B5EF4-FFF2-40B4-BE49-F238E27FC236}">
                <a16:creationId xmlns:a16="http://schemas.microsoft.com/office/drawing/2014/main" id="{DD17D6B9-FC95-453B-8464-22217698CC78}"/>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7255F15-56FB-4234-ABB8-AC03047A04A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E2932DF-69BA-45BB-8093-0E25DD4812E5}" type="datetime1">
              <a:rPr lang="zh-CN" altLang="en-US"/>
              <a:pPr>
                <a:defRPr/>
              </a:pPr>
              <a:t>2025/04/21</a:t>
            </a:fld>
            <a:endParaRPr lang="zh-CN" altLang="en-US" dirty="0"/>
          </a:p>
        </p:txBody>
      </p:sp>
      <p:sp>
        <p:nvSpPr>
          <p:cNvPr id="5" name="页脚占位符 4">
            <a:extLst>
              <a:ext uri="{FF2B5EF4-FFF2-40B4-BE49-F238E27FC236}">
                <a16:creationId xmlns:a16="http://schemas.microsoft.com/office/drawing/2014/main" id="{13D164FA-933B-4450-99C9-ECB443D60B1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5C195A0-8E1B-4039-8E74-1EB86D1F149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F102AB2-2BDA-427E-8D00-53D1C2A3568B}" type="slidenum">
              <a:rPr lang="zh-CN" altLang="en-US"/>
              <a:pPr/>
              <a:t>‹#›</a:t>
            </a:fld>
            <a:endParaRPr lang="zh-CN" altLang="en-US"/>
          </a:p>
        </p:txBody>
      </p:sp>
    </p:spTree>
    <p:extLst>
      <p:ext uri="{BB962C8B-B14F-4D97-AF65-F5344CB8AC3E}">
        <p14:creationId xmlns:p14="http://schemas.microsoft.com/office/powerpoint/2010/main" val="3186944041"/>
      </p:ext>
    </p:extLst>
  </p:cSld>
  <p:clrMap bg1="lt1" tx1="dk1" bg2="lt2" tx2="dk2" accent1="accent1" accent2="accent2" accent3="accent3" accent4="accent4" accent5="accent5" accent6="accent6" hlink="hlink" folHlink="folHlink"/>
  <p:sldLayoutIdLst>
    <p:sldLayoutId id="2147484608" r:id="rId1"/>
    <p:sldLayoutId id="2147484609" r:id="rId2"/>
    <p:sldLayoutId id="2147484610" r:id="rId3"/>
    <p:sldLayoutId id="2147484611" r:id="rId4"/>
    <p:sldLayoutId id="2147484612" r:id="rId5"/>
    <p:sldLayoutId id="2147484613" r:id="rId6"/>
    <p:sldLayoutId id="2147484614" r:id="rId7"/>
    <p:sldLayoutId id="2147484615" r:id="rId8"/>
    <p:sldLayoutId id="2147484616" r:id="rId9"/>
    <p:sldLayoutId id="2147484617" r:id="rId10"/>
    <p:sldLayoutId id="21474846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0.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100.png"/><Relationship Id="rId7" Type="http://schemas.openxmlformats.org/officeDocument/2006/relationships/image" Target="../media/image90.png"/><Relationship Id="rId2" Type="http://schemas.openxmlformats.org/officeDocument/2006/relationships/image" Target="../media/image4100.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10.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0.png"/><Relationship Id="rId4" Type="http://schemas.openxmlformats.org/officeDocument/2006/relationships/image" Target="../media/image110.png"/></Relationships>
</file>

<file path=ppt/slides/_rels/slide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5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5.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4.wmf"/><Relationship Id="rId17" Type="http://schemas.openxmlformats.org/officeDocument/2006/relationships/image" Target="../media/image20.png"/><Relationship Id="rId2" Type="http://schemas.openxmlformats.org/officeDocument/2006/relationships/slideLayout" Target="../slideLayouts/slideLayout2.xml"/><Relationship Id="rId16" Type="http://schemas.openxmlformats.org/officeDocument/2006/relationships/image" Target="../media/image19.png"/><Relationship Id="rId1" Type="http://schemas.openxmlformats.org/officeDocument/2006/relationships/vmlDrawing" Target="../drawings/vmlDrawing1.vml"/><Relationship Id="rId6" Type="http://schemas.openxmlformats.org/officeDocument/2006/relationships/image" Target="../media/image32.png"/><Relationship Id="rId11" Type="http://schemas.openxmlformats.org/officeDocument/2006/relationships/oleObject" Target="../embeddings/oleObject1.bin"/><Relationship Id="rId5" Type="http://schemas.openxmlformats.org/officeDocument/2006/relationships/image" Target="../media/image25.png"/><Relationship Id="rId15" Type="http://schemas.openxmlformats.org/officeDocument/2006/relationships/image" Target="../media/image17.png"/><Relationship Id="rId10" Type="http://schemas.openxmlformats.org/officeDocument/2006/relationships/image" Target="../media/image4.wmf"/><Relationship Id="rId4" Type="http://schemas.openxmlformats.org/officeDocument/2006/relationships/image" Target="../media/image30.png"/><Relationship Id="rId9" Type="http://schemas.openxmlformats.org/officeDocument/2006/relationships/oleObject" Target="../embeddings/oleObject1.bin"/><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4.bin"/><Relationship Id="rId3" Type="http://schemas.openxmlformats.org/officeDocument/2006/relationships/image" Target="../media/image40.png"/><Relationship Id="rId7" Type="http://schemas.openxmlformats.org/officeDocument/2006/relationships/oleObject" Target="../embeddings/oleObject2.bin"/><Relationship Id="rId12"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3.png"/><Relationship Id="rId11" Type="http://schemas.openxmlformats.org/officeDocument/2006/relationships/oleObject" Target="../embeddings/oleObject4.bin"/><Relationship Id="rId5" Type="http://schemas.openxmlformats.org/officeDocument/2006/relationships/image" Target="../media/image42.png"/><Relationship Id="rId15" Type="http://schemas.openxmlformats.org/officeDocument/2006/relationships/image" Target="../media/image44.png"/><Relationship Id="rId10" Type="http://schemas.openxmlformats.org/officeDocument/2006/relationships/image" Target="../media/image21.wmf"/><Relationship Id="rId4" Type="http://schemas.openxmlformats.org/officeDocument/2006/relationships/image" Target="../media/image41.png"/><Relationship Id="rId9" Type="http://schemas.openxmlformats.org/officeDocument/2006/relationships/oleObject" Target="../embeddings/oleObject2.bin"/><Relationship Id="rId14" Type="http://schemas.openxmlformats.org/officeDocument/2006/relationships/image" Target="../media/image4.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s>
</file>

<file path=ppt/slides/_rels/slide2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5.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10.bin"/></Relationships>
</file>

<file path=ppt/slides/_rels/slide21.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17.bin"/><Relationship Id="rId18" Type="http://schemas.openxmlformats.org/officeDocument/2006/relationships/image" Target="../media/image35.wmf"/><Relationship Id="rId3" Type="http://schemas.openxmlformats.org/officeDocument/2006/relationships/oleObject" Target="../embeddings/oleObject12.bin"/><Relationship Id="rId21" Type="http://schemas.openxmlformats.org/officeDocument/2006/relationships/image" Target="../media/image68.png"/><Relationship Id="rId7" Type="http://schemas.openxmlformats.org/officeDocument/2006/relationships/oleObject" Target="../embeddings/oleObject14.bin"/><Relationship Id="rId12" Type="http://schemas.openxmlformats.org/officeDocument/2006/relationships/image" Target="../media/image25.wmf"/><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34.wmf"/><Relationship Id="rId20" Type="http://schemas.openxmlformats.org/officeDocument/2006/relationships/image" Target="../media/image36.wmf"/><Relationship Id="rId1" Type="http://schemas.openxmlformats.org/officeDocument/2006/relationships/vmlDrawing" Target="../drawings/vmlDrawing5.vml"/><Relationship Id="rId6" Type="http://schemas.openxmlformats.org/officeDocument/2006/relationships/image" Target="../media/image30.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32.wmf"/><Relationship Id="rId19" Type="http://schemas.openxmlformats.org/officeDocument/2006/relationships/oleObject" Target="../embeddings/oleObject20.bin"/><Relationship Id="rId4" Type="http://schemas.openxmlformats.org/officeDocument/2006/relationships/image" Target="../media/image29.wmf"/><Relationship Id="rId9" Type="http://schemas.openxmlformats.org/officeDocument/2006/relationships/oleObject" Target="../embeddings/oleObject15.bin"/><Relationship Id="rId14" Type="http://schemas.openxmlformats.org/officeDocument/2006/relationships/image" Target="../media/image33.wmf"/><Relationship Id="rId22" Type="http://schemas.openxmlformats.org/officeDocument/2006/relationships/image" Target="../media/image81.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8.wmf"/><Relationship Id="rId5" Type="http://schemas.openxmlformats.org/officeDocument/2006/relationships/oleObject" Target="../embeddings/oleObject22.bin"/><Relationship Id="rId4" Type="http://schemas.openxmlformats.org/officeDocument/2006/relationships/image" Target="../media/image37.wmf"/></Relationships>
</file>

<file path=ppt/slides/_rels/slide23.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29.bin"/><Relationship Id="rId18" Type="http://schemas.openxmlformats.org/officeDocument/2006/relationships/oleObject" Target="../embeddings/oleObject34.bin"/><Relationship Id="rId3" Type="http://schemas.openxmlformats.org/officeDocument/2006/relationships/oleObject" Target="../embeddings/oleObject23.bin"/><Relationship Id="rId21" Type="http://schemas.openxmlformats.org/officeDocument/2006/relationships/oleObject" Target="../embeddings/oleObject36.bin"/><Relationship Id="rId7" Type="http://schemas.openxmlformats.org/officeDocument/2006/relationships/oleObject" Target="../embeddings/oleObject25.bin"/><Relationship Id="rId12" Type="http://schemas.openxmlformats.org/officeDocument/2006/relationships/oleObject" Target="../embeddings/oleObject28.bin"/><Relationship Id="rId17" Type="http://schemas.openxmlformats.org/officeDocument/2006/relationships/oleObject" Target="../embeddings/oleObject33.bin"/><Relationship Id="rId2" Type="http://schemas.openxmlformats.org/officeDocument/2006/relationships/slideLayout" Target="../slideLayouts/slideLayout2.xml"/><Relationship Id="rId16" Type="http://schemas.openxmlformats.org/officeDocument/2006/relationships/oleObject" Target="../embeddings/oleObject32.bin"/><Relationship Id="rId20" Type="http://schemas.openxmlformats.org/officeDocument/2006/relationships/image" Target="../media/image43.wmf"/><Relationship Id="rId1" Type="http://schemas.openxmlformats.org/officeDocument/2006/relationships/vmlDrawing" Target="../drawings/vmlDrawing7.vml"/><Relationship Id="rId6" Type="http://schemas.openxmlformats.org/officeDocument/2006/relationships/image" Target="../media/image40.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31.bin"/><Relationship Id="rId10" Type="http://schemas.openxmlformats.org/officeDocument/2006/relationships/image" Target="../media/image42.wmf"/><Relationship Id="rId19" Type="http://schemas.openxmlformats.org/officeDocument/2006/relationships/oleObject" Target="../embeddings/oleObject35.bin"/><Relationship Id="rId4" Type="http://schemas.openxmlformats.org/officeDocument/2006/relationships/image" Target="../media/image39.wmf"/><Relationship Id="rId9" Type="http://schemas.openxmlformats.org/officeDocument/2006/relationships/oleObject" Target="../embeddings/oleObject26.bin"/><Relationship Id="rId14" Type="http://schemas.openxmlformats.org/officeDocument/2006/relationships/oleObject" Target="../embeddings/oleObject30.bin"/><Relationship Id="rId22" Type="http://schemas.openxmlformats.org/officeDocument/2006/relationships/image" Target="../media/image44.wmf"/></Relationships>
</file>

<file path=ppt/slides/_rels/slide24.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6.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4.wmf"/><Relationship Id="rId4" Type="http://schemas.openxmlformats.org/officeDocument/2006/relationships/image" Target="../media/image45.wmf"/><Relationship Id="rId9" Type="http://schemas.openxmlformats.org/officeDocument/2006/relationships/oleObject" Target="../embeddings/oleObject40.bin"/></Relationships>
</file>

<file path=ppt/slides/_rels/slide25.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47.bin"/><Relationship Id="rId18" Type="http://schemas.openxmlformats.org/officeDocument/2006/relationships/image" Target="../media/image56.wmf"/><Relationship Id="rId26" Type="http://schemas.openxmlformats.org/officeDocument/2006/relationships/image" Target="../media/image42.wmf"/><Relationship Id="rId3" Type="http://schemas.openxmlformats.org/officeDocument/2006/relationships/oleObject" Target="../embeddings/oleObject42.bin"/><Relationship Id="rId21" Type="http://schemas.openxmlformats.org/officeDocument/2006/relationships/oleObject" Target="../embeddings/oleObject51.bin"/><Relationship Id="rId7" Type="http://schemas.openxmlformats.org/officeDocument/2006/relationships/oleObject" Target="../embeddings/oleObject44.bin"/><Relationship Id="rId12" Type="http://schemas.openxmlformats.org/officeDocument/2006/relationships/image" Target="../media/image53.wmf"/><Relationship Id="rId17" Type="http://schemas.openxmlformats.org/officeDocument/2006/relationships/oleObject" Target="../embeddings/oleObject49.bin"/><Relationship Id="rId25" Type="http://schemas.openxmlformats.org/officeDocument/2006/relationships/oleObject" Target="../embeddings/oleObject53.bin"/><Relationship Id="rId2" Type="http://schemas.openxmlformats.org/officeDocument/2006/relationships/slideLayout" Target="../slideLayouts/slideLayout2.xml"/><Relationship Id="rId16" Type="http://schemas.openxmlformats.org/officeDocument/2006/relationships/image" Target="../media/image55.wmf"/><Relationship Id="rId20" Type="http://schemas.openxmlformats.org/officeDocument/2006/relationships/image" Target="../media/image57.wmf"/><Relationship Id="rId29" Type="http://schemas.openxmlformats.org/officeDocument/2006/relationships/oleObject" Target="../embeddings/oleObject55.bin"/><Relationship Id="rId1" Type="http://schemas.openxmlformats.org/officeDocument/2006/relationships/vmlDrawing" Target="../drawings/vmlDrawing9.vml"/><Relationship Id="rId6" Type="http://schemas.openxmlformats.org/officeDocument/2006/relationships/image" Target="../media/image50.wmf"/><Relationship Id="rId11" Type="http://schemas.openxmlformats.org/officeDocument/2006/relationships/oleObject" Target="../embeddings/oleObject46.bin"/><Relationship Id="rId24" Type="http://schemas.openxmlformats.org/officeDocument/2006/relationships/image" Target="../media/image59.wmf"/><Relationship Id="rId5" Type="http://schemas.openxmlformats.org/officeDocument/2006/relationships/oleObject" Target="../embeddings/oleObject43.bin"/><Relationship Id="rId15" Type="http://schemas.openxmlformats.org/officeDocument/2006/relationships/oleObject" Target="../embeddings/oleObject48.bin"/><Relationship Id="rId23" Type="http://schemas.openxmlformats.org/officeDocument/2006/relationships/oleObject" Target="../embeddings/oleObject52.bin"/><Relationship Id="rId28" Type="http://schemas.openxmlformats.org/officeDocument/2006/relationships/image" Target="../media/image41.wmf"/><Relationship Id="rId10" Type="http://schemas.openxmlformats.org/officeDocument/2006/relationships/image" Target="../media/image52.wmf"/><Relationship Id="rId19" Type="http://schemas.openxmlformats.org/officeDocument/2006/relationships/oleObject" Target="../embeddings/oleObject50.bin"/><Relationship Id="rId4" Type="http://schemas.openxmlformats.org/officeDocument/2006/relationships/image" Target="../media/image49.wmf"/><Relationship Id="rId9" Type="http://schemas.openxmlformats.org/officeDocument/2006/relationships/oleObject" Target="../embeddings/oleObject45.bin"/><Relationship Id="rId14" Type="http://schemas.openxmlformats.org/officeDocument/2006/relationships/image" Target="../media/image54.wmf"/><Relationship Id="rId22" Type="http://schemas.openxmlformats.org/officeDocument/2006/relationships/image" Target="../media/image58.wmf"/><Relationship Id="rId27" Type="http://schemas.openxmlformats.org/officeDocument/2006/relationships/oleObject" Target="../embeddings/oleObject54.bin"/><Relationship Id="rId30" Type="http://schemas.openxmlformats.org/officeDocument/2006/relationships/image" Target="../media/image60.wmf"/></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61.bin"/><Relationship Id="rId18" Type="http://schemas.openxmlformats.org/officeDocument/2006/relationships/image" Target="../media/image68.wmf"/><Relationship Id="rId26" Type="http://schemas.openxmlformats.org/officeDocument/2006/relationships/oleObject" Target="../embeddings/oleObject68.bin"/><Relationship Id="rId21" Type="http://schemas.openxmlformats.org/officeDocument/2006/relationships/oleObject" Target="../embeddings/oleObject65.bin"/><Relationship Id="rId34" Type="http://schemas.openxmlformats.org/officeDocument/2006/relationships/oleObject" Target="../embeddings/oleObject72.bin"/><Relationship Id="rId7" Type="http://schemas.openxmlformats.org/officeDocument/2006/relationships/oleObject" Target="../embeddings/oleObject58.bin"/><Relationship Id="rId12" Type="http://schemas.openxmlformats.org/officeDocument/2006/relationships/image" Target="../media/image65.wmf"/><Relationship Id="rId17" Type="http://schemas.openxmlformats.org/officeDocument/2006/relationships/oleObject" Target="../embeddings/oleObject63.bin"/><Relationship Id="rId25" Type="http://schemas.openxmlformats.org/officeDocument/2006/relationships/image" Target="../media/image57.wmf"/><Relationship Id="rId33" Type="http://schemas.openxmlformats.org/officeDocument/2006/relationships/image" Target="../media/image41.wmf"/><Relationship Id="rId2" Type="http://schemas.openxmlformats.org/officeDocument/2006/relationships/slideLayout" Target="../slideLayouts/slideLayout7.xml"/><Relationship Id="rId16" Type="http://schemas.openxmlformats.org/officeDocument/2006/relationships/image" Target="../media/image67.wmf"/><Relationship Id="rId20" Type="http://schemas.openxmlformats.org/officeDocument/2006/relationships/image" Target="../media/image69.wmf"/><Relationship Id="rId29" Type="http://schemas.openxmlformats.org/officeDocument/2006/relationships/image" Target="../media/image59.wmf"/><Relationship Id="rId1" Type="http://schemas.openxmlformats.org/officeDocument/2006/relationships/vmlDrawing" Target="../drawings/vmlDrawing10.vml"/><Relationship Id="rId6" Type="http://schemas.openxmlformats.org/officeDocument/2006/relationships/image" Target="../media/image62.wmf"/><Relationship Id="rId11" Type="http://schemas.openxmlformats.org/officeDocument/2006/relationships/oleObject" Target="../embeddings/oleObject60.bin"/><Relationship Id="rId24" Type="http://schemas.openxmlformats.org/officeDocument/2006/relationships/oleObject" Target="../embeddings/oleObject67.bin"/><Relationship Id="rId32" Type="http://schemas.openxmlformats.org/officeDocument/2006/relationships/oleObject" Target="../embeddings/oleObject71.bin"/><Relationship Id="rId37" Type="http://schemas.openxmlformats.org/officeDocument/2006/relationships/image" Target="../media/image71.wmf"/><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image" Target="../media/image56.wmf"/><Relationship Id="rId28" Type="http://schemas.openxmlformats.org/officeDocument/2006/relationships/oleObject" Target="../embeddings/oleObject69.bin"/><Relationship Id="rId36" Type="http://schemas.openxmlformats.org/officeDocument/2006/relationships/oleObject" Target="../embeddings/oleObject73.bin"/><Relationship Id="rId10" Type="http://schemas.openxmlformats.org/officeDocument/2006/relationships/image" Target="../media/image64.wmf"/><Relationship Id="rId19" Type="http://schemas.openxmlformats.org/officeDocument/2006/relationships/oleObject" Target="../embeddings/oleObject64.bin"/><Relationship Id="rId31" Type="http://schemas.openxmlformats.org/officeDocument/2006/relationships/image" Target="../media/image42.wmf"/><Relationship Id="rId4" Type="http://schemas.openxmlformats.org/officeDocument/2006/relationships/image" Target="../media/image61.wmf"/><Relationship Id="rId9" Type="http://schemas.openxmlformats.org/officeDocument/2006/relationships/oleObject" Target="../embeddings/oleObject59.bin"/><Relationship Id="rId14" Type="http://schemas.openxmlformats.org/officeDocument/2006/relationships/image" Target="../media/image66.wmf"/><Relationship Id="rId22" Type="http://schemas.openxmlformats.org/officeDocument/2006/relationships/oleObject" Target="../embeddings/oleObject66.bin"/><Relationship Id="rId27" Type="http://schemas.openxmlformats.org/officeDocument/2006/relationships/image" Target="../media/image58.wmf"/><Relationship Id="rId30" Type="http://schemas.openxmlformats.org/officeDocument/2006/relationships/oleObject" Target="../embeddings/oleObject70.bin"/><Relationship Id="rId35" Type="http://schemas.openxmlformats.org/officeDocument/2006/relationships/image" Target="../media/image70.wmf"/><Relationship Id="rId8" Type="http://schemas.openxmlformats.org/officeDocument/2006/relationships/image" Target="../media/image63.wmf"/><Relationship Id="rId3" Type="http://schemas.openxmlformats.org/officeDocument/2006/relationships/oleObject" Target="../embeddings/oleObject56.bin"/></Relationships>
</file>

<file path=ppt/slides/_rels/slide27.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73.wmf"/><Relationship Id="rId5" Type="http://schemas.openxmlformats.org/officeDocument/2006/relationships/oleObject" Target="../embeddings/oleObject75.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77.bin"/></Relationships>
</file>

<file path=ppt/slides/_rels/slide2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77.wmf"/><Relationship Id="rId5" Type="http://schemas.openxmlformats.org/officeDocument/2006/relationships/oleObject" Target="../embeddings/oleObject79.bin"/><Relationship Id="rId4" Type="http://schemas.openxmlformats.org/officeDocument/2006/relationships/image" Target="../media/image76.wmf"/></Relationships>
</file>

<file path=ppt/slides/_rels/slide30.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80.wmf"/><Relationship Id="rId5" Type="http://schemas.openxmlformats.org/officeDocument/2006/relationships/oleObject" Target="../embeddings/oleObject82.bin"/><Relationship Id="rId4" Type="http://schemas.openxmlformats.org/officeDocument/2006/relationships/image" Target="../media/image79.wmf"/></Relationships>
</file>

<file path=ppt/slides/_rels/slide31.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3.wmf"/><Relationship Id="rId5" Type="http://schemas.openxmlformats.org/officeDocument/2006/relationships/oleObject" Target="../embeddings/oleObject85.bin"/><Relationship Id="rId4" Type="http://schemas.openxmlformats.org/officeDocument/2006/relationships/image" Target="../media/image82.wmf"/></Relationships>
</file>

<file path=ppt/slides/_rels/slide32.x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image" Target="../media/image73.png"/><Relationship Id="rId18" Type="http://schemas.openxmlformats.org/officeDocument/2006/relationships/oleObject" Target="../embeddings/oleObject93.bin"/><Relationship Id="rId26" Type="http://schemas.openxmlformats.org/officeDocument/2006/relationships/image" Target="../media/image92.wmf"/><Relationship Id="rId3" Type="http://schemas.openxmlformats.org/officeDocument/2006/relationships/oleObject" Target="../embeddings/oleObject87.bin"/><Relationship Id="rId21" Type="http://schemas.openxmlformats.org/officeDocument/2006/relationships/oleObject" Target="../embeddings/oleObject94.bin"/><Relationship Id="rId7" Type="http://schemas.openxmlformats.org/officeDocument/2006/relationships/oleObject" Target="../embeddings/oleObject89.bin"/><Relationship Id="rId12" Type="http://schemas.openxmlformats.org/officeDocument/2006/relationships/image" Target="../media/image72.png"/><Relationship Id="rId17" Type="http://schemas.openxmlformats.org/officeDocument/2006/relationships/image" Target="../media/image42.wmf"/><Relationship Id="rId25" Type="http://schemas.openxmlformats.org/officeDocument/2006/relationships/oleObject" Target="../embeddings/oleObject96.bin"/><Relationship Id="rId2" Type="http://schemas.openxmlformats.org/officeDocument/2006/relationships/slideLayout" Target="../slideLayouts/slideLayout2.xml"/><Relationship Id="rId16" Type="http://schemas.openxmlformats.org/officeDocument/2006/relationships/oleObject" Target="../embeddings/oleObject92.bin"/><Relationship Id="rId20" Type="http://schemas.openxmlformats.org/officeDocument/2006/relationships/image" Target="../media/image95.png"/><Relationship Id="rId29" Type="http://schemas.openxmlformats.org/officeDocument/2006/relationships/oleObject" Target="../embeddings/oleObject98.bin"/><Relationship Id="rId1" Type="http://schemas.openxmlformats.org/officeDocument/2006/relationships/vmlDrawing" Target="../drawings/vmlDrawing15.vml"/><Relationship Id="rId6" Type="http://schemas.openxmlformats.org/officeDocument/2006/relationships/image" Target="../media/image86.wmf"/><Relationship Id="rId11" Type="http://schemas.openxmlformats.org/officeDocument/2006/relationships/image" Target="../media/image71.png"/><Relationship Id="rId24" Type="http://schemas.openxmlformats.org/officeDocument/2006/relationships/image" Target="../media/image91.wmf"/><Relationship Id="rId5" Type="http://schemas.openxmlformats.org/officeDocument/2006/relationships/oleObject" Target="../embeddings/oleObject88.bin"/><Relationship Id="rId15" Type="http://schemas.openxmlformats.org/officeDocument/2006/relationships/image" Target="../media/image41.wmf"/><Relationship Id="rId23" Type="http://schemas.openxmlformats.org/officeDocument/2006/relationships/oleObject" Target="../embeddings/oleObject95.bin"/><Relationship Id="rId28" Type="http://schemas.openxmlformats.org/officeDocument/2006/relationships/image" Target="../media/image93.wmf"/><Relationship Id="rId10" Type="http://schemas.openxmlformats.org/officeDocument/2006/relationships/image" Target="../media/image88.wmf"/><Relationship Id="rId19" Type="http://schemas.openxmlformats.org/officeDocument/2006/relationships/image" Target="../media/image89.wmf"/><Relationship Id="rId31" Type="http://schemas.openxmlformats.org/officeDocument/2006/relationships/image" Target="../media/image75.png"/><Relationship Id="rId4" Type="http://schemas.openxmlformats.org/officeDocument/2006/relationships/image" Target="../media/image85.wmf"/><Relationship Id="rId9" Type="http://schemas.openxmlformats.org/officeDocument/2006/relationships/oleObject" Target="../embeddings/oleObject90.bin"/><Relationship Id="rId14" Type="http://schemas.openxmlformats.org/officeDocument/2006/relationships/oleObject" Target="../embeddings/oleObject91.bin"/><Relationship Id="rId22" Type="http://schemas.openxmlformats.org/officeDocument/2006/relationships/image" Target="../media/image90.wmf"/><Relationship Id="rId27" Type="http://schemas.openxmlformats.org/officeDocument/2006/relationships/oleObject" Target="../embeddings/oleObject97.bin"/><Relationship Id="rId30" Type="http://schemas.openxmlformats.org/officeDocument/2006/relationships/image" Target="../media/image94.wmf"/></Relationships>
</file>

<file path=ppt/slides/_rels/slide33.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image" Target="../media/image97.wmf"/><Relationship Id="rId18" Type="http://schemas.openxmlformats.org/officeDocument/2006/relationships/oleObject" Target="../embeddings/oleObject92.bin"/><Relationship Id="rId3" Type="http://schemas.openxmlformats.org/officeDocument/2006/relationships/image" Target="../media/image800.png"/><Relationship Id="rId7" Type="http://schemas.openxmlformats.org/officeDocument/2006/relationships/oleObject" Target="../embeddings/oleObject99.bin"/><Relationship Id="rId12" Type="http://schemas.openxmlformats.org/officeDocument/2006/relationships/oleObject" Target="../embeddings/oleObject101.bin"/><Relationship Id="rId17" Type="http://schemas.openxmlformats.org/officeDocument/2006/relationships/image" Target="../media/image41.wmf"/><Relationship Id="rId2" Type="http://schemas.openxmlformats.org/officeDocument/2006/relationships/slideLayout" Target="../slideLayouts/slideLayout2.xml"/><Relationship Id="rId16" Type="http://schemas.openxmlformats.org/officeDocument/2006/relationships/oleObject" Target="../embeddings/oleObject91.bin"/><Relationship Id="rId20" Type="http://schemas.openxmlformats.org/officeDocument/2006/relationships/oleObject" Target="../embeddings/oleObject93.bin"/><Relationship Id="rId1" Type="http://schemas.openxmlformats.org/officeDocument/2006/relationships/vmlDrawing" Target="../drawings/vmlDrawing16.vml"/><Relationship Id="rId6" Type="http://schemas.openxmlformats.org/officeDocument/2006/relationships/image" Target="../media/image96.wmf"/><Relationship Id="rId11" Type="http://schemas.openxmlformats.org/officeDocument/2006/relationships/oleObject" Target="../embeddings/oleObject100.bin"/><Relationship Id="rId5" Type="http://schemas.openxmlformats.org/officeDocument/2006/relationships/oleObject" Target="../embeddings/oleObject99.bin"/><Relationship Id="rId15" Type="http://schemas.openxmlformats.org/officeDocument/2006/relationships/image" Target="../media/image98.wmf"/><Relationship Id="rId10" Type="http://schemas.openxmlformats.org/officeDocument/2006/relationships/image" Target="../media/image99.png"/><Relationship Id="rId19" Type="http://schemas.openxmlformats.org/officeDocument/2006/relationships/image" Target="../media/image42.wmf"/><Relationship Id="rId4" Type="http://schemas.openxmlformats.org/officeDocument/2006/relationships/image" Target="../media/image820.png"/><Relationship Id="rId9" Type="http://schemas.openxmlformats.org/officeDocument/2006/relationships/image" Target="../media/image83.png"/><Relationship Id="rId14" Type="http://schemas.openxmlformats.org/officeDocument/2006/relationships/oleObject" Target="../embeddings/oleObject102.bin"/></Relationships>
</file>

<file path=ppt/slides/_rels/slide34.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108.bin"/><Relationship Id="rId18" Type="http://schemas.openxmlformats.org/officeDocument/2006/relationships/image" Target="../media/image106.wmf"/><Relationship Id="rId3" Type="http://schemas.openxmlformats.org/officeDocument/2006/relationships/oleObject" Target="../embeddings/oleObject103.bin"/><Relationship Id="rId21" Type="http://schemas.openxmlformats.org/officeDocument/2006/relationships/oleObject" Target="../embeddings/oleObject112.bin"/><Relationship Id="rId7" Type="http://schemas.openxmlformats.org/officeDocument/2006/relationships/oleObject" Target="../embeddings/oleObject105.bin"/><Relationship Id="rId12" Type="http://schemas.openxmlformats.org/officeDocument/2006/relationships/image" Target="../media/image103.wmf"/><Relationship Id="rId17" Type="http://schemas.openxmlformats.org/officeDocument/2006/relationships/oleObject" Target="../embeddings/oleObject110.bin"/><Relationship Id="rId2" Type="http://schemas.openxmlformats.org/officeDocument/2006/relationships/slideLayout" Target="../slideLayouts/slideLayout13.xml"/><Relationship Id="rId16" Type="http://schemas.openxmlformats.org/officeDocument/2006/relationships/image" Target="../media/image105.wmf"/><Relationship Id="rId20" Type="http://schemas.openxmlformats.org/officeDocument/2006/relationships/image" Target="../media/image107.wmf"/><Relationship Id="rId1" Type="http://schemas.openxmlformats.org/officeDocument/2006/relationships/vmlDrawing" Target="../drawings/vmlDrawing17.vml"/><Relationship Id="rId6" Type="http://schemas.openxmlformats.org/officeDocument/2006/relationships/image" Target="../media/image101.wmf"/><Relationship Id="rId11" Type="http://schemas.openxmlformats.org/officeDocument/2006/relationships/oleObject" Target="../embeddings/oleObject107.bin"/><Relationship Id="rId24" Type="http://schemas.openxmlformats.org/officeDocument/2006/relationships/image" Target="../media/image109.wmf"/><Relationship Id="rId5" Type="http://schemas.openxmlformats.org/officeDocument/2006/relationships/oleObject" Target="../embeddings/oleObject104.bin"/><Relationship Id="rId15" Type="http://schemas.openxmlformats.org/officeDocument/2006/relationships/oleObject" Target="../embeddings/oleObject109.bin"/><Relationship Id="rId23" Type="http://schemas.openxmlformats.org/officeDocument/2006/relationships/oleObject" Target="../embeddings/oleObject113.bin"/><Relationship Id="rId10" Type="http://schemas.openxmlformats.org/officeDocument/2006/relationships/image" Target="../media/image90.wmf"/><Relationship Id="rId19" Type="http://schemas.openxmlformats.org/officeDocument/2006/relationships/oleObject" Target="../embeddings/oleObject111.bin"/><Relationship Id="rId4" Type="http://schemas.openxmlformats.org/officeDocument/2006/relationships/image" Target="../media/image100.wmf"/><Relationship Id="rId9" Type="http://schemas.openxmlformats.org/officeDocument/2006/relationships/oleObject" Target="../embeddings/oleObject106.bin"/><Relationship Id="rId14" Type="http://schemas.openxmlformats.org/officeDocument/2006/relationships/image" Target="../media/image104.wmf"/><Relationship Id="rId22" Type="http://schemas.openxmlformats.org/officeDocument/2006/relationships/image" Target="../media/image108.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oleObject" Target="../embeddings/oleObject109.bin"/><Relationship Id="rId18" Type="http://schemas.openxmlformats.org/officeDocument/2006/relationships/oleObject" Target="../embeddings/oleObject112.bin"/><Relationship Id="rId3" Type="http://schemas.openxmlformats.org/officeDocument/2006/relationships/oleObject" Target="../embeddings/oleObject114.bin"/><Relationship Id="rId21" Type="http://schemas.openxmlformats.org/officeDocument/2006/relationships/image" Target="../media/image109.wmf"/><Relationship Id="rId7" Type="http://schemas.openxmlformats.org/officeDocument/2006/relationships/image" Target="../media/image107.wmf"/><Relationship Id="rId12" Type="http://schemas.openxmlformats.org/officeDocument/2006/relationships/image" Target="../media/image104.wmf"/><Relationship Id="rId17" Type="http://schemas.openxmlformats.org/officeDocument/2006/relationships/oleObject" Target="../embeddings/oleObject111.bin"/><Relationship Id="rId2" Type="http://schemas.openxmlformats.org/officeDocument/2006/relationships/slideLayout" Target="../slideLayouts/slideLayout13.xml"/><Relationship Id="rId16" Type="http://schemas.openxmlformats.org/officeDocument/2006/relationships/image" Target="../media/image106.wmf"/><Relationship Id="rId20" Type="http://schemas.openxmlformats.org/officeDocument/2006/relationships/oleObject" Target="../embeddings/oleObject113.bin"/><Relationship Id="rId1" Type="http://schemas.openxmlformats.org/officeDocument/2006/relationships/vmlDrawing" Target="../drawings/vmlDrawing18.vml"/><Relationship Id="rId6" Type="http://schemas.openxmlformats.org/officeDocument/2006/relationships/oleObject" Target="../embeddings/oleObject115.bin"/><Relationship Id="rId11" Type="http://schemas.openxmlformats.org/officeDocument/2006/relationships/oleObject" Target="../embeddings/oleObject108.bin"/><Relationship Id="rId5" Type="http://schemas.openxmlformats.org/officeDocument/2006/relationships/image" Target="../media/image111.png"/><Relationship Id="rId15" Type="http://schemas.openxmlformats.org/officeDocument/2006/relationships/oleObject" Target="../embeddings/oleObject110.bin"/><Relationship Id="rId10" Type="http://schemas.openxmlformats.org/officeDocument/2006/relationships/oleObject" Target="../embeddings/oleObject107.bin"/><Relationship Id="rId19" Type="http://schemas.openxmlformats.org/officeDocument/2006/relationships/image" Target="../media/image108.wmf"/><Relationship Id="rId4" Type="http://schemas.openxmlformats.org/officeDocument/2006/relationships/image" Target="../media/image110.wmf"/><Relationship Id="rId9" Type="http://schemas.openxmlformats.org/officeDocument/2006/relationships/image" Target="../media/image103.wmf"/><Relationship Id="rId14" Type="http://schemas.openxmlformats.org/officeDocument/2006/relationships/image" Target="../media/image105.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19.bin"/><Relationship Id="rId3" Type="http://schemas.openxmlformats.org/officeDocument/2006/relationships/image" Target="../media/image1340.png"/><Relationship Id="rId7" Type="http://schemas.openxmlformats.org/officeDocument/2006/relationships/image" Target="../media/image113.wmf"/><Relationship Id="rId12" Type="http://schemas.openxmlformats.org/officeDocument/2006/relationships/image" Target="../media/image139.png"/><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oleObject" Target="../embeddings/oleObject118.bin"/><Relationship Id="rId11" Type="http://schemas.openxmlformats.org/officeDocument/2006/relationships/image" Target="../media/image115.wmf"/><Relationship Id="rId5" Type="http://schemas.openxmlformats.org/officeDocument/2006/relationships/image" Target="../media/image112.wmf"/><Relationship Id="rId10" Type="http://schemas.openxmlformats.org/officeDocument/2006/relationships/oleObject" Target="../embeddings/oleObject120.bin"/><Relationship Id="rId4" Type="http://schemas.openxmlformats.org/officeDocument/2006/relationships/oleObject" Target="../embeddings/oleObject117.bin"/><Relationship Id="rId9" Type="http://schemas.openxmlformats.org/officeDocument/2006/relationships/image" Target="../media/image114.wmf"/></Relationships>
</file>

<file path=ppt/slides/_rels/slide37.x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oleObject" Target="../embeddings/oleObject126.bin"/><Relationship Id="rId3" Type="http://schemas.openxmlformats.org/officeDocument/2006/relationships/oleObject" Target="../embeddings/oleObject121.bin"/><Relationship Id="rId7" Type="http://schemas.openxmlformats.org/officeDocument/2006/relationships/oleObject" Target="../embeddings/oleObject123.bin"/><Relationship Id="rId12" Type="http://schemas.openxmlformats.org/officeDocument/2006/relationships/image" Target="../media/image120.wmf"/><Relationship Id="rId2" Type="http://schemas.openxmlformats.org/officeDocument/2006/relationships/slideLayout" Target="../slideLayouts/slideLayout13.xml"/><Relationship Id="rId16" Type="http://schemas.openxmlformats.org/officeDocument/2006/relationships/image" Target="../media/image122.wmf"/><Relationship Id="rId1" Type="http://schemas.openxmlformats.org/officeDocument/2006/relationships/vmlDrawing" Target="../drawings/vmlDrawing20.vml"/><Relationship Id="rId6" Type="http://schemas.openxmlformats.org/officeDocument/2006/relationships/image" Target="../media/image117.wmf"/><Relationship Id="rId11" Type="http://schemas.openxmlformats.org/officeDocument/2006/relationships/oleObject" Target="../embeddings/oleObject125.bin"/><Relationship Id="rId5" Type="http://schemas.openxmlformats.org/officeDocument/2006/relationships/oleObject" Target="../embeddings/oleObject122.bin"/><Relationship Id="rId15" Type="http://schemas.openxmlformats.org/officeDocument/2006/relationships/oleObject" Target="../embeddings/oleObject127.bin"/><Relationship Id="rId10" Type="http://schemas.openxmlformats.org/officeDocument/2006/relationships/image" Target="../media/image119.wmf"/><Relationship Id="rId4" Type="http://schemas.openxmlformats.org/officeDocument/2006/relationships/image" Target="../media/image116.wmf"/><Relationship Id="rId9" Type="http://schemas.openxmlformats.org/officeDocument/2006/relationships/oleObject" Target="../embeddings/oleObject124.bin"/><Relationship Id="rId14" Type="http://schemas.openxmlformats.org/officeDocument/2006/relationships/image" Target="../media/image121.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25.wmf"/><Relationship Id="rId3" Type="http://schemas.openxmlformats.org/officeDocument/2006/relationships/oleObject" Target="../embeddings/oleObject128.bin"/><Relationship Id="rId7" Type="http://schemas.openxmlformats.org/officeDocument/2006/relationships/image" Target="../media/image162.png"/><Relationship Id="rId12" Type="http://schemas.openxmlformats.org/officeDocument/2006/relationships/oleObject" Target="../embeddings/oleObject132.bin"/><Relationship Id="rId17" Type="http://schemas.openxmlformats.org/officeDocument/2006/relationships/image" Target="../media/image127.wmf"/><Relationship Id="rId2" Type="http://schemas.openxmlformats.org/officeDocument/2006/relationships/slideLayout" Target="../slideLayouts/slideLayout13.xml"/><Relationship Id="rId16" Type="http://schemas.openxmlformats.org/officeDocument/2006/relationships/oleObject" Target="../embeddings/oleObject134.bin"/><Relationship Id="rId1" Type="http://schemas.openxmlformats.org/officeDocument/2006/relationships/vmlDrawing" Target="../drawings/vmlDrawing21.vml"/><Relationship Id="rId6" Type="http://schemas.openxmlformats.org/officeDocument/2006/relationships/image" Target="../media/image124.wmf"/><Relationship Id="rId11" Type="http://schemas.openxmlformats.org/officeDocument/2006/relationships/image" Target="../media/image151.png"/><Relationship Id="rId5" Type="http://schemas.openxmlformats.org/officeDocument/2006/relationships/oleObject" Target="../embeddings/oleObject129.bin"/><Relationship Id="rId15" Type="http://schemas.openxmlformats.org/officeDocument/2006/relationships/image" Target="../media/image126.wmf"/><Relationship Id="rId10" Type="http://schemas.openxmlformats.org/officeDocument/2006/relationships/image" Target="../media/image150.png"/><Relationship Id="rId4" Type="http://schemas.openxmlformats.org/officeDocument/2006/relationships/image" Target="../media/image123.wmf"/><Relationship Id="rId9" Type="http://schemas.openxmlformats.org/officeDocument/2006/relationships/oleObject" Target="../embeddings/oleObject131.bin"/><Relationship Id="rId14" Type="http://schemas.openxmlformats.org/officeDocument/2006/relationships/oleObject" Target="../embeddings/oleObject133.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71.png"/><Relationship Id="rId3" Type="http://schemas.openxmlformats.org/officeDocument/2006/relationships/oleObject" Target="../embeddings/oleObject135.bin"/><Relationship Id="rId7" Type="http://schemas.openxmlformats.org/officeDocument/2006/relationships/image" Target="../media/image180.png"/><Relationship Id="rId12" Type="http://schemas.openxmlformats.org/officeDocument/2006/relationships/image" Target="../media/image114.png"/><Relationship Id="rId2" Type="http://schemas.openxmlformats.org/officeDocument/2006/relationships/slideLayout" Target="../slideLayouts/slideLayout13.xml"/><Relationship Id="rId1" Type="http://schemas.openxmlformats.org/officeDocument/2006/relationships/vmlDrawing" Target="../drawings/vmlDrawing22.vml"/><Relationship Id="rId6" Type="http://schemas.openxmlformats.org/officeDocument/2006/relationships/image" Target="../media/image123.wmf"/><Relationship Id="rId11" Type="http://schemas.openxmlformats.org/officeDocument/2006/relationships/image" Target="../media/image128.wmf"/><Relationship Id="rId5" Type="http://schemas.openxmlformats.org/officeDocument/2006/relationships/oleObject" Target="../embeddings/oleObject136.bin"/><Relationship Id="rId10" Type="http://schemas.openxmlformats.org/officeDocument/2006/relationships/oleObject" Target="../embeddings/oleObject137.bin"/><Relationship Id="rId4" Type="http://schemas.openxmlformats.org/officeDocument/2006/relationships/image" Target="../media/image124.wmf"/><Relationship Id="rId9" Type="http://schemas.openxmlformats.org/officeDocument/2006/relationships/image" Target="../media/image128.wmf"/><Relationship Id="rId14" Type="http://schemas.openxmlformats.org/officeDocument/2006/relationships/image" Target="../media/image172.png"/></Relationships>
</file>

<file path=ppt/slides/_rels/slide40.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33.wmf"/><Relationship Id="rId2" Type="http://schemas.openxmlformats.org/officeDocument/2006/relationships/slideLayout" Target="../slideLayouts/slideLayout13.xml"/><Relationship Id="rId1" Type="http://schemas.openxmlformats.org/officeDocument/2006/relationships/vmlDrawing" Target="../drawings/vmlDrawing23.vml"/><Relationship Id="rId6" Type="http://schemas.openxmlformats.org/officeDocument/2006/relationships/image" Target="../media/image130.wmf"/><Relationship Id="rId11" Type="http://schemas.openxmlformats.org/officeDocument/2006/relationships/oleObject" Target="../embeddings/oleObject142.bin"/><Relationship Id="rId5" Type="http://schemas.openxmlformats.org/officeDocument/2006/relationships/oleObject" Target="../embeddings/oleObject139.bin"/><Relationship Id="rId10" Type="http://schemas.openxmlformats.org/officeDocument/2006/relationships/image" Target="../media/image132.wmf"/><Relationship Id="rId4" Type="http://schemas.openxmlformats.org/officeDocument/2006/relationships/image" Target="../media/image129.wmf"/><Relationship Id="rId9" Type="http://schemas.openxmlformats.org/officeDocument/2006/relationships/oleObject" Target="../embeddings/oleObject141.bin"/></Relationships>
</file>

<file path=ppt/slides/_rels/slide41.x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image" Target="../media/image1730.png"/><Relationship Id="rId3" Type="http://schemas.openxmlformats.org/officeDocument/2006/relationships/image" Target="../media/image192.png"/><Relationship Id="rId7" Type="http://schemas.openxmlformats.org/officeDocument/2006/relationships/oleObject" Target="../embeddings/oleObject144.bin"/><Relationship Id="rId12" Type="http://schemas.openxmlformats.org/officeDocument/2006/relationships/image" Target="../media/image135.wmf"/><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image" Target="../media/image123.wmf"/><Relationship Id="rId11" Type="http://schemas.openxmlformats.org/officeDocument/2006/relationships/oleObject" Target="../embeddings/oleObject146.bin"/><Relationship Id="rId5" Type="http://schemas.openxmlformats.org/officeDocument/2006/relationships/oleObject" Target="../embeddings/oleObject143.bin"/><Relationship Id="rId10" Type="http://schemas.openxmlformats.org/officeDocument/2006/relationships/image" Target="../media/image134.wmf"/><Relationship Id="rId4" Type="http://schemas.openxmlformats.org/officeDocument/2006/relationships/image" Target="../media/image193.png"/><Relationship Id="rId9" Type="http://schemas.openxmlformats.org/officeDocument/2006/relationships/oleObject" Target="../embeddings/oleObject145.bin"/><Relationship Id="rId14" Type="http://schemas.openxmlformats.org/officeDocument/2006/relationships/image" Target="../media/image17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51.bin"/><Relationship Id="rId18" Type="http://schemas.openxmlformats.org/officeDocument/2006/relationships/image" Target="../media/image138.wmf"/><Relationship Id="rId3" Type="http://schemas.openxmlformats.org/officeDocument/2006/relationships/image" Target="../media/image196.png"/><Relationship Id="rId21" Type="http://schemas.openxmlformats.org/officeDocument/2006/relationships/oleObject" Target="../embeddings/oleObject155.bin"/><Relationship Id="rId7" Type="http://schemas.openxmlformats.org/officeDocument/2006/relationships/oleObject" Target="../embeddings/oleObject148.bin"/><Relationship Id="rId12" Type="http://schemas.openxmlformats.org/officeDocument/2006/relationships/image" Target="../media/image115.wmf"/><Relationship Id="rId17" Type="http://schemas.openxmlformats.org/officeDocument/2006/relationships/oleObject" Target="../embeddings/oleObject153.bin"/><Relationship Id="rId2" Type="http://schemas.openxmlformats.org/officeDocument/2006/relationships/slideLayout" Target="../slideLayouts/slideLayout13.xml"/><Relationship Id="rId16" Type="http://schemas.openxmlformats.org/officeDocument/2006/relationships/image" Target="../media/image137.wmf"/><Relationship Id="rId20" Type="http://schemas.openxmlformats.org/officeDocument/2006/relationships/image" Target="../media/image139.wmf"/><Relationship Id="rId1" Type="http://schemas.openxmlformats.org/officeDocument/2006/relationships/vmlDrawing" Target="../drawings/vmlDrawing25.vml"/><Relationship Id="rId6" Type="http://schemas.openxmlformats.org/officeDocument/2006/relationships/image" Target="../media/image112.wmf"/><Relationship Id="rId11" Type="http://schemas.openxmlformats.org/officeDocument/2006/relationships/oleObject" Target="../embeddings/oleObject150.bin"/><Relationship Id="rId5" Type="http://schemas.openxmlformats.org/officeDocument/2006/relationships/oleObject" Target="../embeddings/oleObject147.bin"/><Relationship Id="rId15" Type="http://schemas.openxmlformats.org/officeDocument/2006/relationships/oleObject" Target="../embeddings/oleObject152.bin"/><Relationship Id="rId10" Type="http://schemas.openxmlformats.org/officeDocument/2006/relationships/image" Target="../media/image114.wmf"/><Relationship Id="rId19" Type="http://schemas.openxmlformats.org/officeDocument/2006/relationships/oleObject" Target="../embeddings/oleObject154.bin"/><Relationship Id="rId4" Type="http://schemas.openxmlformats.org/officeDocument/2006/relationships/image" Target="../media/image197.png"/><Relationship Id="rId9" Type="http://schemas.openxmlformats.org/officeDocument/2006/relationships/oleObject" Target="../embeddings/oleObject149.bin"/><Relationship Id="rId14" Type="http://schemas.openxmlformats.org/officeDocument/2006/relationships/image" Target="../media/image136.wmf"/><Relationship Id="rId22" Type="http://schemas.openxmlformats.org/officeDocument/2006/relationships/image" Target="../media/image140.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oleObject" Target="../embeddings/oleObject159.bin"/><Relationship Id="rId3" Type="http://schemas.openxmlformats.org/officeDocument/2006/relationships/oleObject" Target="../embeddings/oleObject156.bin"/><Relationship Id="rId7" Type="http://schemas.openxmlformats.org/officeDocument/2006/relationships/image" Target="../media/image182.png"/><Relationship Id="rId12" Type="http://schemas.openxmlformats.org/officeDocument/2006/relationships/oleObject" Target="../embeddings/oleObject159.bin"/><Relationship Id="rId2" Type="http://schemas.openxmlformats.org/officeDocument/2006/relationships/slideLayout" Target="../slideLayouts/slideLayout13.xml"/><Relationship Id="rId1" Type="http://schemas.openxmlformats.org/officeDocument/2006/relationships/vmlDrawing" Target="../drawings/vmlDrawing26.vml"/><Relationship Id="rId6" Type="http://schemas.openxmlformats.org/officeDocument/2006/relationships/image" Target="../media/image142.wmf"/><Relationship Id="rId11" Type="http://schemas.openxmlformats.org/officeDocument/2006/relationships/image" Target="../media/image123.wmf"/><Relationship Id="rId5" Type="http://schemas.openxmlformats.org/officeDocument/2006/relationships/oleObject" Target="../embeddings/oleObject157.bin"/><Relationship Id="rId10" Type="http://schemas.openxmlformats.org/officeDocument/2006/relationships/oleObject" Target="../embeddings/oleObject158.bin"/><Relationship Id="rId4" Type="http://schemas.openxmlformats.org/officeDocument/2006/relationships/image" Target="../media/image141.wmf"/><Relationship Id="rId9" Type="http://schemas.openxmlformats.org/officeDocument/2006/relationships/image" Target="../media/image123.wmf"/><Relationship Id="rId14" Type="http://schemas.openxmlformats.org/officeDocument/2006/relationships/image" Target="../media/image124.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oleObject" Target="../embeddings/oleObject162.bin"/><Relationship Id="rId18" Type="http://schemas.openxmlformats.org/officeDocument/2006/relationships/image" Target="../media/image146.wmf"/><Relationship Id="rId3" Type="http://schemas.openxmlformats.org/officeDocument/2006/relationships/oleObject" Target="../embeddings/oleObject160.bin"/><Relationship Id="rId21" Type="http://schemas.openxmlformats.org/officeDocument/2006/relationships/oleObject" Target="../embeddings/oleObject166.bin"/><Relationship Id="rId7" Type="http://schemas.openxmlformats.org/officeDocument/2006/relationships/image" Target="../media/image205.png"/><Relationship Id="rId12" Type="http://schemas.openxmlformats.org/officeDocument/2006/relationships/image" Target="../media/image207.png"/><Relationship Id="rId17" Type="http://schemas.openxmlformats.org/officeDocument/2006/relationships/oleObject" Target="../embeddings/oleObject164.bin"/><Relationship Id="rId2" Type="http://schemas.openxmlformats.org/officeDocument/2006/relationships/slideLayout" Target="../slideLayouts/slideLayout13.xml"/><Relationship Id="rId16" Type="http://schemas.openxmlformats.org/officeDocument/2006/relationships/image" Target="../media/image145.wmf"/><Relationship Id="rId20" Type="http://schemas.openxmlformats.org/officeDocument/2006/relationships/image" Target="../media/image147.wmf"/><Relationship Id="rId1" Type="http://schemas.openxmlformats.org/officeDocument/2006/relationships/vmlDrawing" Target="../drawings/vmlDrawing27.vml"/><Relationship Id="rId6" Type="http://schemas.openxmlformats.org/officeDocument/2006/relationships/image" Target="../media/image123.wmf"/><Relationship Id="rId11" Type="http://schemas.openxmlformats.org/officeDocument/2006/relationships/image" Target="../media/image1790.wmf"/><Relationship Id="rId5" Type="http://schemas.openxmlformats.org/officeDocument/2006/relationships/oleObject" Target="../embeddings/oleObject160.bin"/><Relationship Id="rId15" Type="http://schemas.openxmlformats.org/officeDocument/2006/relationships/oleObject" Target="../embeddings/oleObject163.bin"/><Relationship Id="rId10" Type="http://schemas.openxmlformats.org/officeDocument/2006/relationships/oleObject" Target="../embeddings/oleObject2210.bin"/><Relationship Id="rId19" Type="http://schemas.openxmlformats.org/officeDocument/2006/relationships/oleObject" Target="../embeddings/oleObject165.bin"/><Relationship Id="rId4" Type="http://schemas.openxmlformats.org/officeDocument/2006/relationships/image" Target="../media/image123.wmf"/><Relationship Id="rId9" Type="http://schemas.openxmlformats.org/officeDocument/2006/relationships/image" Target="../media/image143.wmf"/><Relationship Id="rId14" Type="http://schemas.openxmlformats.org/officeDocument/2006/relationships/image" Target="../media/image144.wmf"/><Relationship Id="rId22" Type="http://schemas.openxmlformats.org/officeDocument/2006/relationships/image" Target="../media/image148.wmf"/></Relationships>
</file>

<file path=ppt/slides/_rels/slide4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29.png"/><Relationship Id="rId1" Type="http://schemas.openxmlformats.org/officeDocument/2006/relationships/slideLayout" Target="../slideLayouts/slideLayout13.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47.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19.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vmlDrawing" Target="../drawings/vmlDrawing28.vml"/><Relationship Id="rId5" Type="http://schemas.openxmlformats.org/officeDocument/2006/relationships/image" Target="../media/image152.png"/><Relationship Id="rId4" Type="http://schemas.openxmlformats.org/officeDocument/2006/relationships/oleObject" Target="../embeddings/oleObject167.bin"/></Relationships>
</file>

<file path=ppt/slides/_rels/slide49.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oleObject" Target="../embeddings/oleObject168.bin"/><Relationship Id="rId7" Type="http://schemas.openxmlformats.org/officeDocument/2006/relationships/oleObject" Target="../embeddings/oleObject170.bin"/><Relationship Id="rId2" Type="http://schemas.openxmlformats.org/officeDocument/2006/relationships/slideLayout" Target="../slideLayouts/slideLayout13.xml"/><Relationship Id="rId1" Type="http://schemas.openxmlformats.org/officeDocument/2006/relationships/vmlDrawing" Target="../drawings/vmlDrawing29.vml"/><Relationship Id="rId6" Type="http://schemas.openxmlformats.org/officeDocument/2006/relationships/image" Target="../media/image154.wmf"/><Relationship Id="rId5" Type="http://schemas.openxmlformats.org/officeDocument/2006/relationships/oleObject" Target="../embeddings/oleObject169.bin"/><Relationship Id="rId4" Type="http://schemas.openxmlformats.org/officeDocument/2006/relationships/image" Target="../media/image153.wmf"/><Relationship Id="rId9" Type="http://schemas.openxmlformats.org/officeDocument/2006/relationships/image" Target="../media/image156.png"/></Relationships>
</file>

<file path=ppt/slides/_rels/slide52.xml.rels><?xml version="1.0" encoding="UTF-8" standalone="yes"?>
<Relationships xmlns="http://schemas.openxmlformats.org/package/2006/relationships"><Relationship Id="rId8" Type="http://schemas.openxmlformats.org/officeDocument/2006/relationships/image" Target="../media/image157.wmf"/><Relationship Id="rId13" Type="http://schemas.openxmlformats.org/officeDocument/2006/relationships/oleObject" Target="../embeddings/oleObject176.bin"/><Relationship Id="rId18" Type="http://schemas.openxmlformats.org/officeDocument/2006/relationships/oleObject" Target="../embeddings/oleObject178.bin"/><Relationship Id="rId3" Type="http://schemas.openxmlformats.org/officeDocument/2006/relationships/oleObject" Target="../embeddings/oleObject171.bin"/><Relationship Id="rId21" Type="http://schemas.openxmlformats.org/officeDocument/2006/relationships/image" Target="../media/image166.png"/><Relationship Id="rId7" Type="http://schemas.openxmlformats.org/officeDocument/2006/relationships/oleObject" Target="../embeddings/oleObject173.bin"/><Relationship Id="rId12" Type="http://schemas.openxmlformats.org/officeDocument/2006/relationships/oleObject" Target="../embeddings/oleObject175.bin"/><Relationship Id="rId17" Type="http://schemas.openxmlformats.org/officeDocument/2006/relationships/image" Target="../media/image160.wmf"/><Relationship Id="rId2" Type="http://schemas.openxmlformats.org/officeDocument/2006/relationships/slideLayout" Target="../slideLayouts/slideLayout13.xml"/><Relationship Id="rId16" Type="http://schemas.openxmlformats.org/officeDocument/2006/relationships/oleObject" Target="../embeddings/oleObject177.bin"/><Relationship Id="rId20" Type="http://schemas.openxmlformats.org/officeDocument/2006/relationships/image" Target="../media/image161.wmf"/><Relationship Id="rId1" Type="http://schemas.openxmlformats.org/officeDocument/2006/relationships/vmlDrawing" Target="../drawings/vmlDrawing30.vml"/><Relationship Id="rId6" Type="http://schemas.openxmlformats.org/officeDocument/2006/relationships/image" Target="../media/image154.wmf"/><Relationship Id="rId11" Type="http://schemas.openxmlformats.org/officeDocument/2006/relationships/image" Target="../media/image158.wmf"/><Relationship Id="rId5" Type="http://schemas.openxmlformats.org/officeDocument/2006/relationships/oleObject" Target="../embeddings/oleObject172.bin"/><Relationship Id="rId15" Type="http://schemas.openxmlformats.org/officeDocument/2006/relationships/image" Target="../media/image165.png"/><Relationship Id="rId23" Type="http://schemas.openxmlformats.org/officeDocument/2006/relationships/image" Target="../media/image162.wmf"/><Relationship Id="rId10" Type="http://schemas.openxmlformats.org/officeDocument/2006/relationships/oleObject" Target="../embeddings/oleObject174.bin"/><Relationship Id="rId19" Type="http://schemas.openxmlformats.org/officeDocument/2006/relationships/oleObject" Target="../embeddings/oleObject179.bin"/><Relationship Id="rId4" Type="http://schemas.openxmlformats.org/officeDocument/2006/relationships/image" Target="../media/image156.wmf"/><Relationship Id="rId9" Type="http://schemas.openxmlformats.org/officeDocument/2006/relationships/image" Target="../media/image164.png"/><Relationship Id="rId14" Type="http://schemas.openxmlformats.org/officeDocument/2006/relationships/image" Target="../media/image159.wmf"/><Relationship Id="rId22" Type="http://schemas.openxmlformats.org/officeDocument/2006/relationships/oleObject" Target="../embeddings/oleObject180.bin"/></Relationships>
</file>

<file path=ppt/slides/_rels/slide53.xml.rels><?xml version="1.0" encoding="UTF-8" standalone="yes"?>
<Relationships xmlns="http://schemas.openxmlformats.org/package/2006/relationships"><Relationship Id="rId8" Type="http://schemas.openxmlformats.org/officeDocument/2006/relationships/image" Target="../media/image165.wmf"/><Relationship Id="rId3" Type="http://schemas.openxmlformats.org/officeDocument/2006/relationships/oleObject" Target="../embeddings/oleObject181.bin"/><Relationship Id="rId7" Type="http://schemas.openxmlformats.org/officeDocument/2006/relationships/oleObject" Target="../embeddings/oleObject183.bin"/><Relationship Id="rId2" Type="http://schemas.openxmlformats.org/officeDocument/2006/relationships/slideLayout" Target="../slideLayouts/slideLayout13.xml"/><Relationship Id="rId1" Type="http://schemas.openxmlformats.org/officeDocument/2006/relationships/vmlDrawing" Target="../drawings/vmlDrawing31.vml"/><Relationship Id="rId6" Type="http://schemas.openxmlformats.org/officeDocument/2006/relationships/image" Target="../media/image164.wmf"/><Relationship Id="rId5" Type="http://schemas.openxmlformats.org/officeDocument/2006/relationships/oleObject" Target="../embeddings/oleObject182.bin"/><Relationship Id="rId4" Type="http://schemas.openxmlformats.org/officeDocument/2006/relationships/image" Target="../media/image163.wmf"/><Relationship Id="rId9" Type="http://schemas.openxmlformats.org/officeDocument/2006/relationships/image" Target="../media/image170.png"/></Relationships>
</file>

<file path=ppt/slides/_rels/slide5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3.xml"/><Relationship Id="rId4" Type="http://schemas.openxmlformats.org/officeDocument/2006/relationships/image" Target="../media/image175.png"/></Relationships>
</file>

<file path=ppt/slides/_rels/slide55.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76.png"/><Relationship Id="rId1" Type="http://schemas.openxmlformats.org/officeDocument/2006/relationships/slideLayout" Target="../slideLayouts/slideLayout13.xml"/><Relationship Id="rId4" Type="http://schemas.openxmlformats.org/officeDocument/2006/relationships/image" Target="../media/image178.png"/></Relationships>
</file>

<file path=ppt/slides/_rels/slide56.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68.png"/><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5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6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media/image142.png"/><Relationship Id="rId16"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6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media/image169.jpe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NULL"/><Relationship Id="rId16"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62.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8" Type="http://schemas.openxmlformats.org/officeDocument/2006/relationships/oleObject" Target="NULL"/><Relationship Id="rId13" Type="http://schemas.openxmlformats.org/officeDocument/2006/relationships/oleObject" Target="../embeddings/oleObject187.bin"/><Relationship Id="rId3" Type="http://schemas.openxmlformats.org/officeDocument/2006/relationships/oleObject" Target="../embeddings/oleObject184.bin"/><Relationship Id="rId7" Type="http://schemas.openxmlformats.org/officeDocument/2006/relationships/image" Target="../media/image178.wmf"/><Relationship Id="rId12" Type="http://schemas.openxmlformats.org/officeDocument/2006/relationships/image" Target="../media/image181.png"/><Relationship Id="rId2" Type="http://schemas.openxmlformats.org/officeDocument/2006/relationships/slideLayout" Target="../slideLayouts/slideLayout13.xml"/><Relationship Id="rId16" Type="http://schemas.openxmlformats.org/officeDocument/2006/relationships/image" Target="NULL"/><Relationship Id="rId1" Type="http://schemas.openxmlformats.org/officeDocument/2006/relationships/vmlDrawing" Target="../drawings/vmlDrawing32.vml"/><Relationship Id="rId6" Type="http://schemas.openxmlformats.org/officeDocument/2006/relationships/oleObject" Target="../embeddings/oleObject185.bin"/><Relationship Id="rId11" Type="http://schemas.openxmlformats.org/officeDocument/2006/relationships/oleObject" Target="../embeddings/oleObject186.bin"/><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177.png"/><Relationship Id="rId9" Type="http://schemas.openxmlformats.org/officeDocument/2006/relationships/image" Target="NULL"/><Relationship Id="rId14" Type="http://schemas.openxmlformats.org/officeDocument/2006/relationships/oleObject" Target="NULL"/></Relationships>
</file>

<file path=ppt/slides/_rels/slide6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oleObject" Target="../embeddings/oleObject188.bin"/><Relationship Id="rId7" Type="http://schemas.openxmlformats.org/officeDocument/2006/relationships/image" Target="NULL"/><Relationship Id="rId2" Type="http://schemas.openxmlformats.org/officeDocument/2006/relationships/slideLayout" Target="../slideLayouts/slideLayout13.xml"/><Relationship Id="rId1" Type="http://schemas.openxmlformats.org/officeDocument/2006/relationships/vmlDrawing" Target="../drawings/vmlDrawing33.v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84.png"/><Relationship Id="rId9" Type="http://schemas.openxmlformats.org/officeDocument/2006/relationships/image" Target="NULL"/></Relationships>
</file>

<file path=ppt/slides/_rels/slide66.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image" Target="NULL"/><Relationship Id="rId18" Type="http://schemas.openxmlformats.org/officeDocument/2006/relationships/image" Target="../media/image169.jpeg"/><Relationship Id="rId3" Type="http://schemas.openxmlformats.org/officeDocument/2006/relationships/image" Target="NULL"/><Relationship Id="rId7" Type="http://schemas.openxmlformats.org/officeDocument/2006/relationships/oleObject" Target="../embeddings/oleObject189.bin"/><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slideLayout" Target="../slideLayouts/slideLayout24.xml"/><Relationship Id="rId16" Type="http://schemas.openxmlformats.org/officeDocument/2006/relationships/image" Target="NULL"/><Relationship Id="rId1" Type="http://schemas.openxmlformats.org/officeDocument/2006/relationships/vmlDrawing" Target="../drawings/vmlDrawing34.v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oleObject" Target="NULL"/><Relationship Id="rId14" Type="http://schemas.openxmlformats.org/officeDocument/2006/relationships/image" Target="NULL"/></Relationships>
</file>

<file path=ppt/slides/_rels/slide67.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191.bin"/><Relationship Id="rId3" Type="http://schemas.openxmlformats.org/officeDocument/2006/relationships/image" Target="NULL"/><Relationship Id="rId7" Type="http://schemas.openxmlformats.org/officeDocument/2006/relationships/oleObject" Target="../embeddings/oleObject190.bin"/><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slideLayout" Target="../slideLayouts/slideLayout29.xml"/><Relationship Id="rId16" Type="http://schemas.openxmlformats.org/officeDocument/2006/relationships/image" Target="NULL"/><Relationship Id="rId1" Type="http://schemas.openxmlformats.org/officeDocument/2006/relationships/vmlDrawing" Target="../drawings/vmlDrawing35.v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oleObject" Target="NULL"/><Relationship Id="rId14" Type="http://schemas.openxmlformats.org/officeDocument/2006/relationships/oleObject" Target="NULL"/></Relationships>
</file>

<file path=ppt/slides/_rels/slide6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85.wmf"/><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oleObject" Target="../embeddings/oleObject192.bin"/><Relationship Id="rId17" Type="http://schemas.openxmlformats.org/officeDocument/2006/relationships/oleObject" Target="NULL"/><Relationship Id="rId2" Type="http://schemas.openxmlformats.org/officeDocument/2006/relationships/slideLayout" Target="../slideLayouts/slideLayout29.xml"/><Relationship Id="rId16" Type="http://schemas.openxmlformats.org/officeDocument/2006/relationships/oleObject" Target="../embeddings/oleObject193.bin"/><Relationship Id="rId1" Type="http://schemas.openxmlformats.org/officeDocument/2006/relationships/vmlDrawing" Target="../drawings/vmlDrawing36.v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oleObject" Target="NULL"/></Relationships>
</file>

<file path=ppt/slides/_rels/slide69.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slideLayout" Target="../slideLayouts/slideLayout24.xml"/><Relationship Id="rId1" Type="http://schemas.openxmlformats.org/officeDocument/2006/relationships/vmlDrawing" Target="../drawings/vmlDrawing37.vml"/><Relationship Id="rId6" Type="http://schemas.openxmlformats.org/officeDocument/2006/relationships/oleObject" Target="NULL"/><Relationship Id="rId11" Type="http://schemas.openxmlformats.org/officeDocument/2006/relationships/oleObject" Target="NULL"/><Relationship Id="rId5" Type="http://schemas.openxmlformats.org/officeDocument/2006/relationships/image" Target="../media/image185.wmf"/><Relationship Id="rId10" Type="http://schemas.openxmlformats.org/officeDocument/2006/relationships/oleObject" Target="../embeddings/oleObject195.bin"/><Relationship Id="rId4" Type="http://schemas.openxmlformats.org/officeDocument/2006/relationships/oleObject" Target="../embeddings/oleObject194.bin"/><Relationship Id="rId9" Type="http://schemas.openxmlformats.org/officeDocument/2006/relationships/image" Target="NULL"/></Relationships>
</file>

<file path=ppt/slides/_rels/slide7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slideLayout" Target="../slideLayouts/slideLayout29.xml"/><Relationship Id="rId1" Type="http://schemas.openxmlformats.org/officeDocument/2006/relationships/vmlDrawing" Target="../drawings/vmlDrawing38.vml"/><Relationship Id="rId6" Type="http://schemas.openxmlformats.org/officeDocument/2006/relationships/oleObject" Target="NULL"/><Relationship Id="rId11" Type="http://schemas.openxmlformats.org/officeDocument/2006/relationships/image" Target="NULL"/><Relationship Id="rId5" Type="http://schemas.openxmlformats.org/officeDocument/2006/relationships/image" Target="../media/image185.wmf"/><Relationship Id="rId15" Type="http://schemas.openxmlformats.org/officeDocument/2006/relationships/oleObject" Target="NULL"/><Relationship Id="rId10" Type="http://schemas.openxmlformats.org/officeDocument/2006/relationships/oleObject" Target="NULL"/><Relationship Id="rId4" Type="http://schemas.openxmlformats.org/officeDocument/2006/relationships/oleObject" Target="../embeddings/oleObject196.bin"/><Relationship Id="rId9" Type="http://schemas.openxmlformats.org/officeDocument/2006/relationships/oleObject" Target="../embeddings/oleObject197.bin"/><Relationship Id="rId14" Type="http://schemas.openxmlformats.org/officeDocument/2006/relationships/oleObject" Target="../embeddings/oleObject198.bin"/></Relationships>
</file>

<file path=ppt/slides/_rels/slide7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oleObject" Target="../embeddings/oleObject201.bin"/><Relationship Id="rId3" Type="http://schemas.openxmlformats.org/officeDocument/2006/relationships/image" Target="NULL"/><Relationship Id="rId21" Type="http://schemas.openxmlformats.org/officeDocument/2006/relationships/oleObject" Target="NULL"/><Relationship Id="rId7" Type="http://schemas.openxmlformats.org/officeDocument/2006/relationships/image" Target="NULL"/><Relationship Id="rId12" Type="http://schemas.openxmlformats.org/officeDocument/2006/relationships/oleObject" Target="NULL"/><Relationship Id="rId17" Type="http://schemas.openxmlformats.org/officeDocument/2006/relationships/image" Target="NULL"/><Relationship Id="rId2" Type="http://schemas.openxmlformats.org/officeDocument/2006/relationships/slideLayout" Target="../slideLayouts/slideLayout29.xml"/><Relationship Id="rId16" Type="http://schemas.openxmlformats.org/officeDocument/2006/relationships/image" Target="NULL"/><Relationship Id="rId20" Type="http://schemas.openxmlformats.org/officeDocument/2006/relationships/oleObject" Target="../embeddings/oleObject202.bin"/><Relationship Id="rId1" Type="http://schemas.openxmlformats.org/officeDocument/2006/relationships/vmlDrawing" Target="../drawings/vmlDrawing39.vml"/><Relationship Id="rId6" Type="http://schemas.openxmlformats.org/officeDocument/2006/relationships/image" Target="NULL"/><Relationship Id="rId11" Type="http://schemas.openxmlformats.org/officeDocument/2006/relationships/image" Target="../media/image185.wmf"/><Relationship Id="rId5" Type="http://schemas.openxmlformats.org/officeDocument/2006/relationships/image" Target="NULL"/><Relationship Id="rId15" Type="http://schemas.openxmlformats.org/officeDocument/2006/relationships/oleObject" Target="NULL"/><Relationship Id="rId23" Type="http://schemas.openxmlformats.org/officeDocument/2006/relationships/image" Target="NULL"/><Relationship Id="rId10" Type="http://schemas.openxmlformats.org/officeDocument/2006/relationships/oleObject" Target="../embeddings/oleObject199.bin"/><Relationship Id="rId19" Type="http://schemas.openxmlformats.org/officeDocument/2006/relationships/oleObject"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oleObject" Target="../embeddings/oleObject200.bin"/><Relationship Id="rId22" Type="http://schemas.openxmlformats.org/officeDocument/2006/relationships/image" Target="NULL"/></Relationships>
</file>

<file path=ppt/slides/_rels/slide7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4.xml"/><Relationship Id="rId5" Type="http://schemas.openxmlformats.org/officeDocument/2006/relationships/image" Target="NULL"/><Relationship Id="rId4" Type="http://schemas.openxmlformats.org/officeDocument/2006/relationships/image" Target="NULL"/></Relationships>
</file>

<file path=ppt/slides/_rels/slide73.xml.rels><?xml version="1.0" encoding="UTF-8" standalone="yes"?>
<Relationships xmlns="http://schemas.openxmlformats.org/package/2006/relationships"><Relationship Id="rId2" Type="http://schemas.openxmlformats.org/officeDocument/2006/relationships/image" Target="../media/image334.png"/><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image" Target="../media/image335.png"/><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8" Type="http://schemas.openxmlformats.org/officeDocument/2006/relationships/image" Target="../media/image341.png"/><Relationship Id="rId13" Type="http://schemas.openxmlformats.org/officeDocument/2006/relationships/oleObject" Target="../embeddings/oleObject203.bin"/><Relationship Id="rId18" Type="http://schemas.openxmlformats.org/officeDocument/2006/relationships/image" Target="../media/image348.png"/><Relationship Id="rId3" Type="http://schemas.openxmlformats.org/officeDocument/2006/relationships/image" Target="../media/image336.png"/><Relationship Id="rId7" Type="http://schemas.openxmlformats.org/officeDocument/2006/relationships/image" Target="../media/image340.png"/><Relationship Id="rId12" Type="http://schemas.openxmlformats.org/officeDocument/2006/relationships/image" Target="../media/image345.png"/><Relationship Id="rId17" Type="http://schemas.openxmlformats.org/officeDocument/2006/relationships/image" Target="../media/image347.png"/><Relationship Id="rId2" Type="http://schemas.openxmlformats.org/officeDocument/2006/relationships/slideLayout" Target="../slideLayouts/slideLayout24.xml"/><Relationship Id="rId16" Type="http://schemas.openxmlformats.org/officeDocument/2006/relationships/image" Target="../media/image186.png"/><Relationship Id="rId1" Type="http://schemas.openxmlformats.org/officeDocument/2006/relationships/vmlDrawing" Target="../drawings/vmlDrawing40.vml"/><Relationship Id="rId6" Type="http://schemas.openxmlformats.org/officeDocument/2006/relationships/image" Target="../media/image339.png"/><Relationship Id="rId11" Type="http://schemas.openxmlformats.org/officeDocument/2006/relationships/image" Target="../media/image344.png"/><Relationship Id="rId5" Type="http://schemas.openxmlformats.org/officeDocument/2006/relationships/image" Target="../media/image338.png"/><Relationship Id="rId15" Type="http://schemas.openxmlformats.org/officeDocument/2006/relationships/oleObject" Target="../embeddings/oleObject203.bin"/><Relationship Id="rId10" Type="http://schemas.openxmlformats.org/officeDocument/2006/relationships/image" Target="../media/image343.png"/><Relationship Id="rId19" Type="http://schemas.openxmlformats.org/officeDocument/2006/relationships/image" Target="../media/image349.png"/><Relationship Id="rId4" Type="http://schemas.openxmlformats.org/officeDocument/2006/relationships/image" Target="../media/image161.png"/><Relationship Id="rId9" Type="http://schemas.openxmlformats.org/officeDocument/2006/relationships/image" Target="../media/image1580.png"/><Relationship Id="rId14" Type="http://schemas.openxmlformats.org/officeDocument/2006/relationships/image" Target="../media/image186.png"/></Relationships>
</file>

<file path=ppt/slides/_rels/slide76.xml.rels><?xml version="1.0" encoding="UTF-8" standalone="yes"?>
<Relationships xmlns="http://schemas.openxmlformats.org/package/2006/relationships"><Relationship Id="rId3" Type="http://schemas.openxmlformats.org/officeDocument/2006/relationships/image" Target="../media/image350.png"/><Relationship Id="rId7" Type="http://schemas.openxmlformats.org/officeDocument/2006/relationships/image" Target="../media/image169.png"/><Relationship Id="rId2" Type="http://schemas.openxmlformats.org/officeDocument/2006/relationships/image" Target="../media/image1670.png"/><Relationship Id="rId1" Type="http://schemas.openxmlformats.org/officeDocument/2006/relationships/slideLayout" Target="../slideLayouts/slideLayout24.xml"/><Relationship Id="rId6" Type="http://schemas.openxmlformats.org/officeDocument/2006/relationships/image" Target="../media/image353.png"/><Relationship Id="rId5" Type="http://schemas.openxmlformats.org/officeDocument/2006/relationships/image" Target="../media/image352.png"/><Relationship Id="rId4" Type="http://schemas.openxmlformats.org/officeDocument/2006/relationships/image" Target="../media/image1680.png"/></Relationships>
</file>

<file path=ppt/slides/_rels/slide77.xml.rels><?xml version="1.0" encoding="UTF-8" standalone="yes"?>
<Relationships xmlns="http://schemas.openxmlformats.org/package/2006/relationships"><Relationship Id="rId3" Type="http://schemas.openxmlformats.org/officeDocument/2006/relationships/image" Target="../media/image3410.png"/><Relationship Id="rId2" Type="http://schemas.openxmlformats.org/officeDocument/2006/relationships/image" Target="../media/image3400.png"/><Relationship Id="rId1" Type="http://schemas.openxmlformats.org/officeDocument/2006/relationships/slideLayout" Target="../slideLayouts/slideLayout24.xml"/><Relationship Id="rId5" Type="http://schemas.openxmlformats.org/officeDocument/2006/relationships/image" Target="../media/image357.png"/><Relationship Id="rId4" Type="http://schemas.openxmlformats.org/officeDocument/2006/relationships/image" Target="../media/image356.png"/></Relationships>
</file>

<file path=ppt/slides/_rels/slide78.xml.rels><?xml version="1.0" encoding="UTF-8" standalone="yes"?>
<Relationships xmlns="http://schemas.openxmlformats.org/package/2006/relationships"><Relationship Id="rId3" Type="http://schemas.openxmlformats.org/officeDocument/2006/relationships/image" Target="../media/image3510.png"/><Relationship Id="rId7" Type="http://schemas.openxmlformats.org/officeDocument/2006/relationships/image" Target="../media/image363.png"/><Relationship Id="rId2" Type="http://schemas.openxmlformats.org/officeDocument/2006/relationships/image" Target="../media/image3500.png"/><Relationship Id="rId1" Type="http://schemas.openxmlformats.org/officeDocument/2006/relationships/slideLayout" Target="../slideLayouts/slideLayout24.xml"/><Relationship Id="rId6" Type="http://schemas.openxmlformats.org/officeDocument/2006/relationships/image" Target="../media/image3540.png"/><Relationship Id="rId5" Type="http://schemas.openxmlformats.org/officeDocument/2006/relationships/image" Target="../media/image3530.png"/><Relationship Id="rId4" Type="http://schemas.openxmlformats.org/officeDocument/2006/relationships/image" Target="../media/image3520.png"/></Relationships>
</file>

<file path=ppt/slides/_rels/slide79.xml.rels><?xml version="1.0" encoding="UTF-8" standalone="yes"?>
<Relationships xmlns="http://schemas.openxmlformats.org/package/2006/relationships"><Relationship Id="rId3" Type="http://schemas.openxmlformats.org/officeDocument/2006/relationships/image" Target="../media/image365.png"/><Relationship Id="rId2" Type="http://schemas.openxmlformats.org/officeDocument/2006/relationships/image" Target="../media/image364.png"/><Relationship Id="rId1" Type="http://schemas.openxmlformats.org/officeDocument/2006/relationships/slideLayout" Target="../slideLayouts/slideLayout24.xml"/><Relationship Id="rId6" Type="http://schemas.openxmlformats.org/officeDocument/2006/relationships/image" Target="../media/image368.png"/><Relationship Id="rId5" Type="http://schemas.openxmlformats.org/officeDocument/2006/relationships/image" Target="../media/image367.png"/><Relationship Id="rId4" Type="http://schemas.openxmlformats.org/officeDocument/2006/relationships/image" Target="../media/image366.png"/></Relationships>
</file>

<file path=ppt/slides/_rels/slide80.xml.rels><?xml version="1.0" encoding="UTF-8" standalone="yes"?>
<Relationships xmlns="http://schemas.openxmlformats.org/package/2006/relationships"><Relationship Id="rId3" Type="http://schemas.openxmlformats.org/officeDocument/2006/relationships/image" Target="../media/image2300.png"/><Relationship Id="rId7" Type="http://schemas.openxmlformats.org/officeDocument/2006/relationships/image" Target="../media/image2340.png"/><Relationship Id="rId2" Type="http://schemas.openxmlformats.org/officeDocument/2006/relationships/image" Target="../media/image2290.png"/><Relationship Id="rId1" Type="http://schemas.openxmlformats.org/officeDocument/2006/relationships/slideLayout" Target="../slideLayouts/slideLayout24.xml"/><Relationship Id="rId6" Type="http://schemas.openxmlformats.org/officeDocument/2006/relationships/image" Target="../media/image2330.png"/><Relationship Id="rId5" Type="http://schemas.openxmlformats.org/officeDocument/2006/relationships/image" Target="../media/image232.png"/><Relationship Id="rId4" Type="http://schemas.openxmlformats.org/officeDocument/2006/relationships/image" Target="../media/image23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6F5F75E5-C686-43DE-B3C3-477929FCF833}"/>
              </a:ext>
            </a:extLst>
          </p:cNvPr>
          <p:cNvSpPr>
            <a:spLocks noGrp="1"/>
          </p:cNvSpPr>
          <p:nvPr>
            <p:ph type="ctrTitle"/>
          </p:nvPr>
        </p:nvSpPr>
        <p:spPr/>
        <p:txBody>
          <a:bodyPr/>
          <a:lstStyle/>
          <a:p>
            <a:r>
              <a:rPr lang="zh-CN" altLang="en-US"/>
              <a:t>第</a:t>
            </a:r>
            <a:r>
              <a:rPr lang="en-US" altLang="zh-CN"/>
              <a:t>9</a:t>
            </a:r>
            <a:r>
              <a:rPr lang="zh-CN" altLang="en-US"/>
              <a:t>章   拉普拉斯变换</a:t>
            </a:r>
          </a:p>
        </p:txBody>
      </p:sp>
      <p:sp>
        <p:nvSpPr>
          <p:cNvPr id="3" name="副标题 2">
            <a:extLst>
              <a:ext uri="{FF2B5EF4-FFF2-40B4-BE49-F238E27FC236}">
                <a16:creationId xmlns:a16="http://schemas.microsoft.com/office/drawing/2014/main" id="{258D93EF-EA52-4879-ADFF-6B2317E88C09}"/>
              </a:ext>
            </a:extLst>
          </p:cNvPr>
          <p:cNvSpPr>
            <a:spLocks noGrp="1"/>
          </p:cNvSpPr>
          <p:nvPr>
            <p:ph type="subTitle" idx="1"/>
          </p:nvPr>
        </p:nvSpPr>
        <p:spPr/>
        <p:txBody>
          <a:bodyPr/>
          <a:lstStyle/>
          <a:p>
            <a:pPr>
              <a:defRPr/>
            </a:pPr>
            <a:r>
              <a:rPr lang="en-US" altLang="zh-CN" dirty="0"/>
              <a:t>The Laplace Transform</a:t>
            </a:r>
            <a:endParaRPr lang="zh-CN" altLang="en-US" dirty="0"/>
          </a:p>
        </p:txBody>
      </p:sp>
      <p:sp>
        <p:nvSpPr>
          <p:cNvPr id="4" name="灯片编号占位符 3">
            <a:extLst>
              <a:ext uri="{FF2B5EF4-FFF2-40B4-BE49-F238E27FC236}">
                <a16:creationId xmlns:a16="http://schemas.microsoft.com/office/drawing/2014/main" id="{03A0F63A-14BA-4D63-9879-B170433F5D7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5DB2C7-6D50-412C-B57A-111FEDC343DC}" type="slidenum">
              <a:rPr lang="zh-CN" altLang="en-US">
                <a:solidFill>
                  <a:srgbClr val="898989"/>
                </a:solidFill>
                <a:latin typeface="Calibri" panose="020F0502020204030204" pitchFamily="34" charset="0"/>
              </a:rPr>
              <a:pPr eaLnBrk="1" hangingPunct="1"/>
              <a:t>1</a:t>
            </a:fld>
            <a:endParaRPr lang="zh-CN" altLang="en-US">
              <a:solidFill>
                <a:srgbClr val="898989"/>
              </a:solidFill>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标题 1">
            <a:extLst>
              <a:ext uri="{FF2B5EF4-FFF2-40B4-BE49-F238E27FC236}">
                <a16:creationId xmlns:a16="http://schemas.microsoft.com/office/drawing/2014/main" id="{3A9D49BF-8FF6-4F15-A94E-622BF3277BFA}"/>
              </a:ext>
            </a:extLst>
          </p:cNvPr>
          <p:cNvSpPr>
            <a:spLocks noGrp="1"/>
          </p:cNvSpPr>
          <p:nvPr>
            <p:ph type="title"/>
          </p:nvPr>
        </p:nvSpPr>
        <p:spPr/>
        <p:txBody>
          <a:bodyPr/>
          <a:lstStyle/>
          <a:p>
            <a:r>
              <a:rPr lang="en-US" altLang="zh-CN" dirty="0"/>
              <a:t>9.0   </a:t>
            </a:r>
            <a:r>
              <a:rPr lang="zh-CN" altLang="en-US" dirty="0"/>
              <a:t>引言</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5CD4F52-79E3-4BD2-A824-010A58A3309C}"/>
                  </a:ext>
                </a:extLst>
              </p:cNvPr>
              <p:cNvSpPr>
                <a:spLocks noGrp="1"/>
              </p:cNvSpPr>
              <p:nvPr>
                <p:ph idx="1"/>
              </p:nvPr>
            </p:nvSpPr>
            <p:spPr>
              <a:xfrm>
                <a:off x="458980" y="1268760"/>
                <a:ext cx="8229600" cy="5218736"/>
              </a:xfrm>
            </p:spPr>
            <p:txBody>
              <a:bodyPr>
                <a:spAutoFit/>
              </a:bodyPr>
              <a:lstStyle/>
              <a:p>
                <a:pPr algn="just">
                  <a:lnSpc>
                    <a:spcPct val="150000"/>
                  </a:lnSpc>
                  <a:spcBef>
                    <a:spcPts val="0"/>
                  </a:spcBef>
                  <a:spcAft>
                    <a:spcPts val="0"/>
                  </a:spcAft>
                </a:pPr>
                <a:r>
                  <a:rPr lang="zh-CN" altLang="en-US" sz="2800" b="0" dirty="0"/>
                  <a:t>傅里叶变换是以复指数函数的特例</a:t>
                </a:r>
                <a14:m>
                  <m:oMath xmlns:m="http://schemas.openxmlformats.org/officeDocument/2006/math">
                    <m:sSup>
                      <m:sSupPr>
                        <m:ctrlPr>
                          <a:rPr lang="en-US" sz="2800" b="0" i="1">
                            <a:solidFill>
                              <a:srgbClr val="000000"/>
                            </a:solidFill>
                            <a:latin typeface="Cambria Math" panose="02040503050406030204" pitchFamily="18" charset="0"/>
                          </a:rPr>
                        </m:ctrlPr>
                      </m:sSupPr>
                      <m:e>
                        <m:r>
                          <m:rPr>
                            <m:sty m:val="p"/>
                          </m:rPr>
                          <a:rPr lang="en-US" sz="2800" b="0" i="0">
                            <a:solidFill>
                              <a:srgbClr val="000000"/>
                            </a:solidFill>
                            <a:latin typeface="Cambria Math" panose="02040503050406030204" pitchFamily="18" charset="0"/>
                          </a:rPr>
                          <m:t>e</m:t>
                        </m:r>
                      </m:e>
                      <m:sup>
                        <m:r>
                          <m:rPr>
                            <m:sty m:val="p"/>
                          </m:rPr>
                          <a:rPr lang="en-US" sz="2800" b="0" i="0">
                            <a:solidFill>
                              <a:srgbClr val="000000"/>
                            </a:solidFill>
                            <a:latin typeface="Cambria Math" panose="02040503050406030204" pitchFamily="18" charset="0"/>
                          </a:rPr>
                          <m:t>j</m:t>
                        </m:r>
                        <m:r>
                          <a:rPr lang="en-US" sz="2800" b="0" i="1">
                            <a:solidFill>
                              <a:srgbClr val="000000"/>
                            </a:solidFill>
                            <a:latin typeface="Cambria Math" panose="02040503050406030204" pitchFamily="18" charset="0"/>
                          </a:rPr>
                          <m:t>𝜔</m:t>
                        </m:r>
                        <m:r>
                          <a:rPr lang="en-US" sz="2800" b="0" i="1">
                            <a:solidFill>
                              <a:srgbClr val="000000"/>
                            </a:solidFill>
                            <a:latin typeface="Cambria Math" panose="02040503050406030204" pitchFamily="18" charset="0"/>
                          </a:rPr>
                          <m:t>𝑡</m:t>
                        </m:r>
                      </m:sup>
                    </m:sSup>
                  </m:oMath>
                </a14:m>
                <a:r>
                  <a:rPr lang="zh-CN" altLang="en-US" sz="2800" b="0" dirty="0"/>
                  <a:t>和</a:t>
                </a:r>
                <a14:m>
                  <m:oMath xmlns:m="http://schemas.openxmlformats.org/officeDocument/2006/math">
                    <m:sSup>
                      <m:sSupPr>
                        <m:ctrlPr>
                          <a:rPr lang="en-US" sz="2800" b="0" i="1">
                            <a:solidFill>
                              <a:srgbClr val="000000"/>
                            </a:solidFill>
                            <a:latin typeface="Cambria Math" panose="02040503050406030204" pitchFamily="18" charset="0"/>
                          </a:rPr>
                        </m:ctrlPr>
                      </m:sSupPr>
                      <m:e>
                        <m:r>
                          <m:rPr>
                            <m:sty m:val="p"/>
                          </m:rPr>
                          <a:rPr lang="en-US" sz="2800" b="0" i="0">
                            <a:solidFill>
                              <a:srgbClr val="000000"/>
                            </a:solidFill>
                            <a:latin typeface="Cambria Math" panose="02040503050406030204" pitchFamily="18" charset="0"/>
                          </a:rPr>
                          <m:t>e</m:t>
                        </m:r>
                      </m:e>
                      <m:sup>
                        <m:r>
                          <m:rPr>
                            <m:sty m:val="p"/>
                          </m:rPr>
                          <a:rPr lang="en-US" sz="2800" b="0" i="0">
                            <a:solidFill>
                              <a:srgbClr val="000000"/>
                            </a:solidFill>
                            <a:latin typeface="Cambria Math" panose="02040503050406030204" pitchFamily="18" charset="0"/>
                          </a:rPr>
                          <m:t>j</m:t>
                        </m:r>
                        <m:r>
                          <a:rPr lang="en-US" sz="2800" b="0" i="1">
                            <a:solidFill>
                              <a:srgbClr val="000000"/>
                            </a:solidFill>
                            <a:latin typeface="Cambria Math" panose="02040503050406030204" pitchFamily="18" charset="0"/>
                          </a:rPr>
                          <m:t>𝜔</m:t>
                        </m:r>
                        <m:r>
                          <a:rPr lang="en-US" sz="2800" b="0" i="1">
                            <a:solidFill>
                              <a:srgbClr val="000000"/>
                            </a:solidFill>
                            <a:latin typeface="Cambria Math" panose="02040503050406030204" pitchFamily="18" charset="0"/>
                          </a:rPr>
                          <m:t>𝑛</m:t>
                        </m:r>
                      </m:sup>
                    </m:sSup>
                  </m:oMath>
                </a14:m>
                <a:r>
                  <a:rPr lang="zh-CN" altLang="en-US" sz="2800" b="0" dirty="0"/>
                  <a:t>为基底分解信号的。若采用更一般的复指数函数</a:t>
                </a:r>
                <a14:m>
                  <m:oMath xmlns:m="http://schemas.openxmlformats.org/officeDocument/2006/math">
                    <m:sSup>
                      <m:sSupPr>
                        <m:ctrlPr>
                          <a:rPr lang="en-US" sz="2800" b="0" i="1">
                            <a:solidFill>
                              <a:srgbClr val="000000"/>
                            </a:solidFill>
                            <a:latin typeface="Cambria Math" panose="02040503050406030204" pitchFamily="18" charset="0"/>
                          </a:rPr>
                        </m:ctrlPr>
                      </m:sSupPr>
                      <m:e>
                        <m:r>
                          <m:rPr>
                            <m:sty m:val="p"/>
                          </m:rPr>
                          <a:rPr lang="en-US" sz="2800" b="0" i="0">
                            <a:solidFill>
                              <a:srgbClr val="000000"/>
                            </a:solidFill>
                            <a:latin typeface="Cambria Math" panose="02040503050406030204" pitchFamily="18" charset="0"/>
                          </a:rPr>
                          <m:t>e</m:t>
                        </m:r>
                      </m:e>
                      <m:sup>
                        <m:r>
                          <a:rPr lang="en-US" sz="2800" b="0" i="1">
                            <a:solidFill>
                              <a:srgbClr val="000000"/>
                            </a:solidFill>
                            <a:latin typeface="Cambria Math" panose="02040503050406030204" pitchFamily="18" charset="0"/>
                          </a:rPr>
                          <m:t>𝑠𝑡</m:t>
                        </m:r>
                      </m:sup>
                    </m:sSup>
                  </m:oMath>
                </a14:m>
                <a:r>
                  <a:rPr lang="zh-CN" altLang="en-US" sz="2800" b="0" dirty="0"/>
                  <a:t>和</a:t>
                </a:r>
                <a14:m>
                  <m:oMath xmlns:m="http://schemas.openxmlformats.org/officeDocument/2006/math">
                    <m:sSup>
                      <m:sSupPr>
                        <m:ctrlPr>
                          <a:rPr lang="en-US" sz="2800" b="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𝑧</m:t>
                        </m:r>
                      </m:e>
                      <m:sup>
                        <m:r>
                          <a:rPr lang="en-US" sz="2800" b="0" i="1">
                            <a:solidFill>
                              <a:srgbClr val="000000"/>
                            </a:solidFill>
                            <a:latin typeface="Cambria Math" panose="02040503050406030204" pitchFamily="18" charset="0"/>
                          </a:rPr>
                          <m:t>𝑛</m:t>
                        </m:r>
                      </m:sup>
                    </m:sSup>
                  </m:oMath>
                </a14:m>
                <a:r>
                  <a:rPr lang="zh-CN" altLang="en-US" sz="2800" b="0" dirty="0"/>
                  <a:t>为基底对信号进行分解，则分别获得拉普拉斯变换和</a:t>
                </a:r>
                <a14:m>
                  <m:oMath xmlns:m="http://schemas.openxmlformats.org/officeDocument/2006/math">
                    <m:r>
                      <a:rPr lang="en-US" altLang="zh-CN" sz="2800" b="0" i="1" dirty="0" smtClean="0">
                        <a:latin typeface="Cambria Math" panose="02040503050406030204" pitchFamily="18" charset="0"/>
                      </a:rPr>
                      <m:t>𝑧</m:t>
                    </m:r>
                  </m:oMath>
                </a14:m>
                <a:r>
                  <a:rPr lang="zh-CN" altLang="en-US" sz="2800" b="0" dirty="0"/>
                  <a:t>变换。</a:t>
                </a:r>
                <a:endParaRPr lang="en-US" altLang="zh-CN" sz="2800" b="0" dirty="0"/>
              </a:p>
              <a:p>
                <a:pPr algn="just">
                  <a:lnSpc>
                    <a:spcPct val="150000"/>
                  </a:lnSpc>
                  <a:spcBef>
                    <a:spcPts val="0"/>
                  </a:spcBef>
                  <a:spcAft>
                    <a:spcPts val="0"/>
                  </a:spcAft>
                </a:pPr>
                <a:r>
                  <a:rPr lang="zh-CN" altLang="en-US" sz="2800" b="0" dirty="0"/>
                  <a:t>通过本章及下一章，会看到拉普拉斯变换和</a:t>
                </a:r>
                <a14:m>
                  <m:oMath xmlns:m="http://schemas.openxmlformats.org/officeDocument/2006/math">
                    <m:r>
                      <a:rPr lang="en-US" altLang="zh-CN" sz="2800" b="0" i="1" dirty="0" smtClean="0">
                        <a:latin typeface="Cambria Math" panose="02040503050406030204" pitchFamily="18" charset="0"/>
                      </a:rPr>
                      <m:t>𝑧</m:t>
                    </m:r>
                  </m:oMath>
                </a14:m>
                <a:r>
                  <a:rPr lang="zh-CN" altLang="en-US" sz="2800" b="0" dirty="0"/>
                  <a:t>变换不仅能解决用傅里叶分析方法可以解决的信号与系统分析问题，而且还能用于傅里叶分析方法不适用的许多方面。</a:t>
                </a:r>
              </a:p>
            </p:txBody>
          </p:sp>
        </mc:Choice>
        <mc:Fallback xmlns="">
          <p:sp>
            <p:nvSpPr>
              <p:cNvPr id="3" name="内容占位符 2">
                <a:extLst>
                  <a:ext uri="{FF2B5EF4-FFF2-40B4-BE49-F238E27FC236}">
                    <a16:creationId xmlns:a16="http://schemas.microsoft.com/office/drawing/2014/main" id="{05CD4F52-79E3-4BD2-A824-010A58A3309C}"/>
                  </a:ext>
                </a:extLst>
              </p:cNvPr>
              <p:cNvSpPr>
                <a:spLocks noGrp="1" noRot="1" noChangeAspect="1" noMove="1" noResize="1" noEditPoints="1" noAdjustHandles="1" noChangeArrowheads="1" noChangeShapeType="1" noTextEdit="1"/>
              </p:cNvSpPr>
              <p:nvPr>
                <p:ph idx="1"/>
              </p:nvPr>
            </p:nvSpPr>
            <p:spPr>
              <a:xfrm>
                <a:off x="458980" y="1268760"/>
                <a:ext cx="8229600" cy="5218736"/>
              </a:xfrm>
              <a:blipFill>
                <a:blip r:embed="rId2"/>
                <a:stretch>
                  <a:fillRect l="-1333" r="-1556" b="-233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5FB7A8F-1BA8-4505-AB21-482AA0B5705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226CF9-0374-43A4-B22B-78F616720C36}" type="slidenum">
              <a:rPr lang="zh-CN" altLang="en-US">
                <a:solidFill>
                  <a:srgbClr val="898989"/>
                </a:solidFill>
                <a:latin typeface="Calibri" panose="020F0502020204030204" pitchFamily="34" charset="0"/>
              </a:rPr>
              <a:pPr eaLnBrk="1" hangingPunct="1"/>
              <a:t>2</a:t>
            </a:fld>
            <a:endParaRPr lang="zh-CN" altLang="en-US"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5" name="标题 1">
            <a:extLst>
              <a:ext uri="{FF2B5EF4-FFF2-40B4-BE49-F238E27FC236}">
                <a16:creationId xmlns:a16="http://schemas.microsoft.com/office/drawing/2014/main" id="{3A8BFA75-1175-45D6-BE7B-813360916452}"/>
              </a:ext>
            </a:extLst>
          </p:cNvPr>
          <p:cNvSpPr>
            <a:spLocks noGrp="1"/>
          </p:cNvSpPr>
          <p:nvPr>
            <p:ph type="title"/>
          </p:nvPr>
        </p:nvSpPr>
        <p:spPr/>
        <p:txBody>
          <a:bodyPr/>
          <a:lstStyle/>
          <a:p>
            <a:r>
              <a:rPr lang="en-US" altLang="zh-CN" dirty="0"/>
              <a:t>9.1 </a:t>
            </a:r>
            <a:r>
              <a:rPr lang="zh-CN" altLang="en-US" dirty="0"/>
              <a:t>拉普拉斯变换</a:t>
            </a:r>
          </a:p>
        </p:txBody>
      </p:sp>
      <mc:AlternateContent xmlns:mc="http://schemas.openxmlformats.org/markup-compatibility/2006" xmlns:a14="http://schemas.microsoft.com/office/drawing/2010/main">
        <mc:Choice Requires="a14">
          <p:sp>
            <p:nvSpPr>
              <p:cNvPr id="11276" name="内容占位符 2">
                <a:extLst>
                  <a:ext uri="{FF2B5EF4-FFF2-40B4-BE49-F238E27FC236}">
                    <a16:creationId xmlns:a16="http://schemas.microsoft.com/office/drawing/2014/main" id="{FE8B58F3-A334-4F78-9D13-0B938E353CD6}"/>
                  </a:ext>
                </a:extLst>
              </p:cNvPr>
              <p:cNvSpPr>
                <a:spLocks noGrp="1"/>
              </p:cNvSpPr>
              <p:nvPr>
                <p:ph idx="1"/>
              </p:nvPr>
            </p:nvSpPr>
            <p:spPr/>
            <p:txBody>
              <a:bodyPr/>
              <a:lstStyle/>
              <a:p>
                <a:pPr algn="just"/>
                <a:r>
                  <a:rPr lang="zh-CN" altLang="en-US" sz="2800" b="0" dirty="0">
                    <a:latin typeface="Cambria Math" panose="02040503050406030204" pitchFamily="18" charset="0"/>
                  </a:rPr>
                  <a:t>复指数信号</a:t>
                </a:r>
                <a14:m>
                  <m:oMath xmlns:m="http://schemas.openxmlformats.org/officeDocument/2006/math">
                    <m:sSup>
                      <m:sSupPr>
                        <m:ctrlPr>
                          <a:rPr lang="en-US" sz="2800" i="1" smtClean="0">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𝑠𝑡</m:t>
                        </m:r>
                      </m:sup>
                    </m:sSup>
                  </m:oMath>
                </a14:m>
                <a:r>
                  <a:rPr lang="zh-CN" altLang="en-US" sz="2800" b="0" dirty="0">
                    <a:latin typeface="Cambria Math" panose="02040503050406030204" pitchFamily="18" charset="0"/>
                  </a:rPr>
                  <a:t>是一切</a:t>
                </a:r>
                <a:r>
                  <a:rPr lang="en-US" altLang="zh-CN" sz="2800" b="0" dirty="0">
                    <a:latin typeface="Cambria Math" panose="02040503050406030204" pitchFamily="18" charset="0"/>
                  </a:rPr>
                  <a:t>LTI</a:t>
                </a:r>
                <a:r>
                  <a:rPr lang="zh-CN" altLang="en-US" sz="2800" b="0" dirty="0">
                    <a:latin typeface="Cambria Math" panose="02040503050406030204" pitchFamily="18" charset="0"/>
                  </a:rPr>
                  <a:t>系统的特征函数。如果</a:t>
                </a:r>
                <a:r>
                  <a:rPr lang="en-US" altLang="zh-CN" sz="2800" b="0" dirty="0">
                    <a:latin typeface="Cambria Math" panose="02040503050406030204" pitchFamily="18" charset="0"/>
                  </a:rPr>
                  <a:t>LTI</a:t>
                </a:r>
                <a:r>
                  <a:rPr lang="zh-CN" altLang="en-US" sz="2800" b="0" dirty="0">
                    <a:latin typeface="Cambria Math" panose="02040503050406030204" pitchFamily="18" charset="0"/>
                  </a:rPr>
                  <a:t>系统的单位冲激响应为</a:t>
                </a:r>
                <a14:m>
                  <m:oMath xmlns:m="http://schemas.openxmlformats.org/officeDocument/2006/math">
                    <m:r>
                      <a:rPr lang="en-US" sz="2800" i="1">
                        <a:solidFill>
                          <a:srgbClr val="000000"/>
                        </a:solidFill>
                        <a:latin typeface="Cambria Math" panose="02040503050406030204" pitchFamily="18" charset="0"/>
                      </a:rPr>
                      <m:t>h</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latin typeface="Cambria Math" panose="02040503050406030204" pitchFamily="18" charset="0"/>
                  </a:rPr>
                  <a:t>，则该系统对</a:t>
                </a:r>
                <a14:m>
                  <m:oMath xmlns:m="http://schemas.openxmlformats.org/officeDocument/2006/math">
                    <m:sSup>
                      <m:sSupPr>
                        <m:ctrlPr>
                          <a:rPr lang="en-US" sz="2800" i="1">
                            <a:solidFill>
                              <a:srgbClr val="000000"/>
                            </a:solidFill>
                            <a:latin typeface="Cambria Math" panose="02040503050406030204" pitchFamily="18" charset="0"/>
                          </a:rPr>
                        </m:ctrlPr>
                      </m:sSupPr>
                      <m:e>
                        <m:r>
                          <m:rPr>
                            <m:sty m:val="p"/>
                          </m:rPr>
                          <a:rPr lang="en-US" sz="280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𝑠𝑡</m:t>
                        </m:r>
                      </m:sup>
                    </m:sSup>
                  </m:oMath>
                </a14:m>
                <a:r>
                  <a:rPr lang="zh-CN" altLang="en-US" sz="2800" b="0" dirty="0">
                    <a:latin typeface="Cambria Math" panose="02040503050406030204" pitchFamily="18" charset="0"/>
                  </a:rPr>
                  <a:t>产生的响应是</a:t>
                </a:r>
                <a:r>
                  <a:rPr lang="en-US" altLang="zh-CN" sz="2800" b="0" dirty="0">
                    <a:latin typeface="Cambria Math" panose="02040503050406030204" pitchFamily="18" charset="0"/>
                  </a:rPr>
                  <a:t>:</a:t>
                </a:r>
                <a:endParaRPr lang="zh-CN" altLang="en-US" sz="2800" b="0" dirty="0">
                  <a:latin typeface="Cambria Math" panose="02040503050406030204" pitchFamily="18" charset="0"/>
                </a:endParaRPr>
              </a:p>
            </p:txBody>
          </p:sp>
        </mc:Choice>
        <mc:Fallback xmlns="">
          <p:sp>
            <p:nvSpPr>
              <p:cNvPr id="11276" name="内容占位符 2">
                <a:extLst>
                  <a:ext uri="{FF2B5EF4-FFF2-40B4-BE49-F238E27FC236}">
                    <a16:creationId xmlns:a16="http://schemas.microsoft.com/office/drawing/2014/main" id="{FE8B58F3-A334-4F78-9D13-0B938E353CD6}"/>
                  </a:ext>
                </a:extLst>
              </p:cNvPr>
              <p:cNvSpPr>
                <a:spLocks noGrp="1" noRot="1" noChangeAspect="1" noMove="1" noResize="1" noEditPoints="1" noAdjustHandles="1" noChangeArrowheads="1" noChangeShapeType="1" noTextEdit="1"/>
              </p:cNvSpPr>
              <p:nvPr>
                <p:ph idx="1"/>
              </p:nvPr>
            </p:nvSpPr>
            <p:spPr>
              <a:blipFill>
                <a:blip r:embed="rId2"/>
                <a:stretch>
                  <a:fillRect l="-1333" t="-1763" r="-148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766049E8-3EFB-4FCF-BE45-13518278B5B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9CE95A4-EB26-41FE-9681-6ED78F2B5590}" type="slidenum">
              <a:rPr lang="zh-CN" altLang="en-US">
                <a:solidFill>
                  <a:srgbClr val="898989"/>
                </a:solidFill>
                <a:latin typeface="Calibri" panose="020F0502020204030204" pitchFamily="34" charset="0"/>
              </a:rPr>
              <a:pPr eaLnBrk="1" hangingPunct="1"/>
              <a:t>3</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1284" name="Text Box 11">
                <a:extLst>
                  <a:ext uri="{FF2B5EF4-FFF2-40B4-BE49-F238E27FC236}">
                    <a16:creationId xmlns:a16="http://schemas.microsoft.com/office/drawing/2014/main" id="{1307A0B2-F37C-42D4-B5B2-28A354ADC108}"/>
                  </a:ext>
                </a:extLst>
              </p:cNvPr>
              <p:cNvSpPr txBox="1">
                <a:spLocks noChangeArrowheads="1"/>
              </p:cNvSpPr>
              <p:nvPr/>
            </p:nvSpPr>
            <p:spPr bwMode="auto">
              <a:xfrm>
                <a:off x="1079612" y="2722570"/>
                <a:ext cx="6984775" cy="6383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14:m>
                  <m:oMath xmlns:m="http://schemas.openxmlformats.org/officeDocument/2006/math">
                    <m:r>
                      <a:rPr lang="en-US" sz="2800" i="1" smtClean="0">
                        <a:solidFill>
                          <a:srgbClr val="000000"/>
                        </a:solidFill>
                        <a:latin typeface="Cambria Math" panose="02040503050406030204" pitchFamily="18" charset="0"/>
                      </a:rPr>
                      <m:t>𝑦</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𝐻</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𝑠𝑡</m:t>
                        </m:r>
                      </m:sup>
                    </m:sSup>
                  </m:oMath>
                </a14:m>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，其中</a:t>
                </a:r>
                <a14:m>
                  <m:oMath xmlns:m="http://schemas.openxmlformats.org/officeDocument/2006/math">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h</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𝑠𝑡</m:t>
                            </m:r>
                          </m:sup>
                        </m:sSup>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𝑡</m:t>
                        </m:r>
                      </m:e>
                    </m:nary>
                  </m:oMath>
                </a14:m>
                <a:endParaRPr lang="zh-CN" altLang="en-US" sz="2800" dirty="0">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11284" name="Text Box 11">
                <a:extLst>
                  <a:ext uri="{FF2B5EF4-FFF2-40B4-BE49-F238E27FC236}">
                    <a16:creationId xmlns:a16="http://schemas.microsoft.com/office/drawing/2014/main" id="{1307A0B2-F37C-42D4-B5B2-28A354ADC108}"/>
                  </a:ext>
                </a:extLst>
              </p:cNvPr>
              <p:cNvSpPr txBox="1">
                <a:spLocks noRot="1" noChangeAspect="1" noMove="1" noResize="1" noEditPoints="1" noAdjustHandles="1" noChangeArrowheads="1" noChangeShapeType="1" noTextEdit="1"/>
              </p:cNvSpPr>
              <p:nvPr/>
            </p:nvSpPr>
            <p:spPr bwMode="auto">
              <a:xfrm>
                <a:off x="1079612" y="2722570"/>
                <a:ext cx="6984775" cy="638316"/>
              </a:xfrm>
              <a:prstGeom prst="rect">
                <a:avLst/>
              </a:prstGeom>
              <a:blipFill>
                <a:blip r:embed="rId3"/>
                <a:stretch>
                  <a:fillRect b="-192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83" name="Text Box 13">
                <a:extLst>
                  <a:ext uri="{FF2B5EF4-FFF2-40B4-BE49-F238E27FC236}">
                    <a16:creationId xmlns:a16="http://schemas.microsoft.com/office/drawing/2014/main" id="{FC429719-E28E-4302-92A4-88FB795539A1}"/>
                  </a:ext>
                </a:extLst>
              </p:cNvPr>
              <p:cNvSpPr txBox="1">
                <a:spLocks noChangeArrowheads="1"/>
              </p:cNvSpPr>
              <p:nvPr/>
            </p:nvSpPr>
            <p:spPr bwMode="auto">
              <a:xfrm>
                <a:off x="827584" y="3539473"/>
                <a:ext cx="7317432" cy="5238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显然当</a:t>
                </a:r>
                <a14:m>
                  <m:oMath xmlns:m="http://schemas.openxmlformats.org/officeDocument/2006/math">
                    <m:r>
                      <a:rPr lang="en-US" sz="2800" i="1" smtClean="0">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r>
                      <m:rPr>
                        <m:sty m:val="p"/>
                      </m:rPr>
                      <a:rPr lang="en-US" sz="2800" i="0" smtClean="0">
                        <a:solidFill>
                          <a:srgbClr val="000000"/>
                        </a:solidFill>
                        <a:latin typeface="Cambria Math" panose="02040503050406030204" pitchFamily="18" charset="0"/>
                      </a:rPr>
                      <m:t>j</m:t>
                    </m:r>
                    <m:r>
                      <a:rPr lang="en-US" sz="2800" i="1" smtClean="0">
                        <a:solidFill>
                          <a:srgbClr val="000000"/>
                        </a:solidFill>
                        <a:latin typeface="Cambria Math" panose="02040503050406030204" pitchFamily="18" charset="0"/>
                      </a:rPr>
                      <m:t>𝜔</m:t>
                    </m:r>
                  </m:oMath>
                </a14:m>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时，就是连续时间傅里叶变换。</a:t>
                </a:r>
              </a:p>
            </p:txBody>
          </p:sp>
        </mc:Choice>
        <mc:Fallback xmlns="">
          <p:sp>
            <p:nvSpPr>
              <p:cNvPr id="11283" name="Text Box 13">
                <a:extLst>
                  <a:ext uri="{FF2B5EF4-FFF2-40B4-BE49-F238E27FC236}">
                    <a16:creationId xmlns:a16="http://schemas.microsoft.com/office/drawing/2014/main" id="{FC429719-E28E-4302-92A4-88FB795539A1}"/>
                  </a:ext>
                </a:extLst>
              </p:cNvPr>
              <p:cNvSpPr txBox="1">
                <a:spLocks noRot="1" noChangeAspect="1" noMove="1" noResize="1" noEditPoints="1" noAdjustHandles="1" noChangeArrowheads="1" noChangeShapeType="1" noTextEdit="1"/>
              </p:cNvSpPr>
              <p:nvPr/>
            </p:nvSpPr>
            <p:spPr bwMode="auto">
              <a:xfrm>
                <a:off x="827584" y="3539473"/>
                <a:ext cx="7317432" cy="523875"/>
              </a:xfrm>
              <a:prstGeom prst="rect">
                <a:avLst/>
              </a:prstGeom>
              <a:blipFill>
                <a:blip r:embed="rId4"/>
                <a:stretch>
                  <a:fillRect l="-1750" t="-1279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Rectangle 2">
            <a:extLst>
              <a:ext uri="{FF2B5EF4-FFF2-40B4-BE49-F238E27FC236}">
                <a16:creationId xmlns:a16="http://schemas.microsoft.com/office/drawing/2014/main" id="{A0F97520-6ABD-4043-BB84-F506795B819B}"/>
              </a:ext>
            </a:extLst>
          </p:cNvPr>
          <p:cNvSpPr txBox="1">
            <a:spLocks noChangeArrowheads="1"/>
          </p:cNvSpPr>
          <p:nvPr/>
        </p:nvSpPr>
        <p:spPr bwMode="auto">
          <a:xfrm>
            <a:off x="457200" y="4163764"/>
            <a:ext cx="493412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一</a:t>
            </a:r>
            <a:r>
              <a:rPr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a:t>
            </a:r>
            <a:r>
              <a:rPr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双边拉普拉斯变换的定义：</a:t>
            </a:r>
          </a:p>
        </p:txBody>
      </p:sp>
      <mc:AlternateContent xmlns:mc="http://schemas.openxmlformats.org/markup-compatibility/2006" xmlns:a14="http://schemas.microsoft.com/office/drawing/2010/main">
        <mc:Choice Requires="a14">
          <p:sp>
            <p:nvSpPr>
              <p:cNvPr id="16" name="Object 8">
                <a:extLst>
                  <a:ext uri="{FF2B5EF4-FFF2-40B4-BE49-F238E27FC236}">
                    <a16:creationId xmlns:a16="http://schemas.microsoft.com/office/drawing/2014/main" id="{BD0C5BE5-C222-42FF-A8E0-E65B200912C9}"/>
                  </a:ext>
                </a:extLst>
              </p:cNvPr>
              <p:cNvSpPr txBox="1"/>
              <p:nvPr/>
            </p:nvSpPr>
            <p:spPr bwMode="auto">
              <a:xfrm>
                <a:off x="2781311" y="4827268"/>
                <a:ext cx="3581375" cy="1021946"/>
              </a:xfrm>
              <a:prstGeom prst="rect">
                <a:avLst/>
              </a:prstGeom>
              <a:noFill/>
              <a:ln w="50800">
                <a:solidFill>
                  <a:schemeClr val="hlink"/>
                </a:solidFill>
                <a:miter lim="800000"/>
                <a:headEnd/>
                <a:tailEnd/>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𝑋</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𝑠</m:t>
                      </m:r>
                      <m:r>
                        <a:rPr lang="en-US" sz="2800" i="1" smtClean="0">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𝑠𝑡</m:t>
                              </m:r>
                            </m:sup>
                          </m:sSup>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𝑡</m:t>
                          </m:r>
                        </m:e>
                      </m:nary>
                    </m:oMath>
                  </m:oMathPara>
                </a14:m>
                <a:endParaRPr lang="en-US" sz="2800" dirty="0">
                  <a:solidFill>
                    <a:srgbClr val="FF0000"/>
                  </a:solidFill>
                </a:endParaRPr>
              </a:p>
            </p:txBody>
          </p:sp>
        </mc:Choice>
        <mc:Fallback xmlns="">
          <p:sp>
            <p:nvSpPr>
              <p:cNvPr id="16" name="Object 8">
                <a:extLst>
                  <a:ext uri="{FF2B5EF4-FFF2-40B4-BE49-F238E27FC236}">
                    <a16:creationId xmlns:a16="http://schemas.microsoft.com/office/drawing/2014/main" id="{BD0C5BE5-C222-42FF-A8E0-E65B200912C9}"/>
                  </a:ext>
                </a:extLst>
              </p:cNvPr>
              <p:cNvSpPr txBox="1">
                <a:spLocks noRot="1" noChangeAspect="1" noMove="1" noResize="1" noEditPoints="1" noAdjustHandles="1" noChangeArrowheads="1" noChangeShapeType="1" noTextEdit="1"/>
              </p:cNvSpPr>
              <p:nvPr/>
            </p:nvSpPr>
            <p:spPr bwMode="auto">
              <a:xfrm>
                <a:off x="2781311" y="4827268"/>
                <a:ext cx="3581375" cy="1021946"/>
              </a:xfrm>
              <a:prstGeom prst="rect">
                <a:avLst/>
              </a:prstGeom>
              <a:blipFill>
                <a:blip r:embed="rId5"/>
                <a:stretch>
                  <a:fillRect/>
                </a:stretch>
              </a:blipFill>
              <a:ln w="50800">
                <a:solidFill>
                  <a:schemeClr val="hlink"/>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82" name="Text Box 5">
                <a:extLst>
                  <a:ext uri="{FF2B5EF4-FFF2-40B4-BE49-F238E27FC236}">
                    <a16:creationId xmlns:a16="http://schemas.microsoft.com/office/drawing/2014/main" id="{6B628537-C4FD-4247-A093-050F527A8CC8}"/>
                  </a:ext>
                </a:extLst>
              </p:cNvPr>
              <p:cNvSpPr txBox="1">
                <a:spLocks noChangeArrowheads="1"/>
              </p:cNvSpPr>
              <p:nvPr/>
            </p:nvSpPr>
            <p:spPr bwMode="auto">
              <a:xfrm>
                <a:off x="827584" y="5979319"/>
                <a:ext cx="7848872" cy="5238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称为</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的</a:t>
                </a:r>
                <a:r>
                  <a:rPr lang="zh-CN" altLang="en-US" sz="2800"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双边拉普拉斯变换</a:t>
                </a:r>
                <a:r>
                  <a:rPr lang="zh-CN" altLang="en-US" sz="2800" dirty="0">
                    <a:solidFill>
                      <a:srgbClr val="000066"/>
                    </a:solidFill>
                    <a:latin typeface="华文楷体" panose="02010600040101010101" pitchFamily="2" charset="-122"/>
                    <a:ea typeface="华文楷体" panose="02010600040101010101" pitchFamily="2" charset="-122"/>
                    <a:cs typeface="楷体_GB2312" panose="02010609030101010101" pitchFamily="49" charset="-122"/>
                  </a:rPr>
                  <a:t>，</a:t>
                </a:r>
                <a:r>
                  <a:rPr lang="zh-CN" altLang="en-US" sz="2800" dirty="0">
                    <a:latin typeface="华文楷体" panose="02010600040101010101" pitchFamily="2" charset="-122"/>
                    <a:ea typeface="华文楷体" panose="02010600040101010101" pitchFamily="2" charset="-122"/>
                    <a:cs typeface="楷体_GB2312" panose="02010609030101010101" pitchFamily="49" charset="-122"/>
                  </a:rPr>
                  <a:t>其中</a:t>
                </a:r>
                <a14:m>
                  <m:oMath xmlns:m="http://schemas.openxmlformats.org/officeDocument/2006/math">
                    <m:r>
                      <a:rPr lang="en-US" sz="2800" i="1" smtClean="0">
                        <a:solidFill>
                          <a:srgbClr val="FF0000"/>
                        </a:solidFill>
                        <a:latin typeface="Cambria Math" panose="02040503050406030204" pitchFamily="18" charset="0"/>
                      </a:rPr>
                      <m:t>𝑠</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𝜎</m:t>
                    </m:r>
                    <m:r>
                      <a:rPr lang="en-US" sz="2800" i="1" smtClean="0">
                        <a:solidFill>
                          <a:srgbClr val="FF0000"/>
                        </a:solidFill>
                        <a:latin typeface="Cambria Math" panose="02040503050406030204" pitchFamily="18" charset="0"/>
                      </a:rPr>
                      <m:t>+</m:t>
                    </m:r>
                    <m:r>
                      <m:rPr>
                        <m:sty m:val="p"/>
                      </m:rPr>
                      <a:rPr lang="en-US" sz="2800" i="0" smtClean="0">
                        <a:solidFill>
                          <a:srgbClr val="FF0000"/>
                        </a:solidFill>
                        <a:latin typeface="Cambria Math" panose="02040503050406030204" pitchFamily="18" charset="0"/>
                      </a:rPr>
                      <m:t>j</m:t>
                    </m:r>
                    <m:r>
                      <a:rPr lang="en-US" sz="2800" i="1" smtClean="0">
                        <a:solidFill>
                          <a:srgbClr val="FF0000"/>
                        </a:solidFill>
                        <a:latin typeface="Cambria Math" panose="02040503050406030204" pitchFamily="18" charset="0"/>
                      </a:rPr>
                      <m:t>𝜔</m:t>
                    </m:r>
                  </m:oMath>
                </a14:m>
                <a:r>
                  <a:rPr lang="zh-CN" altLang="en-US" sz="2800" dirty="0">
                    <a:solidFill>
                      <a:srgbClr val="000066"/>
                    </a:solidFill>
                    <a:latin typeface="华文楷体" panose="02010600040101010101" pitchFamily="2" charset="-122"/>
                    <a:ea typeface="华文楷体" panose="02010600040101010101" pitchFamily="2" charset="-122"/>
                    <a:cs typeface="楷体_GB2312" panose="02010609030101010101" pitchFamily="49" charset="-122"/>
                  </a:rPr>
                  <a:t>。         </a:t>
                </a:r>
              </a:p>
            </p:txBody>
          </p:sp>
        </mc:Choice>
        <mc:Fallback xmlns="">
          <p:sp>
            <p:nvSpPr>
              <p:cNvPr id="11282" name="Text Box 5">
                <a:extLst>
                  <a:ext uri="{FF2B5EF4-FFF2-40B4-BE49-F238E27FC236}">
                    <a16:creationId xmlns:a16="http://schemas.microsoft.com/office/drawing/2014/main" id="{6B628537-C4FD-4247-A093-050F527A8CC8}"/>
                  </a:ext>
                </a:extLst>
              </p:cNvPr>
              <p:cNvSpPr txBox="1">
                <a:spLocks noRot="1" noChangeAspect="1" noMove="1" noResize="1" noEditPoints="1" noAdjustHandles="1" noChangeArrowheads="1" noChangeShapeType="1" noTextEdit="1"/>
              </p:cNvSpPr>
              <p:nvPr/>
            </p:nvSpPr>
            <p:spPr bwMode="auto">
              <a:xfrm>
                <a:off x="827584" y="5979319"/>
                <a:ext cx="7848872" cy="523875"/>
              </a:xfrm>
              <a:prstGeom prst="rect">
                <a:avLst/>
              </a:prstGeom>
              <a:blipFill>
                <a:blip r:embed="rId6"/>
                <a:stretch>
                  <a:fillRect l="-1632" t="-12791" r="-544"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282"/>
                                        </p:tgtEl>
                                        <p:attrNameLst>
                                          <p:attrName>style.visibility</p:attrName>
                                        </p:attrNameLst>
                                      </p:cBhvr>
                                      <p:to>
                                        <p:strVal val="visible"/>
                                      </p:to>
                                    </p:set>
                                    <p:animEffect transition="in" filter="wipe(down)">
                                      <p:cBhvr>
                                        <p:cTn id="13" dur="500"/>
                                        <p:tgtEl>
                                          <p:spTgt spid="11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128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174" name="内容占位符 2">
                <a:extLst>
                  <a:ext uri="{FF2B5EF4-FFF2-40B4-BE49-F238E27FC236}">
                    <a16:creationId xmlns:a16="http://schemas.microsoft.com/office/drawing/2014/main" id="{2C045CEB-E46C-4CBF-904D-F6AF81FADB94}"/>
                  </a:ext>
                </a:extLst>
              </p:cNvPr>
              <p:cNvSpPr>
                <a:spLocks noGrp="1"/>
              </p:cNvSpPr>
              <p:nvPr>
                <p:ph idx="1"/>
              </p:nvPr>
            </p:nvSpPr>
            <p:spPr>
              <a:xfrm>
                <a:off x="457200" y="1285875"/>
                <a:ext cx="8229600" cy="5115759"/>
              </a:xfrm>
            </p:spPr>
            <p:txBody>
              <a:bodyPr>
                <a:spAutoFit/>
              </a:bodyPr>
              <a:lstStyle/>
              <a:p>
                <a:pPr>
                  <a:spcBef>
                    <a:spcPts val="0"/>
                  </a:spcBef>
                  <a:spcAft>
                    <a:spcPts val="600"/>
                  </a:spcAft>
                </a:pPr>
                <a:r>
                  <a:rPr lang="zh-CN" altLang="en-US" sz="2400" b="0" dirty="0"/>
                  <a:t>信号在时域可分解为单位脉冲</a:t>
                </a:r>
                <a:r>
                  <a:rPr lang="en-US" altLang="zh-CN" sz="2400" b="0" dirty="0"/>
                  <a:t>/</a:t>
                </a:r>
                <a:r>
                  <a:rPr lang="zh-CN" altLang="en-US" sz="2400" b="0" dirty="0"/>
                  <a:t>冲激信号的叠加</a:t>
                </a:r>
                <a:r>
                  <a:rPr lang="en-US" altLang="zh-CN" sz="2400" b="0" dirty="0"/>
                  <a:t>:</a:t>
                </a:r>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i="1">
                              <a:solidFill>
                                <a:srgbClr val="000000"/>
                              </a:solidFill>
                              <a:latin typeface="Cambria Math" panose="02040503050406030204" pitchFamily="18" charset="0"/>
                            </a:rPr>
                            <m:t>𝛿</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a:p>
                <a:pPr>
                  <a:spcBef>
                    <a:spcPts val="0"/>
                  </a:spcBef>
                  <a:spcAft>
                    <a:spcPts val="600"/>
                  </a:spcAft>
                </a:pPr>
                <a:r>
                  <a:rPr lang="en-US" altLang="zh-CN" sz="2400" b="0" dirty="0"/>
                  <a:t>LTI</a:t>
                </a:r>
                <a:r>
                  <a:rPr lang="zh-CN" altLang="en-US" sz="2400" b="0" dirty="0"/>
                  <a:t>系统的时域分析</a:t>
                </a:r>
                <a:r>
                  <a:rPr lang="en-US" altLang="zh-CN" sz="2400" b="0" dirty="0"/>
                  <a:t>——</a:t>
                </a:r>
                <a:r>
                  <a:rPr lang="zh-CN" altLang="en-US" sz="2400" b="0" dirty="0"/>
                  <a:t>输出可表示为输入信号与单位脉冲</a:t>
                </a:r>
                <a:r>
                  <a:rPr lang="en-US" altLang="zh-CN" sz="2400" b="0" dirty="0"/>
                  <a:t>/</a:t>
                </a:r>
                <a:r>
                  <a:rPr lang="zh-CN" altLang="en-US" sz="2400" b="0" dirty="0"/>
                  <a:t>冲激响应的卷积</a:t>
                </a:r>
                <a:endParaRPr lang="en-US" altLang="zh-CN" sz="2400" b="0" dirty="0"/>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1" i="1" smtClean="0">
                          <a:solidFill>
                            <a:srgbClr val="000000"/>
                          </a:solidFill>
                          <a:latin typeface="Cambria Math" panose="02040503050406030204" pitchFamily="18" charset="0"/>
                        </a:rPr>
                        <m:t>𝒚</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b="0" i="1" smtClean="0">
                              <a:solidFill>
                                <a:srgbClr val="000000"/>
                              </a:solidFill>
                              <a:latin typeface="Cambria Math" panose="02040503050406030204" pitchFamily="18" charset="0"/>
                            </a:rPr>
                            <m:t>h</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b="1" i="1" smtClean="0">
                          <a:solidFill>
                            <a:srgbClr val="000000"/>
                          </a:solidFill>
                          <a:latin typeface="Cambria Math" panose="02040503050406030204" pitchFamily="18" charset="0"/>
                        </a:rPr>
                        <m:t>𝒚</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b="0" i="1" smtClean="0">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p:txBody>
          </p:sp>
        </mc:Choice>
        <mc:Fallback xmlns="">
          <p:sp>
            <p:nvSpPr>
              <p:cNvPr id="7174" name="内容占位符 2">
                <a:extLst>
                  <a:ext uri="{FF2B5EF4-FFF2-40B4-BE49-F238E27FC236}">
                    <a16:creationId xmlns:a16="http://schemas.microsoft.com/office/drawing/2014/main" id="{2C045CEB-E46C-4CBF-904D-F6AF81FADB94}"/>
                  </a:ext>
                </a:extLst>
              </p:cNvPr>
              <p:cNvSpPr>
                <a:spLocks noGrp="1" noRot="1" noChangeAspect="1" noMove="1" noResize="1" noEditPoints="1" noAdjustHandles="1" noChangeArrowheads="1" noChangeShapeType="1" noTextEdit="1"/>
              </p:cNvSpPr>
              <p:nvPr>
                <p:ph idx="1"/>
              </p:nvPr>
            </p:nvSpPr>
            <p:spPr>
              <a:xfrm>
                <a:off x="457200" y="1285875"/>
                <a:ext cx="8229600" cy="5115759"/>
              </a:xfrm>
              <a:blipFill>
                <a:blip r:embed="rId2"/>
                <a:stretch>
                  <a:fillRect l="-963" t="-107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C377C83-7523-42B3-BF50-ABE95042231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70CB96D-575D-4EE3-8AA6-6C9E1E24B39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607475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4F6D6ED-A61C-416A-B260-35590DA33BD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DD3129E-C18B-4A8E-8A6F-DE38072C8A72}" type="slidenum">
              <a:rPr lang="zh-CN" altLang="en-US">
                <a:solidFill>
                  <a:srgbClr val="898989"/>
                </a:solidFill>
                <a:latin typeface="Calibri" panose="020F0502020204030204" pitchFamily="34" charset="0"/>
              </a:rPr>
              <a:pPr eaLnBrk="1" hangingPunct="1"/>
              <a:t>5</a:t>
            </a:fld>
            <a:endParaRPr lang="zh-CN" altLang="en-US">
              <a:solidFill>
                <a:srgbClr val="898989"/>
              </a:solidFill>
              <a:latin typeface="Calibri" panose="020F0502020204030204" pitchFamily="34" charset="0"/>
            </a:endParaRPr>
          </a:p>
        </p:txBody>
      </p:sp>
      <p:grpSp>
        <p:nvGrpSpPr>
          <p:cNvPr id="36878" name="组合 21">
            <a:extLst>
              <a:ext uri="{FF2B5EF4-FFF2-40B4-BE49-F238E27FC236}">
                <a16:creationId xmlns:a16="http://schemas.microsoft.com/office/drawing/2014/main" id="{FC0E37BA-AC96-4529-89C6-B289FDBFB105}"/>
              </a:ext>
            </a:extLst>
          </p:cNvPr>
          <p:cNvGrpSpPr>
            <a:grpSpLocks/>
          </p:cNvGrpSpPr>
          <p:nvPr/>
        </p:nvGrpSpPr>
        <p:grpSpPr bwMode="auto">
          <a:xfrm>
            <a:off x="2854722" y="2120901"/>
            <a:ext cx="3434556" cy="647700"/>
            <a:chOff x="2894796" y="2297105"/>
            <a:chExt cx="3434556" cy="647700"/>
          </a:xfrm>
        </p:grpSpPr>
        <p:sp>
          <p:nvSpPr>
            <p:cNvPr id="11" name="Rectangle 34">
              <a:extLst>
                <a:ext uri="{FF2B5EF4-FFF2-40B4-BE49-F238E27FC236}">
                  <a16:creationId xmlns:a16="http://schemas.microsoft.com/office/drawing/2014/main" id="{A7CE108A-C161-4388-8F12-2EC5BF84C613}"/>
                </a:ext>
              </a:extLst>
            </p:cNvPr>
            <p:cNvSpPr>
              <a:spLocks noChangeArrowheads="1"/>
            </p:cNvSpPr>
            <p:nvPr/>
          </p:nvSpPr>
          <p:spPr bwMode="auto">
            <a:xfrm>
              <a:off x="4132252" y="2297105"/>
              <a:ext cx="865187" cy="647700"/>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defRPr/>
              </a:pPr>
              <a:endParaRPr lang="zh-CN" altLang="en-US" sz="2400">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36873" name="Object 5">
                  <a:extLst>
                    <a:ext uri="{FF2B5EF4-FFF2-40B4-BE49-F238E27FC236}">
                      <a16:creationId xmlns:a16="http://schemas.microsoft.com/office/drawing/2014/main" id="{A17CD519-3E98-4C74-B6D3-A003B9855484}"/>
                    </a:ext>
                  </a:extLst>
                </p:cNvPr>
                <p:cNvSpPr txBox="1"/>
                <p:nvPr/>
              </p:nvSpPr>
              <p:spPr bwMode="auto">
                <a:xfrm>
                  <a:off x="4198925" y="2367748"/>
                  <a:ext cx="731839" cy="4746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3" name="Object 5">
                  <a:extLst>
                    <a:ext uri="{FF2B5EF4-FFF2-40B4-BE49-F238E27FC236}">
                      <a16:creationId xmlns:a16="http://schemas.microsoft.com/office/drawing/2014/main" id="{A17CD519-3E98-4C74-B6D3-A003B9855484}"/>
                    </a:ext>
                  </a:extLst>
                </p:cNvPr>
                <p:cNvSpPr txBox="1">
                  <a:spLocks noRot="1" noChangeAspect="1" noMove="1" noResize="1" noEditPoints="1" noAdjustHandles="1" noChangeArrowheads="1" noChangeShapeType="1" noTextEdit="1"/>
                </p:cNvSpPr>
                <p:nvPr/>
              </p:nvSpPr>
              <p:spPr bwMode="auto">
                <a:xfrm>
                  <a:off x="4198925" y="2367748"/>
                  <a:ext cx="731839" cy="474663"/>
                </a:xfrm>
                <a:prstGeom prst="rect">
                  <a:avLst/>
                </a:prstGeom>
                <a:blipFill>
                  <a:blip r:embed="rId2"/>
                  <a:stretch>
                    <a:fillRect l="-2500" r="-9167"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4" name="Object 6">
                  <a:extLst>
                    <a:ext uri="{FF2B5EF4-FFF2-40B4-BE49-F238E27FC236}">
                      <a16:creationId xmlns:a16="http://schemas.microsoft.com/office/drawing/2014/main" id="{B373488A-C636-41C6-BBD5-4A62D1B8F453}"/>
                    </a:ext>
                  </a:extLst>
                </p:cNvPr>
                <p:cNvSpPr txBox="1"/>
                <p:nvPr/>
              </p:nvSpPr>
              <p:spPr bwMode="auto">
                <a:xfrm>
                  <a:off x="2894796" y="2324092"/>
                  <a:ext cx="609600" cy="5905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en-US" sz="2400" i="1" smtClean="0">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oMath>
                    </m:oMathPara>
                  </a14:m>
                  <a:endParaRPr lang="en-US" sz="2400" dirty="0">
                    <a:solidFill>
                      <a:schemeClr val="tx1"/>
                    </a:solidFill>
                  </a:endParaRPr>
                </a:p>
              </p:txBody>
            </p:sp>
          </mc:Choice>
          <mc:Fallback xmlns="">
            <p:sp>
              <p:nvSpPr>
                <p:cNvPr id="36874" name="Object 6">
                  <a:extLst>
                    <a:ext uri="{FF2B5EF4-FFF2-40B4-BE49-F238E27FC236}">
                      <a16:creationId xmlns:a16="http://schemas.microsoft.com/office/drawing/2014/main" id="{B373488A-C636-41C6-BBD5-4A62D1B8F453}"/>
                    </a:ext>
                  </a:extLst>
                </p:cNvPr>
                <p:cNvSpPr txBox="1">
                  <a:spLocks noRot="1" noChangeAspect="1" noMove="1" noResize="1" noEditPoints="1" noAdjustHandles="1" noChangeArrowheads="1" noChangeShapeType="1" noTextEdit="1"/>
                </p:cNvSpPr>
                <p:nvPr/>
              </p:nvSpPr>
              <p:spPr bwMode="auto">
                <a:xfrm>
                  <a:off x="2894796" y="2324092"/>
                  <a:ext cx="609600" cy="590550"/>
                </a:xfrm>
                <a:prstGeom prst="rect">
                  <a:avLst/>
                </a:prstGeom>
                <a:blipFill>
                  <a:blip r:embed="rId3"/>
                  <a:stretch>
                    <a:fillRect/>
                  </a:stretch>
                </a:blipFill>
                <a:ln>
                  <a:noFill/>
                </a:ln>
                <a:effectLst/>
              </p:spPr>
              <p:txBody>
                <a:bodyPr/>
                <a:lstStyle/>
                <a:p>
                  <a:r>
                    <a:rPr lang="en-US">
                      <a:noFill/>
                    </a:rPr>
                    <a:t> </a:t>
                  </a:r>
                </a:p>
              </p:txBody>
            </p:sp>
          </mc:Fallback>
        </mc:AlternateContent>
        <p:sp>
          <p:nvSpPr>
            <p:cNvPr id="36885" name="Line 38">
              <a:extLst>
                <a:ext uri="{FF2B5EF4-FFF2-40B4-BE49-F238E27FC236}">
                  <a16:creationId xmlns:a16="http://schemas.microsoft.com/office/drawing/2014/main" id="{4EAA355F-BD07-4DFB-AE5F-B498AE56D07B}"/>
                </a:ext>
              </a:extLst>
            </p:cNvPr>
            <p:cNvSpPr>
              <a:spLocks noChangeShapeType="1"/>
            </p:cNvSpPr>
            <p:nvPr/>
          </p:nvSpPr>
          <p:spPr bwMode="auto">
            <a:xfrm>
              <a:off x="3433752" y="2666992"/>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36886" name="Line 39">
              <a:extLst>
                <a:ext uri="{FF2B5EF4-FFF2-40B4-BE49-F238E27FC236}">
                  <a16:creationId xmlns:a16="http://schemas.microsoft.com/office/drawing/2014/main" id="{E232D897-E84B-4450-AED0-9BAAA856027B}"/>
                </a:ext>
              </a:extLst>
            </p:cNvPr>
            <p:cNvSpPr>
              <a:spLocks noChangeShapeType="1"/>
            </p:cNvSpPr>
            <p:nvPr/>
          </p:nvSpPr>
          <p:spPr bwMode="auto">
            <a:xfrm>
              <a:off x="5005377" y="2666992"/>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36875" name="Object 7">
                  <a:extLst>
                    <a:ext uri="{FF2B5EF4-FFF2-40B4-BE49-F238E27FC236}">
                      <a16:creationId xmlns:a16="http://schemas.microsoft.com/office/drawing/2014/main" id="{493C5E57-3D4B-4CB8-87F0-63EB6DEB513C}"/>
                    </a:ext>
                  </a:extLst>
                </p:cNvPr>
                <p:cNvSpPr txBox="1"/>
                <p:nvPr/>
              </p:nvSpPr>
              <p:spPr bwMode="auto">
                <a:xfrm>
                  <a:off x="5643552" y="2381242"/>
                  <a:ext cx="685800" cy="4762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5" name="Object 7">
                  <a:extLst>
                    <a:ext uri="{FF2B5EF4-FFF2-40B4-BE49-F238E27FC236}">
                      <a16:creationId xmlns:a16="http://schemas.microsoft.com/office/drawing/2014/main" id="{493C5E57-3D4B-4CB8-87F0-63EB6DEB513C}"/>
                    </a:ext>
                  </a:extLst>
                </p:cNvPr>
                <p:cNvSpPr txBox="1">
                  <a:spLocks noRot="1" noChangeAspect="1" noMove="1" noResize="1" noEditPoints="1" noAdjustHandles="1" noChangeArrowheads="1" noChangeShapeType="1" noTextEdit="1"/>
                </p:cNvSpPr>
                <p:nvPr/>
              </p:nvSpPr>
              <p:spPr bwMode="auto">
                <a:xfrm>
                  <a:off x="5643552" y="2381242"/>
                  <a:ext cx="685800" cy="476250"/>
                </a:xfrm>
                <a:prstGeom prst="rect">
                  <a:avLst/>
                </a:prstGeom>
                <a:blipFill>
                  <a:blip r:embed="rId4"/>
                  <a:stretch>
                    <a:fillRect l="-2655" r="-15929" b="-1666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879" name="Rectangle 45">
                <a:extLst>
                  <a:ext uri="{FF2B5EF4-FFF2-40B4-BE49-F238E27FC236}">
                    <a16:creationId xmlns:a16="http://schemas.microsoft.com/office/drawing/2014/main" id="{E05E3E97-D4CB-427A-8A76-35C5C7FF9BCD}"/>
                  </a:ext>
                </a:extLst>
              </p:cNvPr>
              <p:cNvSpPr>
                <a:spLocks noChangeArrowheads="1"/>
              </p:cNvSpPr>
              <p:nvPr/>
            </p:nvSpPr>
            <p:spPr bwMode="auto">
              <a:xfrm>
                <a:off x="733426" y="1356152"/>
                <a:ext cx="608647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7188" indent="-357188" eaLnBrk="1" hangingPunct="1">
                  <a:spcBef>
                    <a:spcPct val="20000"/>
                  </a:spcBef>
                  <a:buClr>
                    <a:schemeClr val="hlink"/>
                  </a:buClr>
                  <a:buSzPct val="75000"/>
                  <a:buFont typeface="Arial" panose="020B0604020202020204" pitchFamily="34" charset="0"/>
                  <a:buChar char="•"/>
                </a:pP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考查</a:t>
                </a:r>
                <a:r>
                  <a:rPr lang="en-US" altLang="zh-CN"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LTI</a:t>
                </a: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系统对复指数信号</a:t>
                </a:r>
                <a14:m>
                  <m:oMath xmlns:m="http://schemas.openxmlformats.org/officeDocument/2006/math">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a:rPr lang="en-US" sz="2400" b="0" i="1">
                            <a:solidFill>
                              <a:schemeClr val="tx1"/>
                            </a:solidFill>
                            <a:latin typeface="Cambria Math" panose="02040503050406030204" pitchFamily="18" charset="0"/>
                          </a:rPr>
                          <m:t>𝑠𝑡</m:t>
                        </m:r>
                      </m:sup>
                    </m:sSup>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和</a:t>
                </a:r>
                <a14:m>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a:solidFill>
                              <a:schemeClr val="tx1"/>
                            </a:solidFill>
                            <a:latin typeface="Cambria Math" panose="02040503050406030204" pitchFamily="18" charset="0"/>
                          </a:rPr>
                          <m:t>𝑧</m:t>
                        </m:r>
                      </m:e>
                      <m:sup>
                        <m:r>
                          <a:rPr lang="en-US" sz="2400" b="0" i="1">
                            <a:solidFill>
                              <a:schemeClr val="tx1"/>
                            </a:solidFill>
                            <a:latin typeface="Cambria Math" panose="02040503050406030204" pitchFamily="18" charset="0"/>
                          </a:rPr>
                          <m:t>𝑛</m:t>
                        </m:r>
                      </m:sup>
                    </m:sSup>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的响应</a:t>
                </a:r>
              </a:p>
            </p:txBody>
          </p:sp>
        </mc:Choice>
        <mc:Fallback xmlns="">
          <p:sp>
            <p:nvSpPr>
              <p:cNvPr id="36879" name="Rectangle 45">
                <a:extLst>
                  <a:ext uri="{FF2B5EF4-FFF2-40B4-BE49-F238E27FC236}">
                    <a16:creationId xmlns:a16="http://schemas.microsoft.com/office/drawing/2014/main" id="{E05E3E97-D4CB-427A-8A76-35C5C7FF9BCD}"/>
                  </a:ext>
                </a:extLst>
              </p:cNvPr>
              <p:cNvSpPr>
                <a:spLocks noRot="1" noChangeAspect="1" noMove="1" noResize="1" noEditPoints="1" noAdjustHandles="1" noChangeArrowheads="1" noChangeShapeType="1" noTextEdit="1"/>
              </p:cNvSpPr>
              <p:nvPr/>
            </p:nvSpPr>
            <p:spPr bwMode="auto">
              <a:xfrm>
                <a:off x="733426" y="1356152"/>
                <a:ext cx="6086474" cy="461665"/>
              </a:xfrm>
              <a:prstGeom prst="rect">
                <a:avLst/>
              </a:prstGeom>
              <a:blipFill>
                <a:blip r:embed="rId5"/>
                <a:stretch>
                  <a:fillRect l="-601" t="-11842"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10">
                <a:extLst>
                  <a:ext uri="{FF2B5EF4-FFF2-40B4-BE49-F238E27FC236}">
                    <a16:creationId xmlns:a16="http://schemas.microsoft.com/office/drawing/2014/main" id="{44B31D5E-3171-4E63-BE43-8925A7A6A874}"/>
                  </a:ext>
                </a:extLst>
              </p:cNvPr>
              <p:cNvSpPr txBox="1"/>
              <p:nvPr/>
            </p:nvSpPr>
            <p:spPr bwMode="auto">
              <a:xfrm>
                <a:off x="914440" y="3166203"/>
                <a:ext cx="7749480" cy="88915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nary>
                        <m:naryPr>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sup>
                          </m:sSup>
                        </m:e>
                      </m:nary>
                      <m:r>
                        <a:rPr lang="en-US" sz="2400" i="1">
                          <a:solidFill>
                            <a:schemeClr val="tx1"/>
                          </a:solidFill>
                          <a:latin typeface="Cambria Math" panose="02040503050406030204" pitchFamily="18" charset="0"/>
                        </a:rPr>
                        <m:t>h</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d</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𝜏</m:t>
                              </m:r>
                            </m:sup>
                          </m:sSup>
                        </m:e>
                      </m:nary>
                      <m:r>
                        <m:rPr>
                          <m:sty m:val="p"/>
                        </m:rPr>
                        <a:rPr lang="en-US" sz="2400" i="0" smtClean="0">
                          <a:solidFill>
                            <a:srgbClr val="FF0000"/>
                          </a:solidFill>
                          <a:latin typeface="Cambria Math" panose="02040503050406030204" pitchFamily="18" charset="0"/>
                        </a:rPr>
                        <m:t>d</m:t>
                      </m:r>
                      <m:r>
                        <a:rPr lang="en-US" sz="2400" i="1" smtClean="0">
                          <a:solidFill>
                            <a:srgbClr val="FF0000"/>
                          </a:solidFill>
                          <a:latin typeface="Cambria Math" panose="02040503050406030204" pitchFamily="18" charset="0"/>
                        </a:rPr>
                        <m:t>𝜏</m:t>
                      </m:r>
                      <m:r>
                        <a:rPr lang="en-US" sz="2400" i="1">
                          <a:solidFill>
                            <a:schemeClr val="tx1"/>
                          </a:solidFill>
                          <a:latin typeface="Cambria Math" panose="02040503050406030204" pitchFamily="18" charset="0"/>
                        </a:rPr>
                        <m:t>=</m:t>
                      </m:r>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𝑠</m:t>
                      </m:r>
                      <m:r>
                        <a:rPr lang="en-US" sz="2400" i="1" smtClean="0">
                          <a:solidFill>
                            <a:srgbClr val="FF0000"/>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oMath>
                  </m:oMathPara>
                </a14:m>
                <a:endParaRPr lang="en-US" sz="2400" dirty="0">
                  <a:solidFill>
                    <a:schemeClr val="tx1"/>
                  </a:solidFill>
                </a:endParaRPr>
              </a:p>
            </p:txBody>
          </p:sp>
        </mc:Choice>
        <mc:Fallback xmlns="">
          <p:sp>
            <p:nvSpPr>
              <p:cNvPr id="25" name="Object 10">
                <a:extLst>
                  <a:ext uri="{FF2B5EF4-FFF2-40B4-BE49-F238E27FC236}">
                    <a16:creationId xmlns:a16="http://schemas.microsoft.com/office/drawing/2014/main" id="{44B31D5E-3171-4E63-BE43-8925A7A6A874}"/>
                  </a:ext>
                </a:extLst>
              </p:cNvPr>
              <p:cNvSpPr txBox="1">
                <a:spLocks noRot="1" noChangeAspect="1" noMove="1" noResize="1" noEditPoints="1" noAdjustHandles="1" noChangeArrowheads="1" noChangeShapeType="1" noTextEdit="1"/>
              </p:cNvSpPr>
              <p:nvPr/>
            </p:nvSpPr>
            <p:spPr bwMode="auto">
              <a:xfrm>
                <a:off x="914440" y="3166203"/>
                <a:ext cx="7749480" cy="889154"/>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36880" name="组合 33">
            <a:extLst>
              <a:ext uri="{FF2B5EF4-FFF2-40B4-BE49-F238E27FC236}">
                <a16:creationId xmlns:a16="http://schemas.microsoft.com/office/drawing/2014/main" id="{206D79B5-18F0-4BE1-8F4B-078306630D20}"/>
              </a:ext>
            </a:extLst>
          </p:cNvPr>
          <p:cNvGrpSpPr>
            <a:grpSpLocks/>
          </p:cNvGrpSpPr>
          <p:nvPr/>
        </p:nvGrpSpPr>
        <p:grpSpPr bwMode="auto">
          <a:xfrm>
            <a:off x="2991656" y="4257534"/>
            <a:ext cx="3300387" cy="647700"/>
            <a:chOff x="3071810" y="4191006"/>
            <a:chExt cx="3300388" cy="647700"/>
          </a:xfrm>
        </p:grpSpPr>
        <p:sp>
          <p:nvSpPr>
            <p:cNvPr id="28" name="Rectangle 33">
              <a:extLst>
                <a:ext uri="{FF2B5EF4-FFF2-40B4-BE49-F238E27FC236}">
                  <a16:creationId xmlns:a16="http://schemas.microsoft.com/office/drawing/2014/main" id="{AC0A0913-1409-4B4B-A66A-8AB2B7579EDE}"/>
                </a:ext>
              </a:extLst>
            </p:cNvPr>
            <p:cNvSpPr>
              <a:spLocks noChangeArrowheads="1"/>
            </p:cNvSpPr>
            <p:nvPr/>
          </p:nvSpPr>
          <p:spPr bwMode="auto">
            <a:xfrm>
              <a:off x="4167185" y="4191006"/>
              <a:ext cx="909637" cy="647700"/>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defRPr/>
              </a:pPr>
              <a:endParaRPr lang="zh-CN" altLang="en-US" sz="2400">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36870" name="Object 13">
                  <a:extLst>
                    <a:ext uri="{FF2B5EF4-FFF2-40B4-BE49-F238E27FC236}">
                      <a16:creationId xmlns:a16="http://schemas.microsoft.com/office/drawing/2014/main" id="{96F99566-9C44-4850-8DA5-7A55F6B8A26F}"/>
                    </a:ext>
                  </a:extLst>
                </p:cNvPr>
                <p:cNvSpPr txBox="1"/>
                <p:nvPr/>
              </p:nvSpPr>
              <p:spPr bwMode="auto">
                <a:xfrm>
                  <a:off x="4246559" y="4276866"/>
                  <a:ext cx="750888" cy="4810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0" name="Object 13">
                  <a:extLst>
                    <a:ext uri="{FF2B5EF4-FFF2-40B4-BE49-F238E27FC236}">
                      <a16:creationId xmlns:a16="http://schemas.microsoft.com/office/drawing/2014/main" id="{96F99566-9C44-4850-8DA5-7A55F6B8A26F}"/>
                    </a:ext>
                  </a:extLst>
                </p:cNvPr>
                <p:cNvSpPr txBox="1">
                  <a:spLocks noRot="1" noChangeAspect="1" noMove="1" noResize="1" noEditPoints="1" noAdjustHandles="1" noChangeArrowheads="1" noChangeShapeType="1" noTextEdit="1"/>
                </p:cNvSpPr>
                <p:nvPr/>
              </p:nvSpPr>
              <p:spPr bwMode="auto">
                <a:xfrm>
                  <a:off x="4246559" y="4276866"/>
                  <a:ext cx="750888" cy="481013"/>
                </a:xfrm>
                <a:prstGeom prst="rect">
                  <a:avLst/>
                </a:prstGeom>
                <a:blipFill>
                  <a:blip r:embed="rId7"/>
                  <a:stretch>
                    <a:fillRect l="-2419" r="-7258" b="-151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1" name="Object 14">
                  <a:extLst>
                    <a:ext uri="{FF2B5EF4-FFF2-40B4-BE49-F238E27FC236}">
                      <a16:creationId xmlns:a16="http://schemas.microsoft.com/office/drawing/2014/main" id="{4F0C12CC-2E0C-42AB-884A-9AAA3E8265F9}"/>
                    </a:ext>
                  </a:extLst>
                </p:cNvPr>
                <p:cNvSpPr txBox="1"/>
                <p:nvPr/>
              </p:nvSpPr>
              <p:spPr bwMode="auto">
                <a:xfrm>
                  <a:off x="3071810" y="4234004"/>
                  <a:ext cx="533400" cy="5238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oMath>
                    </m:oMathPara>
                  </a14:m>
                  <a:endParaRPr lang="en-US" sz="2400" dirty="0">
                    <a:solidFill>
                      <a:schemeClr val="tx1"/>
                    </a:solidFill>
                  </a:endParaRPr>
                </a:p>
              </p:txBody>
            </p:sp>
          </mc:Choice>
          <mc:Fallback xmlns="">
            <p:sp>
              <p:nvSpPr>
                <p:cNvPr id="36871" name="Object 14">
                  <a:extLst>
                    <a:ext uri="{FF2B5EF4-FFF2-40B4-BE49-F238E27FC236}">
                      <a16:creationId xmlns:a16="http://schemas.microsoft.com/office/drawing/2014/main" id="{4F0C12CC-2E0C-42AB-884A-9AAA3E8265F9}"/>
                    </a:ext>
                  </a:extLst>
                </p:cNvPr>
                <p:cNvSpPr txBox="1">
                  <a:spLocks noRot="1" noChangeAspect="1" noMove="1" noResize="1" noEditPoints="1" noAdjustHandles="1" noChangeArrowheads="1" noChangeShapeType="1" noTextEdit="1"/>
                </p:cNvSpPr>
                <p:nvPr/>
              </p:nvSpPr>
              <p:spPr bwMode="auto">
                <a:xfrm>
                  <a:off x="3071810" y="4234004"/>
                  <a:ext cx="533400" cy="523875"/>
                </a:xfrm>
                <a:prstGeom prst="rect">
                  <a:avLst/>
                </a:prstGeom>
                <a:blipFill>
                  <a:blip r:embed="rId8"/>
                  <a:stretch>
                    <a:fillRect/>
                  </a:stretch>
                </a:blipFill>
                <a:ln>
                  <a:noFill/>
                </a:ln>
                <a:effectLst/>
              </p:spPr>
              <p:txBody>
                <a:bodyPr/>
                <a:lstStyle/>
                <a:p>
                  <a:r>
                    <a:rPr lang="en-US">
                      <a:noFill/>
                    </a:rPr>
                    <a:t> </a:t>
                  </a:r>
                </a:p>
              </p:txBody>
            </p:sp>
          </mc:Fallback>
        </mc:AlternateContent>
        <p:sp>
          <p:nvSpPr>
            <p:cNvPr id="36882" name="Line 42">
              <a:extLst>
                <a:ext uri="{FF2B5EF4-FFF2-40B4-BE49-F238E27FC236}">
                  <a16:creationId xmlns:a16="http://schemas.microsoft.com/office/drawing/2014/main" id="{9B9B487C-BBB9-4857-B877-A0FF21C372CE}"/>
                </a:ext>
              </a:extLst>
            </p:cNvPr>
            <p:cNvSpPr>
              <a:spLocks noChangeShapeType="1"/>
            </p:cNvSpPr>
            <p:nvPr/>
          </p:nvSpPr>
          <p:spPr bwMode="auto">
            <a:xfrm>
              <a:off x="3495632" y="4548194"/>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36883" name="Line 43">
              <a:extLst>
                <a:ext uri="{FF2B5EF4-FFF2-40B4-BE49-F238E27FC236}">
                  <a16:creationId xmlns:a16="http://schemas.microsoft.com/office/drawing/2014/main" id="{552B83E9-C3DF-44FD-BB15-636DB1D8D21E}"/>
                </a:ext>
              </a:extLst>
            </p:cNvPr>
            <p:cNvSpPr>
              <a:spLocks noChangeShapeType="1"/>
            </p:cNvSpPr>
            <p:nvPr/>
          </p:nvSpPr>
          <p:spPr bwMode="auto">
            <a:xfrm>
              <a:off x="5082920" y="4529144"/>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36872" name="Object 15">
                  <a:extLst>
                    <a:ext uri="{FF2B5EF4-FFF2-40B4-BE49-F238E27FC236}">
                      <a16:creationId xmlns:a16="http://schemas.microsoft.com/office/drawing/2014/main" id="{3B2DB4C8-F8C9-4709-BADF-1F5FBAF1121D}"/>
                    </a:ext>
                  </a:extLst>
                </p:cNvPr>
                <p:cNvSpPr txBox="1"/>
                <p:nvPr/>
              </p:nvSpPr>
              <p:spPr bwMode="auto">
                <a:xfrm>
                  <a:off x="5667373" y="4253410"/>
                  <a:ext cx="704825"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2" name="Object 15">
                  <a:extLst>
                    <a:ext uri="{FF2B5EF4-FFF2-40B4-BE49-F238E27FC236}">
                      <a16:creationId xmlns:a16="http://schemas.microsoft.com/office/drawing/2014/main" id="{3B2DB4C8-F8C9-4709-BADF-1F5FBAF1121D}"/>
                    </a:ext>
                  </a:extLst>
                </p:cNvPr>
                <p:cNvSpPr txBox="1">
                  <a:spLocks noRot="1" noChangeAspect="1" noMove="1" noResize="1" noEditPoints="1" noAdjustHandles="1" noChangeArrowheads="1" noChangeShapeType="1" noTextEdit="1"/>
                </p:cNvSpPr>
                <p:nvPr/>
              </p:nvSpPr>
              <p:spPr bwMode="auto">
                <a:xfrm>
                  <a:off x="5667373" y="4253410"/>
                  <a:ext cx="704825" cy="461665"/>
                </a:xfrm>
                <a:prstGeom prst="rect">
                  <a:avLst/>
                </a:prstGeom>
                <a:blipFill>
                  <a:blip r:embed="rId9"/>
                  <a:stretch>
                    <a:fillRect l="-2609" r="-14783" b="-21333"/>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2480" name="Object 16">
                <a:extLst>
                  <a:ext uri="{FF2B5EF4-FFF2-40B4-BE49-F238E27FC236}">
                    <a16:creationId xmlns:a16="http://schemas.microsoft.com/office/drawing/2014/main" id="{0529329A-217C-4B31-AD3F-CE14685FCAF3}"/>
                  </a:ext>
                </a:extLst>
              </p:cNvPr>
              <p:cNvSpPr txBox="1"/>
              <p:nvPr/>
            </p:nvSpPr>
            <p:spPr bwMode="auto">
              <a:xfrm>
                <a:off x="941921" y="5242670"/>
                <a:ext cx="7260158" cy="109934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nary>
                        <m:naryPr>
                          <m:chr m:val="∑"/>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𝑘</m:t>
                          </m:r>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e>
                              </m:d>
                            </m:sup>
                          </m:sSup>
                        </m:e>
                      </m:nary>
                      <m:r>
                        <a:rPr lang="en-US" sz="2400" i="1">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nary>
                        <m:naryPr>
                          <m:chr m:val="∑"/>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𝑧</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sup>
                          </m:sSup>
                        </m:e>
                      </m:nary>
                      <m:r>
                        <a:rPr lang="en-US" sz="2400" i="1">
                          <a:solidFill>
                            <a:schemeClr val="tx1"/>
                          </a:solidFill>
                          <a:latin typeface="Cambria Math" panose="02040503050406030204" pitchFamily="18" charset="0"/>
                        </a:rPr>
                        <m:t>=</m:t>
                      </m:r>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𝑧</m:t>
                      </m:r>
                      <m:r>
                        <a:rPr lang="en-US" sz="2400" i="1" smtClean="0">
                          <a:solidFill>
                            <a:srgbClr val="FF0000"/>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oMath>
                  </m:oMathPara>
                </a14:m>
                <a:endParaRPr lang="en-US" sz="2400" dirty="0">
                  <a:solidFill>
                    <a:schemeClr val="tx1"/>
                  </a:solidFill>
                </a:endParaRPr>
              </a:p>
            </p:txBody>
          </p:sp>
        </mc:Choice>
        <mc:Fallback xmlns="">
          <p:sp>
            <p:nvSpPr>
              <p:cNvPr id="62480" name="Object 16">
                <a:extLst>
                  <a:ext uri="{FF2B5EF4-FFF2-40B4-BE49-F238E27FC236}">
                    <a16:creationId xmlns:a16="http://schemas.microsoft.com/office/drawing/2014/main" id="{0529329A-217C-4B31-AD3F-CE14685FCAF3}"/>
                  </a:ext>
                </a:extLst>
              </p:cNvPr>
              <p:cNvSpPr txBox="1">
                <a:spLocks noRot="1" noChangeAspect="1" noMove="1" noResize="1" noEditPoints="1" noAdjustHandles="1" noChangeArrowheads="1" noChangeShapeType="1" noTextEdit="1"/>
              </p:cNvSpPr>
              <p:nvPr/>
            </p:nvSpPr>
            <p:spPr bwMode="auto">
              <a:xfrm>
                <a:off x="941921" y="5242670"/>
                <a:ext cx="7260158" cy="1099340"/>
              </a:xfrm>
              <a:prstGeom prst="rect">
                <a:avLst/>
              </a:prstGeom>
              <a:blipFill>
                <a:blip r:embed="rId10"/>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8151729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0" name="标题 1">
            <a:extLst>
              <a:ext uri="{FF2B5EF4-FFF2-40B4-BE49-F238E27FC236}">
                <a16:creationId xmlns:a16="http://schemas.microsoft.com/office/drawing/2014/main" id="{B12F61C9-9207-4BA3-BCE3-229E097D37F3}"/>
              </a:ext>
            </a:extLst>
          </p:cNvPr>
          <p:cNvSpPr>
            <a:spLocks noGrp="1"/>
          </p:cNvSpPr>
          <p:nvPr>
            <p:ph type="title"/>
          </p:nvPr>
        </p:nvSpPr>
        <p:spPr/>
        <p:txBody>
          <a:bodyPr/>
          <a:lstStyle/>
          <a:p>
            <a:r>
              <a:rPr lang="en-US" altLang="zh-CN" dirty="0"/>
              <a:t>9.1 </a:t>
            </a:r>
            <a:r>
              <a:rPr lang="zh-CN" altLang="en-US" dirty="0"/>
              <a:t>拉普拉斯变换</a:t>
            </a:r>
          </a:p>
        </p:txBody>
      </p:sp>
      <p:sp>
        <p:nvSpPr>
          <p:cNvPr id="4" name="灯片编号占位符 3">
            <a:extLst>
              <a:ext uri="{FF2B5EF4-FFF2-40B4-BE49-F238E27FC236}">
                <a16:creationId xmlns:a16="http://schemas.microsoft.com/office/drawing/2014/main" id="{E8BD4E6E-F45C-4910-8417-38285E3990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9E213FA-E7CE-4687-B38D-702BB88F0BBC}" type="slidenum">
              <a:rPr lang="zh-CN" altLang="en-US">
                <a:solidFill>
                  <a:srgbClr val="898989"/>
                </a:solidFill>
                <a:latin typeface="Calibri" panose="020F0502020204030204" pitchFamily="34" charset="0"/>
              </a:rPr>
              <a:pPr eaLnBrk="1" hangingPunct="1"/>
              <a:t>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2311" name="Text Box 9">
                <a:extLst>
                  <a:ext uri="{FF2B5EF4-FFF2-40B4-BE49-F238E27FC236}">
                    <a16:creationId xmlns:a16="http://schemas.microsoft.com/office/drawing/2014/main" id="{A9DDFE51-4438-4529-952A-95FEDE5897A9}"/>
                  </a:ext>
                </a:extLst>
              </p:cNvPr>
              <p:cNvSpPr txBox="1">
                <a:spLocks noChangeArrowheads="1"/>
              </p:cNvSpPr>
              <p:nvPr/>
            </p:nvSpPr>
            <p:spPr bwMode="auto">
              <a:xfrm>
                <a:off x="722313" y="1349375"/>
                <a:ext cx="7964487" cy="92967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chemeClr val="tx1"/>
                        </a:solidFill>
                        <a:latin typeface="Cambria Math" panose="02040503050406030204" pitchFamily="18" charset="0"/>
                      </a:rPr>
                      <m:t>𝜎</m:t>
                    </m:r>
                    <m:r>
                      <a:rPr lang="en-US" sz="2400" i="1" smtClean="0">
                        <a:solidFill>
                          <a:schemeClr val="tx1"/>
                        </a:solidFill>
                        <a:latin typeface="Cambria Math" panose="02040503050406030204" pitchFamily="18" charset="0"/>
                      </a:rPr>
                      <m:t>=0</m:t>
                    </m:r>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a:t>
                </a:r>
                <a14:m>
                  <m:oMath xmlns:m="http://schemas.openxmlformats.org/officeDocument/2006/math">
                    <m:r>
                      <a:rPr lang="en-US" sz="2400" i="1">
                        <a:solidFill>
                          <a:schemeClr val="tx1"/>
                        </a:solidFill>
                        <a:latin typeface="Cambria Math" panose="02040503050406030204" pitchFamily="18" charset="0"/>
                      </a:rPr>
                      <m:t>𝑠</m:t>
                    </m:r>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则有</a:t>
                </a:r>
                <a:r>
                  <a:rPr lang="en-US" altLang="zh-CN"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 </a:t>
                </a:r>
                <a14:m>
                  <m:oMath xmlns:m="http://schemas.openxmlformats.org/officeDocument/2006/math">
                    <m:r>
                      <a:rPr lang="en-US" sz="2400" i="1">
                        <a:solidFill>
                          <a:schemeClr val="tx1"/>
                        </a:solidFill>
                        <a:latin typeface="Cambria Math" panose="02040503050406030204" pitchFamily="18" charset="0"/>
                      </a:rPr>
                      <m:t>𝑋</m:t>
                    </m:r>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m:t>
                    </m:r>
                    <m:nary>
                      <m:naryPr>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𝑡</m:t>
                            </m:r>
                          </m:sup>
                        </m:sSup>
                        <m:r>
                          <m:rPr>
                            <m:sty m:val="p"/>
                          </m:rPr>
                          <a:rPr lang="en-US" sz="2400" i="0">
                            <a:solidFill>
                              <a:schemeClr val="tx1"/>
                            </a:solidFill>
                            <a:latin typeface="Cambria Math" panose="02040503050406030204" pitchFamily="18" charset="0"/>
                          </a:rPr>
                          <m:t>d</m:t>
                        </m:r>
                        <m:r>
                          <a:rPr lang="en-US" sz="2400" i="1">
                            <a:solidFill>
                              <a:schemeClr val="tx1"/>
                            </a:solidFill>
                            <a:latin typeface="Cambria Math" panose="02040503050406030204" pitchFamily="18" charset="0"/>
                          </a:rPr>
                          <m:t>𝑡</m:t>
                        </m:r>
                      </m:e>
                    </m:nary>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，这就是</a:t>
                </a:r>
                <a14:m>
                  <m:oMath xmlns:m="http://schemas.openxmlformats.org/officeDocument/2006/math">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的傅里叶变换。</a:t>
                </a:r>
                <a:endParaRPr lang="en-US" altLang="zh-CN"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12311" name="Text Box 9">
                <a:extLst>
                  <a:ext uri="{FF2B5EF4-FFF2-40B4-BE49-F238E27FC236}">
                    <a16:creationId xmlns:a16="http://schemas.microsoft.com/office/drawing/2014/main" id="{A9DDFE51-4438-4529-952A-95FEDE5897A9}"/>
                  </a:ext>
                </a:extLst>
              </p:cNvPr>
              <p:cNvSpPr txBox="1">
                <a:spLocks noRot="1" noChangeAspect="1" noMove="1" noResize="1" noEditPoints="1" noAdjustHandles="1" noChangeArrowheads="1" noChangeShapeType="1" noTextEdit="1"/>
              </p:cNvSpPr>
              <p:nvPr/>
            </p:nvSpPr>
            <p:spPr bwMode="auto">
              <a:xfrm>
                <a:off x="722313" y="1349375"/>
                <a:ext cx="7964487" cy="929678"/>
              </a:xfrm>
              <a:prstGeom prst="rect">
                <a:avLst/>
              </a:prstGeom>
              <a:blipFill>
                <a:blip r:embed="rId3"/>
                <a:stretch>
                  <a:fillRect l="-1148" r="-1148" b="-137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9" name="Text Box 17">
                <a:extLst>
                  <a:ext uri="{FF2B5EF4-FFF2-40B4-BE49-F238E27FC236}">
                    <a16:creationId xmlns:a16="http://schemas.microsoft.com/office/drawing/2014/main" id="{1D67F81D-3035-449F-ABAA-9C34D8138EE9}"/>
                  </a:ext>
                </a:extLst>
              </p:cNvPr>
              <p:cNvSpPr txBox="1">
                <a:spLocks noChangeArrowheads="1"/>
              </p:cNvSpPr>
              <p:nvPr/>
            </p:nvSpPr>
            <p:spPr bwMode="auto">
              <a:xfrm>
                <a:off x="724138" y="2452387"/>
                <a:ext cx="7962662" cy="11950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表明：</a:t>
                </a:r>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连续时间傅里叶变换是双边拉普拉斯变换在</a:t>
                </a:r>
                <a14:m>
                  <m:oMath xmlns:m="http://schemas.openxmlformats.org/officeDocument/2006/math">
                    <m:r>
                      <a:rPr lang="en-US" sz="2400" i="1" smtClean="0">
                        <a:solidFill>
                          <a:schemeClr val="tx1"/>
                        </a:solidFill>
                        <a:latin typeface="Cambria Math" panose="02040503050406030204" pitchFamily="18" charset="0"/>
                      </a:rPr>
                      <m:t>𝜎</m:t>
                    </m:r>
                    <m:r>
                      <a:rPr lang="en-US" sz="2400" i="1" smtClean="0">
                        <a:solidFill>
                          <a:schemeClr val="tx1"/>
                        </a:solidFill>
                        <a:latin typeface="Cambria Math" panose="02040503050406030204" pitchFamily="18" charset="0"/>
                      </a:rPr>
                      <m:t>=0</m:t>
                    </m:r>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或是在</a:t>
                </a:r>
                <a14:m>
                  <m:oMath xmlns:m="http://schemas.openxmlformats.org/officeDocument/2006/math">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轴上的特例，即</a:t>
                </a:r>
                <a14:m>
                  <m:oMath xmlns:m="http://schemas.openxmlformats.org/officeDocument/2006/math">
                    <m:r>
                      <a:rPr lang="en-US" sz="2400" i="1" smtClean="0">
                        <a:solidFill>
                          <a:srgbClr val="FF0000"/>
                        </a:solidFill>
                        <a:latin typeface="Cambria Math" panose="02040503050406030204" pitchFamily="18" charset="0"/>
                      </a:rPr>
                      <m:t>𝑋</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𝑠</m:t>
                    </m:r>
                    <m:r>
                      <a:rPr lang="en-US" sz="2400" i="1" smtClean="0">
                        <a:solidFill>
                          <a:srgbClr val="FF0000"/>
                        </a:solidFill>
                        <a:latin typeface="Cambria Math" panose="02040503050406030204" pitchFamily="18" charset="0"/>
                      </a:rPr>
                      <m:t>)</m:t>
                    </m:r>
                    <m:sSub>
                      <m:sSubPr>
                        <m:ctrlPr>
                          <a:rPr lang="en-US" sz="2400" i="1" smtClean="0">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m:t>
                        </m:r>
                      </m:e>
                      <m:sub>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rPr>
                          <m:t>𝜔</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𝑋</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j</m:t>
                    </m:r>
                    <m:r>
                      <a:rPr lang="en-US" sz="2400" i="1">
                        <a:solidFill>
                          <a:srgbClr val="FF0000"/>
                        </a:solidFill>
                        <a:latin typeface="Cambria Math" panose="02040503050406030204" pitchFamily="18" charset="0"/>
                      </a:rPr>
                      <m:t>𝜔</m:t>
                    </m:r>
                    <m:r>
                      <a:rPr lang="en-US" sz="2400" i="1">
                        <a:solidFill>
                          <a:srgbClr val="FF0000"/>
                        </a:solidFill>
                        <a:latin typeface="Cambria Math" panose="02040503050406030204" pitchFamily="18" charset="0"/>
                      </a:rPr>
                      <m:t>)</m:t>
                    </m:r>
                  </m:oMath>
                </a14:m>
                <a:r>
                  <a:rPr lang="zh-CN" altLang="en-US" sz="2400"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a:t>
                </a:r>
              </a:p>
            </p:txBody>
          </p:sp>
        </mc:Choice>
        <mc:Fallback xmlns="">
          <p:sp>
            <p:nvSpPr>
              <p:cNvPr id="12309" name="Text Box 17">
                <a:extLst>
                  <a:ext uri="{FF2B5EF4-FFF2-40B4-BE49-F238E27FC236}">
                    <a16:creationId xmlns:a16="http://schemas.microsoft.com/office/drawing/2014/main" id="{1D67F81D-3035-449F-ABAA-9C34D8138EE9}"/>
                  </a:ext>
                </a:extLst>
              </p:cNvPr>
              <p:cNvSpPr txBox="1">
                <a:spLocks noRot="1" noChangeAspect="1" noMove="1" noResize="1" noEditPoints="1" noAdjustHandles="1" noChangeArrowheads="1" noChangeShapeType="1" noTextEdit="1"/>
              </p:cNvSpPr>
              <p:nvPr/>
            </p:nvSpPr>
            <p:spPr bwMode="auto">
              <a:xfrm>
                <a:off x="724138" y="2452387"/>
                <a:ext cx="7962662" cy="1195071"/>
              </a:xfrm>
              <a:prstGeom prst="rect">
                <a:avLst/>
              </a:prstGeom>
              <a:blipFill>
                <a:blip r:embed="rId4"/>
                <a:stretch>
                  <a:fillRect l="-1225" r="-1149" b="-91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6" name="Group 2">
            <a:extLst>
              <a:ext uri="{FF2B5EF4-FFF2-40B4-BE49-F238E27FC236}">
                <a16:creationId xmlns:a16="http://schemas.microsoft.com/office/drawing/2014/main" id="{8C76D484-4705-4A9B-8B5B-106BDE17B1B0}"/>
              </a:ext>
            </a:extLst>
          </p:cNvPr>
          <p:cNvGrpSpPr>
            <a:grpSpLocks/>
          </p:cNvGrpSpPr>
          <p:nvPr/>
        </p:nvGrpSpPr>
        <p:grpSpPr bwMode="auto">
          <a:xfrm>
            <a:off x="722313" y="3820792"/>
            <a:ext cx="7666676" cy="1235075"/>
            <a:chOff x="548" y="614"/>
            <a:chExt cx="4766" cy="778"/>
          </a:xfrm>
        </p:grpSpPr>
        <mc:AlternateContent xmlns:mc="http://schemas.openxmlformats.org/markup-compatibility/2006" xmlns:a14="http://schemas.microsoft.com/office/drawing/2010/main">
          <mc:Choice Requires="a14">
            <p:sp>
              <p:nvSpPr>
                <p:cNvPr id="12293" name="Object 9">
                  <a:extLst>
                    <a:ext uri="{FF2B5EF4-FFF2-40B4-BE49-F238E27FC236}">
                      <a16:creationId xmlns:a16="http://schemas.microsoft.com/office/drawing/2014/main" id="{87858B24-CE89-4BCE-A785-77613BF8FA79}"/>
                    </a:ext>
                  </a:extLst>
                </p:cNvPr>
                <p:cNvSpPr txBox="1"/>
                <p:nvPr/>
              </p:nvSpPr>
              <p:spPr bwMode="auto">
                <a:xfrm>
                  <a:off x="1368" y="1045"/>
                  <a:ext cx="1397" cy="347"/>
                </a:xfrm>
                <a:prstGeom prst="rect">
                  <a:avLst/>
                </a:prstGeom>
                <a:noFill/>
                <a:ln>
                  <a:noFill/>
                </a:ln>
                <a:effectLst/>
              </p:spPr>
              <p:txBody>
                <a:bodyPr>
                  <a:noAutofit/>
                </a:bodyPr>
                <a:lstStyle/>
                <a:p>
                  <a:pPr algn="just"/>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ℱ</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𝜎</m:t>
                            </m:r>
                            <m:r>
                              <a:rPr lang="en-US" sz="2400" i="1">
                                <a:solidFill>
                                  <a:srgbClr val="FF0000"/>
                                </a:solidFill>
                                <a:latin typeface="Cambria Math" panose="02040503050406030204" pitchFamily="18" charset="0"/>
                              </a:rPr>
                              <m:t>𝑡</m:t>
                            </m:r>
                          </m:sup>
                        </m:sSup>
                        <m:r>
                          <a:rPr lang="en-US" sz="2400" i="1">
                            <a:solidFill>
                              <a:srgbClr val="FF0000"/>
                            </a:solidFill>
                            <a:latin typeface="Cambria Math" panose="02040503050406030204" pitchFamily="18" charset="0"/>
                          </a:rPr>
                          <m:t>]</m:t>
                        </m:r>
                      </m:oMath>
                    </m:oMathPara>
                  </a14:m>
                  <a:endParaRPr lang="en-US" sz="2400" dirty="0"/>
                </a:p>
              </p:txBody>
            </p:sp>
          </mc:Choice>
          <mc:Fallback xmlns="">
            <p:sp>
              <p:nvSpPr>
                <p:cNvPr id="12293" name="Object 9">
                  <a:extLst>
                    <a:ext uri="{FF2B5EF4-FFF2-40B4-BE49-F238E27FC236}">
                      <a16:creationId xmlns:a16="http://schemas.microsoft.com/office/drawing/2014/main" id="{87858B24-CE89-4BCE-A785-77613BF8FA79}"/>
                    </a:ext>
                  </a:extLst>
                </p:cNvPr>
                <p:cNvSpPr txBox="1">
                  <a:spLocks noRot="1" noChangeAspect="1" noMove="1" noResize="1" noEditPoints="1" noAdjustHandles="1" noChangeArrowheads="1" noChangeShapeType="1" noTextEdit="1"/>
                </p:cNvSpPr>
                <p:nvPr/>
              </p:nvSpPr>
              <p:spPr bwMode="auto">
                <a:xfrm>
                  <a:off x="1368" y="1045"/>
                  <a:ext cx="1397" cy="347"/>
                </a:xfrm>
                <a:prstGeom prst="rect">
                  <a:avLst/>
                </a:prstGeom>
                <a:blipFill>
                  <a:blip r:embed="rId5"/>
                  <a:stretch>
                    <a:fillRect b="-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08" name="Text Box 5">
                  <a:extLst>
                    <a:ext uri="{FF2B5EF4-FFF2-40B4-BE49-F238E27FC236}">
                      <a16:creationId xmlns:a16="http://schemas.microsoft.com/office/drawing/2014/main" id="{46908311-BA2A-4297-A82F-771C6877D71F}"/>
                    </a:ext>
                  </a:extLst>
                </p:cNvPr>
                <p:cNvSpPr txBox="1">
                  <a:spLocks noChangeArrowheads="1"/>
                </p:cNvSpPr>
                <p:nvPr/>
              </p:nvSpPr>
              <p:spPr bwMode="auto">
                <a:xfrm>
                  <a:off x="548" y="614"/>
                  <a:ext cx="4766" cy="3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由于</a:t>
                  </a:r>
                  <a14:m>
                    <m:oMath xmlns:m="http://schemas.openxmlformats.org/officeDocument/2006/math">
                      <m:r>
                        <a:rPr lang="en-US" sz="2400" i="1" smtClean="0">
                          <a:solidFill>
                            <a:schemeClr val="tx1"/>
                          </a:solidFill>
                          <a:latin typeface="Cambria Math" panose="02040503050406030204" pitchFamily="18" charset="0"/>
                        </a:rPr>
                        <m:t>𝑋</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𝑠</m:t>
                      </m:r>
                      <m:r>
                        <a:rPr lang="en-US" sz="2400" i="1" smtClean="0">
                          <a:solidFill>
                            <a:schemeClr val="tx1"/>
                          </a:solidFill>
                          <a:latin typeface="Cambria Math" panose="02040503050406030204" pitchFamily="18" charset="0"/>
                        </a:rPr>
                        <m:t>)=</m:t>
                      </m:r>
                      <m:nary>
                        <m:naryPr>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𝜎</m:t>
                              </m:r>
                              <m:r>
                                <a:rPr lang="en-US" sz="2400" i="1">
                                  <a:solidFill>
                                    <a:schemeClr val="tx1"/>
                                  </a:solidFill>
                                  <a:latin typeface="Cambria Math" panose="02040503050406030204" pitchFamily="18" charset="0"/>
                                </a:rPr>
                                <m:t>𝑡</m:t>
                              </m:r>
                            </m:sup>
                          </m:sSup>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𝑡</m:t>
                              </m:r>
                            </m:sup>
                          </m:sSup>
                          <m:r>
                            <m:rPr>
                              <m:sty m:val="p"/>
                            </m:rPr>
                            <a:rPr lang="en-US" sz="2400" i="0">
                              <a:solidFill>
                                <a:schemeClr val="tx1"/>
                              </a:solidFill>
                              <a:latin typeface="Cambria Math" panose="02040503050406030204" pitchFamily="18" charset="0"/>
                            </a:rPr>
                            <m:t>d</m:t>
                          </m:r>
                          <m:r>
                            <a:rPr lang="en-US" sz="2400" i="1">
                              <a:solidFill>
                                <a:schemeClr val="tx1"/>
                              </a:solidFill>
                              <a:latin typeface="Cambria Math" panose="02040503050406030204" pitchFamily="18" charset="0"/>
                            </a:rPr>
                            <m:t>𝑡</m:t>
                          </m:r>
                        </m:e>
                      </m:nary>
                      <m:r>
                        <a:rPr lang="en-US" sz="2400" i="1">
                          <a:solidFill>
                            <a:schemeClr val="tx1"/>
                          </a:solidFill>
                          <a:latin typeface="Cambria Math" panose="02040503050406030204" pitchFamily="18" charset="0"/>
                        </a:rPr>
                        <m:t>=</m:t>
                      </m:r>
                      <m:nary>
                        <m:naryPr>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𝜎</m:t>
                              </m:r>
                              <m:r>
                                <a:rPr lang="en-US" sz="2400" i="1">
                                  <a:solidFill>
                                    <a:schemeClr val="tx1"/>
                                  </a:solidFill>
                                  <a:latin typeface="Cambria Math" panose="02040503050406030204" pitchFamily="18" charset="0"/>
                                </a:rPr>
                                <m:t>𝑡</m:t>
                              </m:r>
                            </m:sup>
                          </m:sSup>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j</m:t>
                              </m:r>
                              <m:r>
                                <a:rPr lang="en-US" sz="2400" i="1">
                                  <a:solidFill>
                                    <a:schemeClr val="tx1"/>
                                  </a:solidFill>
                                  <a:latin typeface="Cambria Math" panose="02040503050406030204" pitchFamily="18" charset="0"/>
                                </a:rPr>
                                <m:t>𝜔</m:t>
                              </m:r>
                              <m:r>
                                <a:rPr lang="en-US" sz="2400" i="1">
                                  <a:solidFill>
                                    <a:schemeClr val="tx1"/>
                                  </a:solidFill>
                                  <a:latin typeface="Cambria Math" panose="02040503050406030204" pitchFamily="18" charset="0"/>
                                </a:rPr>
                                <m:t>𝑡</m:t>
                              </m:r>
                            </m:sup>
                          </m:sSup>
                          <m:r>
                            <m:rPr>
                              <m:sty m:val="p"/>
                            </m:rPr>
                            <a:rPr lang="en-US" sz="2400" i="0">
                              <a:solidFill>
                                <a:schemeClr val="tx1"/>
                              </a:solidFill>
                              <a:latin typeface="Cambria Math" panose="02040503050406030204" pitchFamily="18" charset="0"/>
                            </a:rPr>
                            <m:t>d</m:t>
                          </m:r>
                          <m:r>
                            <a:rPr lang="en-US" sz="2400" i="1">
                              <a:solidFill>
                                <a:schemeClr val="tx1"/>
                              </a:solidFill>
                              <a:latin typeface="Cambria Math" panose="02040503050406030204" pitchFamily="18" charset="0"/>
                            </a:rPr>
                            <m:t>𝑡</m:t>
                          </m:r>
                        </m:e>
                      </m:nary>
                    </m:oMath>
                  </a14:m>
                  <a:endPar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xmlns="">
            <p:sp>
              <p:nvSpPr>
                <p:cNvPr id="12308" name="Text Box 5">
                  <a:extLst>
                    <a:ext uri="{FF2B5EF4-FFF2-40B4-BE49-F238E27FC236}">
                      <a16:creationId xmlns:a16="http://schemas.microsoft.com/office/drawing/2014/main" id="{46908311-BA2A-4297-A82F-771C6877D71F}"/>
                    </a:ext>
                  </a:extLst>
                </p:cNvPr>
                <p:cNvSpPr txBox="1">
                  <a:spLocks noRot="1" noChangeAspect="1" noMove="1" noResize="1" noEditPoints="1" noAdjustHandles="1" noChangeArrowheads="1" noChangeShapeType="1" noTextEdit="1"/>
                </p:cNvSpPr>
                <p:nvPr/>
              </p:nvSpPr>
              <p:spPr bwMode="auto">
                <a:xfrm>
                  <a:off x="548" y="614"/>
                  <a:ext cx="4766" cy="353"/>
                </a:xfrm>
                <a:prstGeom prst="rect">
                  <a:avLst/>
                </a:prstGeom>
                <a:blipFill>
                  <a:blip r:embed="rId6"/>
                  <a:stretch>
                    <a:fillRect l="-1192" b="-163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307" name="Text Box 7">
                <a:extLst>
                  <a:ext uri="{FF2B5EF4-FFF2-40B4-BE49-F238E27FC236}">
                    <a16:creationId xmlns:a16="http://schemas.microsoft.com/office/drawing/2014/main" id="{15EE70E2-F6D3-4863-A16E-421F4D739237}"/>
                  </a:ext>
                </a:extLst>
              </p:cNvPr>
              <p:cNvSpPr txBox="1">
                <a:spLocks noChangeArrowheads="1"/>
              </p:cNvSpPr>
              <p:nvPr/>
            </p:nvSpPr>
            <p:spPr bwMode="auto">
              <a:xfrm>
                <a:off x="722313" y="5229200"/>
                <a:ext cx="7378079" cy="5909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所以</a:t>
                </a:r>
                <a14:m>
                  <m:oMath xmlns:m="http://schemas.openxmlformats.org/officeDocument/2006/math">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oMath>
                </a14:m>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的拉普拉斯变换</a:t>
                </a:r>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就是</a:t>
                </a:r>
                <a14:m>
                  <m:oMath xmlns:m="http://schemas.openxmlformats.org/officeDocument/2006/math">
                    <m:r>
                      <a:rPr lang="en-US" sz="2400" i="1">
                        <a:solidFill>
                          <a:schemeClr val="tx1"/>
                        </a:solidFill>
                        <a:latin typeface="Cambria Math" panose="02040503050406030204" pitchFamily="18" charset="0"/>
                      </a:rPr>
                      <m:t>𝑥</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𝜎</m:t>
                        </m:r>
                        <m:r>
                          <a:rPr lang="en-US" sz="2400" i="1">
                            <a:solidFill>
                              <a:schemeClr val="tx1"/>
                            </a:solidFill>
                            <a:latin typeface="Cambria Math" panose="02040503050406030204" pitchFamily="18" charset="0"/>
                          </a:rPr>
                          <m:t>𝑡</m:t>
                        </m:r>
                      </m:sup>
                    </m:sSup>
                  </m:oMath>
                </a14:m>
                <a:r>
                  <a:rPr lang="zh-CN" altLang="en-US" sz="2400"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的傅里叶变换。</a:t>
                </a:r>
              </a:p>
            </p:txBody>
          </p:sp>
        </mc:Choice>
        <mc:Fallback xmlns="">
          <p:sp>
            <p:nvSpPr>
              <p:cNvPr id="12307" name="Text Box 7">
                <a:extLst>
                  <a:ext uri="{FF2B5EF4-FFF2-40B4-BE49-F238E27FC236}">
                    <a16:creationId xmlns:a16="http://schemas.microsoft.com/office/drawing/2014/main" id="{15EE70E2-F6D3-4863-A16E-421F4D739237}"/>
                  </a:ext>
                </a:extLst>
              </p:cNvPr>
              <p:cNvSpPr txBox="1">
                <a:spLocks noRot="1" noChangeAspect="1" noMove="1" noResize="1" noEditPoints="1" noAdjustHandles="1" noChangeArrowheads="1" noChangeShapeType="1" noTextEdit="1"/>
              </p:cNvSpPr>
              <p:nvPr/>
            </p:nvSpPr>
            <p:spPr bwMode="auto">
              <a:xfrm>
                <a:off x="722313" y="5229200"/>
                <a:ext cx="7378079" cy="590931"/>
              </a:xfrm>
              <a:prstGeom prst="rect">
                <a:avLst/>
              </a:prstGeom>
              <a:blipFill>
                <a:blip r:embed="rId7"/>
                <a:stretch>
                  <a:fillRect l="-1239" r="-908" b="-237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5" name="标题 1">
            <a:extLst>
              <a:ext uri="{FF2B5EF4-FFF2-40B4-BE49-F238E27FC236}">
                <a16:creationId xmlns:a16="http://schemas.microsoft.com/office/drawing/2014/main" id="{6C4E5FDF-2B06-4F6A-B7BD-4E78D3658BCA}"/>
              </a:ext>
            </a:extLst>
          </p:cNvPr>
          <p:cNvSpPr>
            <a:spLocks noGrp="1"/>
          </p:cNvSpPr>
          <p:nvPr>
            <p:ph type="title"/>
          </p:nvPr>
        </p:nvSpPr>
        <p:spPr/>
        <p:txBody>
          <a:bodyPr/>
          <a:lstStyle/>
          <a:p>
            <a:r>
              <a:rPr lang="en-US" altLang="zh-CN"/>
              <a:t>9.1 </a:t>
            </a:r>
            <a:r>
              <a:rPr lang="zh-CN" altLang="en-US"/>
              <a:t>拉普拉斯变换</a:t>
            </a:r>
          </a:p>
        </p:txBody>
      </p:sp>
      <p:sp>
        <p:nvSpPr>
          <p:cNvPr id="4" name="灯片编号占位符 3">
            <a:extLst>
              <a:ext uri="{FF2B5EF4-FFF2-40B4-BE49-F238E27FC236}">
                <a16:creationId xmlns:a16="http://schemas.microsoft.com/office/drawing/2014/main" id="{A913671E-D9D3-4B4D-884F-C263716CBBE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FE89068-685D-4FAB-A31A-41D043CB4CCF}" type="slidenum">
              <a:rPr lang="zh-CN" altLang="en-US">
                <a:solidFill>
                  <a:srgbClr val="898989"/>
                </a:solidFill>
                <a:latin typeface="Calibri" panose="020F0502020204030204" pitchFamily="34" charset="0"/>
              </a:rPr>
              <a:pPr eaLnBrk="1" hangingPunct="1"/>
              <a:t>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3335" name="Text Box 4">
                <a:extLst>
                  <a:ext uri="{FF2B5EF4-FFF2-40B4-BE49-F238E27FC236}">
                    <a16:creationId xmlns:a16="http://schemas.microsoft.com/office/drawing/2014/main" id="{86685161-936A-4E3C-A48A-13691B511457}"/>
                  </a:ext>
                </a:extLst>
              </p:cNvPr>
              <p:cNvSpPr txBox="1">
                <a:spLocks noChangeArrowheads="1"/>
              </p:cNvSpPr>
              <p:nvPr/>
            </p:nvSpPr>
            <p:spPr bwMode="auto">
              <a:xfrm>
                <a:off x="339725" y="1252539"/>
                <a:ext cx="292047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a:t>
                </a:r>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sSup>
                      <m:sSupPr>
                        <m:ctrlPr>
                          <a:rPr lang="en-US" sz="2400" i="1" smtClean="0">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𝑎𝑡</m:t>
                        </m:r>
                      </m:sup>
                    </m:sSup>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a14:m>
                <a:endParaRPr lang="en-US" altLang="zh-CN" sz="24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3335" name="Text Box 4">
                <a:extLst>
                  <a:ext uri="{FF2B5EF4-FFF2-40B4-BE49-F238E27FC236}">
                    <a16:creationId xmlns:a16="http://schemas.microsoft.com/office/drawing/2014/main" id="{86685161-936A-4E3C-A48A-13691B511457}"/>
                  </a:ext>
                </a:extLst>
              </p:cNvPr>
              <p:cNvSpPr txBox="1">
                <a:spLocks noRot="1" noChangeAspect="1" noMove="1" noResize="1" noEditPoints="1" noAdjustHandles="1" noChangeArrowheads="1" noChangeShapeType="1" noTextEdit="1"/>
              </p:cNvSpPr>
              <p:nvPr/>
            </p:nvSpPr>
            <p:spPr bwMode="auto">
              <a:xfrm>
                <a:off x="339725" y="1252539"/>
                <a:ext cx="2920479" cy="461665"/>
              </a:xfrm>
              <a:prstGeom prst="rect">
                <a:avLst/>
              </a:prstGeom>
              <a:blipFill>
                <a:blip r:embed="rId2"/>
                <a:stretch>
                  <a:fillRect l="-3340" t="-11842" r="-209"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5CB53ED4-4A85-4D03-AA26-CC01F91E6B56}"/>
                  </a:ext>
                </a:extLst>
              </p:cNvPr>
              <p:cNvSpPr txBox="1"/>
              <p:nvPr/>
            </p:nvSpPr>
            <p:spPr bwMode="auto">
              <a:xfrm>
                <a:off x="1115616" y="1700808"/>
                <a:ext cx="7416823" cy="89146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𝑎</m:t>
                          </m:r>
                        </m:den>
                      </m:f>
                    </m:oMath>
                  </m:oMathPara>
                </a14:m>
                <a:endParaRPr lang="en-US" sz="2400" dirty="0"/>
              </a:p>
            </p:txBody>
          </p:sp>
        </mc:Choice>
        <mc:Fallback xmlns="">
          <p:sp>
            <p:nvSpPr>
              <p:cNvPr id="8" name="Object 3">
                <a:extLst>
                  <a:ext uri="{FF2B5EF4-FFF2-40B4-BE49-F238E27FC236}">
                    <a16:creationId xmlns:a16="http://schemas.microsoft.com/office/drawing/2014/main" id="{5CB53ED4-4A85-4D03-AA26-CC01F91E6B56}"/>
                  </a:ext>
                </a:extLst>
              </p:cNvPr>
              <p:cNvSpPr txBox="1">
                <a:spLocks noRot="1" noChangeAspect="1" noMove="1" noResize="1" noEditPoints="1" noAdjustHandles="1" noChangeArrowheads="1" noChangeShapeType="1" noTextEdit="1"/>
              </p:cNvSpPr>
              <p:nvPr/>
            </p:nvSpPr>
            <p:spPr bwMode="auto">
              <a:xfrm>
                <a:off x="1115616" y="1700808"/>
                <a:ext cx="7416823" cy="891462"/>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34" name="Text Box 8">
                <a:extLst>
                  <a:ext uri="{FF2B5EF4-FFF2-40B4-BE49-F238E27FC236}">
                    <a16:creationId xmlns:a16="http://schemas.microsoft.com/office/drawing/2014/main" id="{2B878760-C360-4D83-883B-38828E4A6AE5}"/>
                  </a:ext>
                </a:extLst>
              </p:cNvPr>
              <p:cNvSpPr txBox="1">
                <a:spLocks noChangeArrowheads="1"/>
              </p:cNvSpPr>
              <p:nvPr/>
            </p:nvSpPr>
            <p:spPr bwMode="auto">
              <a:xfrm>
                <a:off x="1115616" y="2564904"/>
                <a:ext cx="416210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在</a:t>
                </a:r>
                <a14:m>
                  <m:oMath xmlns:m="http://schemas.openxmlformats.org/officeDocument/2006/math">
                    <m:func>
                      <m:funcPr>
                        <m:ctrlPr>
                          <a:rPr lang="en-US" sz="2400" i="1" smtClean="0">
                            <a:solidFill>
                              <a:srgbClr val="FF0000"/>
                            </a:solidFill>
                            <a:latin typeface="Cambria Math" panose="02040503050406030204" pitchFamily="18" charset="0"/>
                          </a:rPr>
                        </m:ctrlPr>
                      </m:funcPr>
                      <m:fName>
                        <m:r>
                          <m:rPr>
                            <m:sty m:val="p"/>
                          </m:rPr>
                          <a:rPr lang="en-US" sz="2400" i="0">
                            <a:solidFill>
                              <a:srgbClr val="FF0000"/>
                            </a:solidFill>
                            <a:latin typeface="Cambria Math" panose="02040503050406030204" pitchFamily="18" charset="0"/>
                          </a:rPr>
                          <m:t>Re</m:t>
                        </m:r>
                      </m:fName>
                      <m:e>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&gt;−</m:t>
                    </m:r>
                    <m:r>
                      <a:rPr lang="en-US" sz="2400" i="1">
                        <a:solidFill>
                          <a:srgbClr val="FF0000"/>
                        </a:solidFill>
                        <a:latin typeface="Cambria Math" panose="02040503050406030204" pitchFamily="18" charset="0"/>
                      </a:rPr>
                      <m:t>𝑎</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时，积分收敛。</a:t>
                </a:r>
              </a:p>
            </p:txBody>
          </p:sp>
        </mc:Choice>
        <mc:Fallback xmlns="">
          <p:sp>
            <p:nvSpPr>
              <p:cNvPr id="13334" name="Text Box 8">
                <a:extLst>
                  <a:ext uri="{FF2B5EF4-FFF2-40B4-BE49-F238E27FC236}">
                    <a16:creationId xmlns:a16="http://schemas.microsoft.com/office/drawing/2014/main" id="{2B878760-C360-4D83-883B-38828E4A6AE5}"/>
                  </a:ext>
                </a:extLst>
              </p:cNvPr>
              <p:cNvSpPr txBox="1">
                <a:spLocks noRot="1" noChangeAspect="1" noMove="1" noResize="1" noEditPoints="1" noAdjustHandles="1" noChangeArrowheads="1" noChangeShapeType="1" noTextEdit="1"/>
              </p:cNvSpPr>
              <p:nvPr/>
            </p:nvSpPr>
            <p:spPr bwMode="auto">
              <a:xfrm>
                <a:off x="1115616" y="2564904"/>
                <a:ext cx="4162101" cy="461665"/>
              </a:xfrm>
              <a:prstGeom prst="rect">
                <a:avLst/>
              </a:prstGeom>
              <a:blipFill>
                <a:blip r:embed="rId4"/>
                <a:stretch>
                  <a:fillRect l="-2196" t="-9333" r="-1318"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33" name="Text Box 10">
                <a:extLst>
                  <a:ext uri="{FF2B5EF4-FFF2-40B4-BE49-F238E27FC236}">
                    <a16:creationId xmlns:a16="http://schemas.microsoft.com/office/drawing/2014/main" id="{3B280B92-2E12-4829-B374-4A76E746959F}"/>
                  </a:ext>
                </a:extLst>
              </p:cNvPr>
              <p:cNvSpPr txBox="1">
                <a:spLocks noChangeArrowheads="1"/>
              </p:cNvSpPr>
              <p:nvPr/>
            </p:nvSpPr>
            <p:spPr bwMode="auto">
              <a:xfrm>
                <a:off x="755576" y="4245232"/>
                <a:ext cx="7931223" cy="101527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当</a:t>
                </a:r>
                <a14:m>
                  <m:oMath xmlns:m="http://schemas.openxmlformats.org/officeDocument/2006/math">
                    <m:r>
                      <a:rPr lang="en-US" sz="2400" i="1" smtClean="0">
                        <a:solidFill>
                          <a:srgbClr val="0000FF"/>
                        </a:solidFill>
                        <a:latin typeface="Cambria Math" panose="02040503050406030204" pitchFamily="18" charset="0"/>
                      </a:rPr>
                      <m:t>𝑎</m:t>
                    </m:r>
                    <m:r>
                      <a:rPr lang="en-US" sz="2400" i="1" smtClean="0">
                        <a:solidFill>
                          <a:srgbClr val="0000FF"/>
                        </a:solidFill>
                        <a:latin typeface="Cambria Math" panose="02040503050406030204" pitchFamily="18" charset="0"/>
                      </a:rPr>
                      <m:t>&gt;0</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时，拉普拉斯变换收敛的区域包括了</a:t>
                </a:r>
                <a14:m>
                  <m:oMath xmlns:m="http://schemas.openxmlformats.org/officeDocument/2006/math">
                    <m:r>
                      <a:rPr lang="en-US" sz="2400" i="1">
                        <a:solidFill>
                          <a:srgbClr val="000000"/>
                        </a:solidFill>
                        <a:latin typeface="Cambria Math" panose="02040503050406030204" pitchFamily="18" charset="0"/>
                      </a:rPr>
                      <m:t>𝜎</m:t>
                    </m:r>
                    <m:r>
                      <a:rPr lang="en-US" sz="2400" i="1">
                        <a:solidFill>
                          <a:srgbClr val="000000"/>
                        </a:solidFill>
                        <a:latin typeface="Cambria Math" panose="02040503050406030204" pitchFamily="18" charset="0"/>
                      </a:rPr>
                      <m:t>=0</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（即</a:t>
                </a:r>
                <a14:m>
                  <m:oMath xmlns:m="http://schemas.openxmlformats.org/officeDocument/2006/math">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轴），</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dirty="0">
                    <a:solidFill>
                      <a:prstClr val="black"/>
                    </a:solidFill>
                    <a:latin typeface="Times New Roman" panose="02020603050405020304" pitchFamily="18" charset="0"/>
                    <a:ea typeface="华文楷体" panose="02010600040101010101" pitchFamily="2" charset="-122"/>
                    <a:cs typeface="楷体_GB2312" panose="02010609030101010101" pitchFamily="49" charset="-122"/>
                  </a:rPr>
                  <a:t>的傅里叶变换存在：</a:t>
                </a:r>
                <a:endParaRPr lang="zh-CN" altLang="en-US" sz="24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3333" name="Text Box 10">
                <a:extLst>
                  <a:ext uri="{FF2B5EF4-FFF2-40B4-BE49-F238E27FC236}">
                    <a16:creationId xmlns:a16="http://schemas.microsoft.com/office/drawing/2014/main" id="{3B280B92-2E12-4829-B374-4A76E746959F}"/>
                  </a:ext>
                </a:extLst>
              </p:cNvPr>
              <p:cNvSpPr txBox="1">
                <a:spLocks noRot="1" noChangeAspect="1" noMove="1" noResize="1" noEditPoints="1" noAdjustHandles="1" noChangeArrowheads="1" noChangeShapeType="1" noTextEdit="1"/>
              </p:cNvSpPr>
              <p:nvPr/>
            </p:nvSpPr>
            <p:spPr bwMode="auto">
              <a:xfrm>
                <a:off x="755576" y="4245232"/>
                <a:ext cx="7931223" cy="1015278"/>
              </a:xfrm>
              <a:prstGeom prst="rect">
                <a:avLst/>
              </a:prstGeom>
              <a:blipFill>
                <a:blip r:embed="rId5"/>
                <a:stretch>
                  <a:fillRect l="-1230" b="-1317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6" name="Group 13">
            <a:extLst>
              <a:ext uri="{FF2B5EF4-FFF2-40B4-BE49-F238E27FC236}">
                <a16:creationId xmlns:a16="http://schemas.microsoft.com/office/drawing/2014/main" id="{D27FB037-37D9-4F1F-ACFF-573694044525}"/>
              </a:ext>
            </a:extLst>
          </p:cNvPr>
          <p:cNvGrpSpPr>
            <a:grpSpLocks/>
          </p:cNvGrpSpPr>
          <p:nvPr/>
        </p:nvGrpSpPr>
        <p:grpSpPr bwMode="auto">
          <a:xfrm>
            <a:off x="1612514" y="5291990"/>
            <a:ext cx="6559550" cy="892175"/>
            <a:chOff x="1008" y="2448"/>
            <a:chExt cx="4132" cy="562"/>
          </a:xfrm>
        </p:grpSpPr>
        <mc:AlternateContent xmlns:mc="http://schemas.openxmlformats.org/markup-compatibility/2006" xmlns:a14="http://schemas.microsoft.com/office/drawing/2010/main">
          <mc:Choice Requires="a14">
            <p:sp>
              <p:nvSpPr>
                <p:cNvPr id="13319" name="Object 7">
                  <a:extLst>
                    <a:ext uri="{FF2B5EF4-FFF2-40B4-BE49-F238E27FC236}">
                      <a16:creationId xmlns:a16="http://schemas.microsoft.com/office/drawing/2014/main" id="{22DF30F0-01FF-45F4-B810-17D797723A3C}"/>
                    </a:ext>
                  </a:extLst>
                </p:cNvPr>
                <p:cNvSpPr txBox="1"/>
                <p:nvPr/>
              </p:nvSpPr>
              <p:spPr bwMode="auto">
                <a:xfrm>
                  <a:off x="1008" y="2448"/>
                  <a:ext cx="3029" cy="56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𝜔</m:t>
                            </m:r>
                          </m:den>
                        </m:f>
                      </m:oMath>
                    </m:oMathPara>
                  </a14:m>
                  <a:endParaRPr lang="en-US" sz="2400" dirty="0"/>
                </a:p>
              </p:txBody>
            </p:sp>
          </mc:Choice>
          <mc:Fallback xmlns="">
            <p:sp>
              <p:nvSpPr>
                <p:cNvPr id="13319" name="Object 7">
                  <a:extLst>
                    <a:ext uri="{FF2B5EF4-FFF2-40B4-BE49-F238E27FC236}">
                      <a16:creationId xmlns:a16="http://schemas.microsoft.com/office/drawing/2014/main" id="{22DF30F0-01FF-45F4-B810-17D797723A3C}"/>
                    </a:ext>
                  </a:extLst>
                </p:cNvPr>
                <p:cNvSpPr txBox="1">
                  <a:spLocks noRot="1" noChangeAspect="1" noMove="1" noResize="1" noEditPoints="1" noAdjustHandles="1" noChangeArrowheads="1" noChangeShapeType="1" noTextEdit="1"/>
                </p:cNvSpPr>
                <p:nvPr/>
              </p:nvSpPr>
              <p:spPr bwMode="auto">
                <a:xfrm>
                  <a:off x="1008" y="2448"/>
                  <a:ext cx="3029" cy="562"/>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20" name="Object 8">
                  <a:extLst>
                    <a:ext uri="{FF2B5EF4-FFF2-40B4-BE49-F238E27FC236}">
                      <a16:creationId xmlns:a16="http://schemas.microsoft.com/office/drawing/2014/main" id="{42119BCE-C8BC-40DE-B727-40C42326ECDB}"/>
                    </a:ext>
                  </a:extLst>
                </p:cNvPr>
                <p:cNvSpPr txBox="1"/>
                <p:nvPr/>
              </p:nvSpPr>
              <p:spPr bwMode="auto">
                <a:xfrm>
                  <a:off x="4365" y="2609"/>
                  <a:ext cx="775" cy="29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&gt;0)</m:t>
                        </m:r>
                      </m:oMath>
                    </m:oMathPara>
                  </a14:m>
                  <a:endParaRPr lang="en-US" sz="2400" dirty="0"/>
                </a:p>
              </p:txBody>
            </p:sp>
          </mc:Choice>
          <mc:Fallback xmlns="">
            <p:sp>
              <p:nvSpPr>
                <p:cNvPr id="13320" name="Object 8">
                  <a:extLst>
                    <a:ext uri="{FF2B5EF4-FFF2-40B4-BE49-F238E27FC236}">
                      <a16:creationId xmlns:a16="http://schemas.microsoft.com/office/drawing/2014/main" id="{42119BCE-C8BC-40DE-B727-40C42326ECDB}"/>
                    </a:ext>
                  </a:extLst>
                </p:cNvPr>
                <p:cNvSpPr txBox="1">
                  <a:spLocks noRot="1" noChangeAspect="1" noMove="1" noResize="1" noEditPoints="1" noAdjustHandles="1" noChangeArrowheads="1" noChangeShapeType="1" noTextEdit="1"/>
                </p:cNvSpPr>
                <p:nvPr/>
              </p:nvSpPr>
              <p:spPr bwMode="auto">
                <a:xfrm>
                  <a:off x="4365" y="2609"/>
                  <a:ext cx="775" cy="291"/>
                </a:xfrm>
                <a:prstGeom prst="rect">
                  <a:avLst/>
                </a:prstGeom>
                <a:blipFill>
                  <a:blip r:embed="rId7"/>
                  <a:stretch>
                    <a:fillRect l="-4455" b="-1973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9" name="Text Box 8">
                <a:extLst>
                  <a:ext uri="{FF2B5EF4-FFF2-40B4-BE49-F238E27FC236}">
                    <a16:creationId xmlns:a16="http://schemas.microsoft.com/office/drawing/2014/main" id="{CD8E2711-CED3-48FF-8D55-9D39C526EA1F}"/>
                  </a:ext>
                </a:extLst>
              </p:cNvPr>
              <p:cNvSpPr txBox="1">
                <a:spLocks noChangeArrowheads="1"/>
              </p:cNvSpPr>
              <p:nvPr/>
            </p:nvSpPr>
            <p:spPr bwMode="auto">
              <a:xfrm>
                <a:off x="755576" y="3058050"/>
                <a:ext cx="7931223" cy="12326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600"/>
                  </a:spcAft>
                </a:pP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当</a:t>
                </a:r>
                <a14:m>
                  <m:oMath xmlns:m="http://schemas.openxmlformats.org/officeDocument/2006/math">
                    <m:r>
                      <a:rPr lang="en-US" sz="2400" b="0" i="1" smtClean="0">
                        <a:solidFill>
                          <a:srgbClr val="0000FF"/>
                        </a:solidFill>
                        <a:latin typeface="Cambria Math" panose="02040503050406030204" pitchFamily="18" charset="0"/>
                      </a:rPr>
                      <m:t>𝑎</m:t>
                    </m:r>
                    <m:r>
                      <a:rPr lang="en-US" sz="2400" b="0" i="1" smtClean="0">
                        <a:solidFill>
                          <a:srgbClr val="0000FF"/>
                        </a:solidFill>
                        <a:latin typeface="Cambria Math" panose="02040503050406030204" pitchFamily="18" charset="0"/>
                      </a:rPr>
                      <m:t>=0</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时，</a:t>
                </a:r>
                <a:r>
                  <a:rPr lang="en-US" sz="2400" dirty="0">
                    <a:solidFill>
                      <a:schemeClr val="tx1"/>
                    </a:solidFill>
                  </a:rPr>
                  <a:t> </a:t>
                </a:r>
                <a14:m>
                  <m:oMath xmlns:m="http://schemas.openxmlformats.org/officeDocument/2006/math">
                    <m:r>
                      <a:rPr lang="en-US" sz="2400" b="0" i="1">
                        <a:solidFill>
                          <a:schemeClr val="tx1"/>
                        </a:solidFill>
                        <a:latin typeface="Cambria Math" panose="02040503050406030204" pitchFamily="18" charset="0"/>
                      </a:rPr>
                      <m:t>𝑥</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𝑡</m:t>
                    </m:r>
                    <m:r>
                      <a:rPr lang="en-US" sz="2400" b="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𝑎𝑡</m:t>
                        </m:r>
                      </m:sup>
                    </m:sSup>
                    <m:r>
                      <a:rPr lang="en-US" sz="2400" b="0" i="1">
                        <a:solidFill>
                          <a:schemeClr val="tx1"/>
                        </a:solidFill>
                        <a:latin typeface="Cambria Math" panose="02040503050406030204" pitchFamily="18" charset="0"/>
                      </a:rPr>
                      <m:t>𝑢</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𝑡</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𝑢</m:t>
                    </m:r>
                    <m:r>
                      <a:rPr lang="en-US" sz="2400" b="0" i="1">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𝑡</m:t>
                    </m:r>
                    <m:r>
                      <a:rPr lang="en-US" sz="2400" b="0" i="1">
                        <a:solidFill>
                          <a:schemeClr val="tx1"/>
                        </a:solidFill>
                        <a:latin typeface="Cambria Math" panose="02040503050406030204" pitchFamily="18" charset="0"/>
                      </a:rPr>
                      <m:t>)</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可知</a:t>
                </a:r>
                <a:endParaRPr lang="en-US" sz="2400" i="1" dirty="0">
                  <a:solidFill>
                    <a:srgbClr val="FF0000"/>
                  </a:solidFill>
                  <a:latin typeface="Cambria Math" panose="02040503050406030204" pitchFamily="18" charset="0"/>
                </a:endParaRPr>
              </a:p>
              <a:p>
                <a:pPr eaLnBrk="1" hangingPunct="1"/>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panose="02040503050406030204" pitchFamily="18" charset="0"/>
                        </a:rPr>
                        <m:t>𝑢</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𝑡</m:t>
                          </m:r>
                        </m:e>
                      </m:d>
                      <m:r>
                        <a:rPr lang="en-US" sz="240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rPr>
                        <m:t> </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𝑠</m:t>
                          </m:r>
                        </m:den>
                      </m:f>
                      <m:r>
                        <a:rPr lang="en-US" sz="2400" b="0" i="1" smtClean="0">
                          <a:solidFill>
                            <a:srgbClr val="FF0000"/>
                          </a:solidFill>
                          <a:latin typeface="Cambria Math" panose="02040503050406030204" pitchFamily="18" charset="0"/>
                        </a:rPr>
                        <m:t>,  </m:t>
                      </m:r>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Re</m:t>
                          </m:r>
                        </m:fName>
                        <m:e>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]&gt;0</m:t>
                      </m:r>
                    </m:oMath>
                  </m:oMathPara>
                </a14:m>
                <a:endPar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49" name="Text Box 8">
                <a:extLst>
                  <a:ext uri="{FF2B5EF4-FFF2-40B4-BE49-F238E27FC236}">
                    <a16:creationId xmlns:a16="http://schemas.microsoft.com/office/drawing/2014/main" id="{CD8E2711-CED3-48FF-8D55-9D39C526EA1F}"/>
                  </a:ext>
                </a:extLst>
              </p:cNvPr>
              <p:cNvSpPr txBox="1">
                <a:spLocks noRot="1" noChangeAspect="1" noMove="1" noResize="1" noEditPoints="1" noAdjustHandles="1" noChangeArrowheads="1" noChangeShapeType="1" noTextEdit="1"/>
              </p:cNvSpPr>
              <p:nvPr/>
            </p:nvSpPr>
            <p:spPr bwMode="auto">
              <a:xfrm>
                <a:off x="755576" y="3058050"/>
                <a:ext cx="7931223" cy="1232645"/>
              </a:xfrm>
              <a:prstGeom prst="rect">
                <a:avLst/>
              </a:prstGeom>
              <a:blipFill>
                <a:blip r:embed="rId8"/>
                <a:stretch>
                  <a:fillRect l="-1230" t="-34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737920" y="6215645"/>
                <a:ext cx="8082084" cy="461665"/>
              </a:xfrm>
              <a:prstGeom prst="rect">
                <a:avLst/>
              </a:prstGeom>
            </p:spPr>
            <p:txBody>
              <a:bodyPr wrap="none">
                <a:spAutoFit/>
              </a:bodyPr>
              <a:lstStyle/>
              <a:p>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当</a:t>
                </a:r>
                <a14:m>
                  <m:oMath xmlns:m="http://schemas.openxmlformats.org/officeDocument/2006/math">
                    <m:r>
                      <a:rPr lang="en-US" altLang="zh-CN" sz="2400" i="1">
                        <a:solidFill>
                          <a:srgbClr val="0000FF"/>
                        </a:solidFill>
                        <a:latin typeface="Cambria Math" panose="02040503050406030204" pitchFamily="18" charset="0"/>
                      </a:rPr>
                      <m:t>𝑎</m:t>
                    </m:r>
                    <m:r>
                      <a:rPr lang="en-US" altLang="zh-CN" sz="2400" i="1" smtClean="0">
                        <a:solidFill>
                          <a:srgbClr val="0000FF"/>
                        </a:solidFill>
                        <a:latin typeface="Cambria Math" panose="02040503050406030204" pitchFamily="18" charset="0"/>
                        <a:ea typeface="Cambria Math" panose="02040503050406030204" pitchFamily="18" charset="0"/>
                      </a:rPr>
                      <m:t>=</m:t>
                    </m:r>
                    <m:r>
                      <a:rPr lang="en-US" altLang="zh-CN" sz="2400" i="1">
                        <a:solidFill>
                          <a:srgbClr val="0000FF"/>
                        </a:solidFill>
                        <a:latin typeface="Cambria Math" panose="02040503050406030204" pitchFamily="18" charset="0"/>
                      </a:rPr>
                      <m:t>0</m:t>
                    </m:r>
                  </m:oMath>
                </a14:m>
                <a:r>
                  <a:rPr lang="zh-CN" altLang="en-US" sz="2400" dirty="0" smtClean="0">
                    <a:latin typeface="Times New Roman" panose="02020603050405020304" pitchFamily="18" charset="0"/>
                    <a:ea typeface="华文楷体" panose="02010600040101010101" pitchFamily="2" charset="-122"/>
                    <a:cs typeface="楷体_GB2312" panose="02010609030101010101" pitchFamily="49" charset="-122"/>
                  </a:rPr>
                  <a:t>或</a:t>
                </a:r>
                <a14:m>
                  <m:oMath xmlns:m="http://schemas.openxmlformats.org/officeDocument/2006/math">
                    <m:r>
                      <a:rPr lang="en-US" altLang="zh-CN" sz="2400" i="1">
                        <a:solidFill>
                          <a:srgbClr val="0000FF"/>
                        </a:solidFill>
                        <a:latin typeface="Cambria Math" panose="02040503050406030204" pitchFamily="18" charset="0"/>
                      </a:rPr>
                      <m:t>𝑎</m:t>
                    </m:r>
                    <m:r>
                      <a:rPr lang="en-US" altLang="zh-CN" sz="2400" i="1" smtClean="0">
                        <a:solidFill>
                          <a:srgbClr val="0000FF"/>
                        </a:solidFill>
                        <a:latin typeface="Cambria Math" panose="02040503050406030204" pitchFamily="18" charset="0"/>
                        <a:ea typeface="Cambria Math" panose="02040503050406030204" pitchFamily="18" charset="0"/>
                      </a:rPr>
                      <m:t>&lt;</m:t>
                    </m:r>
                    <m:r>
                      <a:rPr lang="en-US" altLang="zh-CN" sz="2400" i="1">
                        <a:solidFill>
                          <a:srgbClr val="0000FF"/>
                        </a:solidFill>
                        <a:latin typeface="Cambria Math" panose="02040503050406030204" pitchFamily="18" charset="0"/>
                      </a:rPr>
                      <m:t>0</m:t>
                    </m:r>
                  </m:oMath>
                </a14:m>
                <a:r>
                  <a:rPr lang="zh-CN" altLang="en-US" sz="2400" dirty="0" smtClean="0">
                    <a:latin typeface="Times New Roman" panose="02020603050405020304" pitchFamily="18" charset="0"/>
                    <a:ea typeface="华文楷体" panose="02010600040101010101" pitchFamily="2" charset="-122"/>
                    <a:cs typeface="楷体_GB2312" panose="02010609030101010101" pitchFamily="49" charset="-122"/>
                  </a:rPr>
                  <a:t>时，</a:t>
                </a:r>
                <a:r>
                  <a:rPr lang="zh-CN" altLang="en-US" sz="2400" dirty="0">
                    <a:solidFill>
                      <a:prstClr val="black"/>
                    </a:solidFill>
                    <a:latin typeface="Times New Roman" panose="02020603050405020304" pitchFamily="18" charset="0"/>
                    <a:ea typeface="华文楷体" panose="02010600040101010101" pitchFamily="2" charset="-122"/>
                    <a:cs typeface="楷体_GB2312" panose="02010609030101010101" pitchFamily="49" charset="-122"/>
                  </a:rPr>
                  <a:t>傅里叶变换</a:t>
                </a:r>
                <a:r>
                  <a:rPr lang="zh-CN" altLang="en-US" sz="2400" dirty="0" smtClean="0">
                    <a:solidFill>
                      <a:prstClr val="black"/>
                    </a:solidFill>
                    <a:latin typeface="Times New Roman" panose="02020603050405020304" pitchFamily="18" charset="0"/>
                    <a:ea typeface="华文楷体" panose="02010600040101010101" pitchFamily="2" charset="-122"/>
                    <a:cs typeface="楷体_GB2312" panose="02010609030101010101" pitchFamily="49" charset="-122"/>
                  </a:rPr>
                  <a:t>存在？</a:t>
                </a:r>
                <a:r>
                  <a:rPr lang="zh-CN" altLang="en-US" sz="2400" dirty="0" smtClean="0">
                    <a:latin typeface="Times New Roman" panose="02020603050405020304" pitchFamily="18" charset="0"/>
                    <a:ea typeface="华文楷体" panose="02010600040101010101" pitchFamily="2" charset="-122"/>
                    <a:cs typeface="楷体_GB2312" panose="02010609030101010101" pitchFamily="49" charset="-122"/>
                  </a:rPr>
                  <a:t>拉普拉斯变换存在？</a:t>
                </a:r>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737920" y="6215645"/>
                <a:ext cx="8082084" cy="461665"/>
              </a:xfrm>
              <a:prstGeom prst="rect">
                <a:avLst/>
              </a:prstGeom>
              <a:blipFill>
                <a:blip r:embed="rId9"/>
                <a:stretch>
                  <a:fillRect l="-1131" t="-9333" r="-1056" b="-3200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334"/>
                                        </p:tgtEl>
                                        <p:attrNameLst>
                                          <p:attrName>style.visibility</p:attrName>
                                        </p:attrNameLst>
                                      </p:cBhvr>
                                      <p:to>
                                        <p:strVal val="visible"/>
                                      </p:to>
                                    </p:set>
                                    <p:animEffect transition="in" filter="wipe(down)">
                                      <p:cBhvr>
                                        <p:cTn id="12" dur="500"/>
                                        <p:tgtEl>
                                          <p:spTgt spid="13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down)">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333"/>
                                        </p:tgtEl>
                                        <p:attrNameLst>
                                          <p:attrName>style.visibility</p:attrName>
                                        </p:attrNameLst>
                                      </p:cBhvr>
                                      <p:to>
                                        <p:strVal val="visible"/>
                                      </p:to>
                                    </p:set>
                                    <p:animEffect transition="in" filter="wipe(down)">
                                      <p:cBhvr>
                                        <p:cTn id="22" dur="500"/>
                                        <p:tgtEl>
                                          <p:spTgt spid="13333"/>
                                        </p:tgtEl>
                                      </p:cBhvr>
                                    </p:animEffect>
                                  </p:childTnLst>
                                </p:cTn>
                              </p:par>
                              <p:par>
                                <p:cTn id="23" presetID="22" presetClass="entr" presetSubtype="4"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334" grpId="0"/>
      <p:bldP spid="13333" grpId="0"/>
      <p:bldP spid="49"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8" name="标题 1">
            <a:extLst>
              <a:ext uri="{FF2B5EF4-FFF2-40B4-BE49-F238E27FC236}">
                <a16:creationId xmlns:a16="http://schemas.microsoft.com/office/drawing/2014/main" id="{110056E0-7B7F-4502-96D5-88BC43168863}"/>
              </a:ext>
            </a:extLst>
          </p:cNvPr>
          <p:cNvSpPr>
            <a:spLocks noGrp="1"/>
          </p:cNvSpPr>
          <p:nvPr>
            <p:ph type="title"/>
          </p:nvPr>
        </p:nvSpPr>
        <p:spPr/>
        <p:txBody>
          <a:bodyPr/>
          <a:lstStyle/>
          <a:p>
            <a:r>
              <a:rPr lang="en-US" altLang="zh-CN"/>
              <a:t>9.1 </a:t>
            </a:r>
            <a:r>
              <a:rPr lang="zh-CN" altLang="en-US"/>
              <a:t>拉普拉斯变换</a:t>
            </a:r>
          </a:p>
        </p:txBody>
      </p:sp>
      <p:sp>
        <p:nvSpPr>
          <p:cNvPr id="4" name="灯片编号占位符 3">
            <a:extLst>
              <a:ext uri="{FF2B5EF4-FFF2-40B4-BE49-F238E27FC236}">
                <a16:creationId xmlns:a16="http://schemas.microsoft.com/office/drawing/2014/main" id="{2BC0D2AB-4966-478D-824B-26244C1913B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8CED72-8672-4560-89ED-47989E9FE4B2}" type="slidenum">
              <a:rPr lang="zh-CN" altLang="en-US">
                <a:solidFill>
                  <a:srgbClr val="898989"/>
                </a:solidFill>
                <a:latin typeface="Calibri" panose="020F0502020204030204" pitchFamily="34" charset="0"/>
              </a:rPr>
              <a:pPr eaLnBrk="1" hangingPunct="1"/>
              <a:t>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4354" name="Text Box 15">
                <a:extLst>
                  <a:ext uri="{FF2B5EF4-FFF2-40B4-BE49-F238E27FC236}">
                    <a16:creationId xmlns:a16="http://schemas.microsoft.com/office/drawing/2014/main" id="{7897AF22-C4AF-4FDB-BC3A-AF0AF1E274A6}"/>
                  </a:ext>
                </a:extLst>
              </p:cNvPr>
              <p:cNvSpPr txBox="1">
                <a:spLocks noChangeArrowheads="1"/>
              </p:cNvSpPr>
              <p:nvPr/>
            </p:nvSpPr>
            <p:spPr bwMode="auto">
              <a:xfrm>
                <a:off x="457200" y="1400498"/>
                <a:ext cx="3378938"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2</a:t>
                </a:r>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a:t>
                </a:r>
                <a:r>
                  <a:rPr lang="en-US" altLang="zh-CN" sz="24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𝑎𝑡</m:t>
                        </m:r>
                      </m:sup>
                    </m:sSup>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a14:m>
                <a:endParaRPr lang="en-US" altLang="zh-CN" sz="24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4354" name="Text Box 15">
                <a:extLst>
                  <a:ext uri="{FF2B5EF4-FFF2-40B4-BE49-F238E27FC236}">
                    <a16:creationId xmlns:a16="http://schemas.microsoft.com/office/drawing/2014/main" id="{7897AF22-C4AF-4FDB-BC3A-AF0AF1E274A6}"/>
                  </a:ext>
                </a:extLst>
              </p:cNvPr>
              <p:cNvSpPr txBox="1">
                <a:spLocks noRot="1" noChangeAspect="1" noMove="1" noResize="1" noEditPoints="1" noAdjustHandles="1" noChangeArrowheads="1" noChangeShapeType="1" noTextEdit="1"/>
              </p:cNvSpPr>
              <p:nvPr/>
            </p:nvSpPr>
            <p:spPr bwMode="auto">
              <a:xfrm>
                <a:off x="457200" y="1400498"/>
                <a:ext cx="3378938" cy="461665"/>
              </a:xfrm>
              <a:prstGeom prst="rect">
                <a:avLst/>
              </a:prstGeom>
              <a:blipFill>
                <a:blip r:embed="rId2"/>
                <a:stretch>
                  <a:fillRect l="-2708" t="-12000"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10">
                <a:extLst>
                  <a:ext uri="{FF2B5EF4-FFF2-40B4-BE49-F238E27FC236}">
                    <a16:creationId xmlns:a16="http://schemas.microsoft.com/office/drawing/2014/main" id="{9518111D-E233-4194-B309-0C280AC0E0A1}"/>
                  </a:ext>
                </a:extLst>
              </p:cNvPr>
              <p:cNvSpPr txBox="1"/>
              <p:nvPr/>
            </p:nvSpPr>
            <p:spPr bwMode="auto">
              <a:xfrm>
                <a:off x="1028973" y="2006273"/>
                <a:ext cx="7086053" cy="9461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0</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0</m:t>
                          </m:r>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𝑎</m:t>
                          </m:r>
                        </m:den>
                      </m:f>
                    </m:oMath>
                  </m:oMathPara>
                </a14:m>
                <a:endParaRPr lang="en-US" sz="2400" dirty="0"/>
              </a:p>
            </p:txBody>
          </p:sp>
        </mc:Choice>
        <mc:Fallback xmlns="">
          <p:sp>
            <p:nvSpPr>
              <p:cNvPr id="20" name="Object 10">
                <a:extLst>
                  <a:ext uri="{FF2B5EF4-FFF2-40B4-BE49-F238E27FC236}">
                    <a16:creationId xmlns:a16="http://schemas.microsoft.com/office/drawing/2014/main" id="{9518111D-E233-4194-B309-0C280AC0E0A1}"/>
                  </a:ext>
                </a:extLst>
              </p:cNvPr>
              <p:cNvSpPr txBox="1">
                <a:spLocks noRot="1" noChangeAspect="1" noMove="1" noResize="1" noEditPoints="1" noAdjustHandles="1" noChangeArrowheads="1" noChangeShapeType="1" noTextEdit="1"/>
              </p:cNvSpPr>
              <p:nvPr/>
            </p:nvSpPr>
            <p:spPr bwMode="auto">
              <a:xfrm>
                <a:off x="1028973" y="2006273"/>
                <a:ext cx="7086053" cy="94615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bject 11">
                <a:extLst>
                  <a:ext uri="{FF2B5EF4-FFF2-40B4-BE49-F238E27FC236}">
                    <a16:creationId xmlns:a16="http://schemas.microsoft.com/office/drawing/2014/main" id="{03A6CC83-BFCC-43F7-BA80-466FC340CC90}"/>
                  </a:ext>
                </a:extLst>
              </p:cNvPr>
              <p:cNvSpPr txBox="1"/>
              <p:nvPr/>
            </p:nvSpPr>
            <p:spPr bwMode="auto">
              <a:xfrm>
                <a:off x="5148064" y="3096533"/>
                <a:ext cx="1800200" cy="4873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en-US" sz="2400" i="1" smtClean="0">
                              <a:solidFill>
                                <a:srgbClr val="FF0000"/>
                              </a:solidFill>
                              <a:latin typeface="Cambria Math" panose="02040503050406030204" pitchFamily="18" charset="0"/>
                            </a:rPr>
                          </m:ctrlPr>
                        </m:funcPr>
                        <m:fName>
                          <m:r>
                            <m:rPr>
                              <m:sty m:val="p"/>
                            </m:rPr>
                            <a:rPr lang="en-US" sz="2400" i="0">
                              <a:solidFill>
                                <a:srgbClr val="FF0000"/>
                              </a:solidFill>
                              <a:latin typeface="Cambria Math" panose="02040503050406030204" pitchFamily="18" charset="0"/>
                            </a:rPr>
                            <m:t>Re</m:t>
                          </m:r>
                        </m:fName>
                        <m:e>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]&lt;−</m:t>
                      </m:r>
                      <m:r>
                        <a:rPr lang="en-US" sz="2400" i="1">
                          <a:solidFill>
                            <a:srgbClr val="FF0000"/>
                          </a:solidFill>
                          <a:latin typeface="Cambria Math" panose="02040503050406030204" pitchFamily="18" charset="0"/>
                        </a:rPr>
                        <m:t>𝑎</m:t>
                      </m:r>
                    </m:oMath>
                  </m:oMathPara>
                </a14:m>
                <a:endParaRPr lang="en-US" sz="2400" dirty="0">
                  <a:solidFill>
                    <a:srgbClr val="FF0000"/>
                  </a:solidFill>
                </a:endParaRPr>
              </a:p>
            </p:txBody>
          </p:sp>
        </mc:Choice>
        <mc:Fallback xmlns="">
          <p:sp>
            <p:nvSpPr>
              <p:cNvPr id="21" name="Object 11">
                <a:extLst>
                  <a:ext uri="{FF2B5EF4-FFF2-40B4-BE49-F238E27FC236}">
                    <a16:creationId xmlns:a16="http://schemas.microsoft.com/office/drawing/2014/main" id="{03A6CC83-BFCC-43F7-BA80-466FC340CC90}"/>
                  </a:ext>
                </a:extLst>
              </p:cNvPr>
              <p:cNvSpPr txBox="1">
                <a:spLocks noRot="1" noChangeAspect="1" noMove="1" noResize="1" noEditPoints="1" noAdjustHandles="1" noChangeArrowheads="1" noChangeShapeType="1" noTextEdit="1"/>
              </p:cNvSpPr>
              <p:nvPr/>
            </p:nvSpPr>
            <p:spPr bwMode="auto">
              <a:xfrm>
                <a:off x="5148064" y="3096533"/>
                <a:ext cx="1800200" cy="487362"/>
              </a:xfrm>
              <a:prstGeom prst="rect">
                <a:avLst/>
              </a:prstGeom>
              <a:blipFill>
                <a:blip r:embed="rId4"/>
                <a:stretch>
                  <a:fillRect l="-676" b="-13750"/>
                </a:stretch>
              </a:blipFill>
              <a:ln>
                <a:noFill/>
              </a:ln>
              <a:effectLst/>
            </p:spPr>
            <p:txBody>
              <a:bodyPr/>
              <a:lstStyle/>
              <a:p>
                <a:r>
                  <a:rPr lang="en-US">
                    <a:noFill/>
                  </a:rPr>
                  <a:t> </a:t>
                </a:r>
              </a:p>
            </p:txBody>
          </p:sp>
        </mc:Fallback>
      </mc:AlternateContent>
      <p:sp>
        <p:nvSpPr>
          <p:cNvPr id="22" name="Text Box 19">
            <a:extLst>
              <a:ext uri="{FF2B5EF4-FFF2-40B4-BE49-F238E27FC236}">
                <a16:creationId xmlns:a16="http://schemas.microsoft.com/office/drawing/2014/main" id="{20B1004B-C5C0-430C-84C4-A3E7B9F20218}"/>
              </a:ext>
            </a:extLst>
          </p:cNvPr>
          <p:cNvSpPr txBox="1">
            <a:spLocks noChangeArrowheads="1"/>
          </p:cNvSpPr>
          <p:nvPr/>
        </p:nvSpPr>
        <p:spPr bwMode="auto">
          <a:xfrm>
            <a:off x="1028973" y="3728005"/>
            <a:ext cx="6600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与例</a:t>
            </a:r>
            <a:r>
              <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a:t>
            </a:r>
            <a:r>
              <a:rPr lang="zh-CN" altLang="en-US"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比较，区别仅在于收敛域不同。</a:t>
            </a:r>
          </a:p>
        </p:txBody>
      </p:sp>
      <p:sp>
        <p:nvSpPr>
          <p:cNvPr id="28" name="内容占位符 2">
            <a:extLst>
              <a:ext uri="{FF2B5EF4-FFF2-40B4-BE49-F238E27FC236}">
                <a16:creationId xmlns:a16="http://schemas.microsoft.com/office/drawing/2014/main" id="{81920B8C-E684-4D51-B9A9-D0A88AE9781B}"/>
              </a:ext>
            </a:extLst>
          </p:cNvPr>
          <p:cNvSpPr>
            <a:spLocks noGrp="1"/>
          </p:cNvSpPr>
          <p:nvPr>
            <p:ph idx="1"/>
          </p:nvPr>
        </p:nvSpPr>
        <p:spPr>
          <a:xfrm>
            <a:off x="457200" y="4333779"/>
            <a:ext cx="8291264" cy="1975541"/>
          </a:xfrm>
        </p:spPr>
        <p:txBody>
          <a:bodyPr wrap="square">
            <a:spAutoFit/>
          </a:bodyPr>
          <a:lstStyle/>
          <a:p>
            <a:pPr>
              <a:lnSpc>
                <a:spcPct val="130000"/>
              </a:lnSpc>
              <a:spcBef>
                <a:spcPts val="0"/>
              </a:spcBef>
            </a:pPr>
            <a:r>
              <a:rPr lang="zh-CN" altLang="en-US" sz="2400" b="0" dirty="0"/>
              <a:t>由以上例子，可以看出</a:t>
            </a:r>
            <a:r>
              <a:rPr lang="en-US" altLang="zh-CN" sz="2400" b="0" dirty="0"/>
              <a:t>:</a:t>
            </a:r>
          </a:p>
          <a:p>
            <a:pPr marL="457200" indent="-457200" algn="just">
              <a:lnSpc>
                <a:spcPct val="130000"/>
              </a:lnSpc>
              <a:spcBef>
                <a:spcPts val="0"/>
              </a:spcBef>
              <a:buFont typeface="+mj-lt"/>
              <a:buAutoNum type="arabicPeriod"/>
            </a:pPr>
            <a:r>
              <a:rPr lang="zh-CN" altLang="en-US" sz="2400" b="0" dirty="0"/>
              <a:t>不同的信号可能会有完全相同的拉普拉斯变换表达式，只是它们的收敛域不同。拉普拉斯变换的表达式只有</a:t>
            </a:r>
            <a:r>
              <a:rPr lang="zh-CN" altLang="en-US" sz="2400" b="0" dirty="0">
                <a:solidFill>
                  <a:srgbClr val="FF0000"/>
                </a:solidFill>
              </a:rPr>
              <a:t>连同相应的收敛域</a:t>
            </a:r>
            <a:r>
              <a:rPr lang="zh-CN" altLang="en-US" sz="2400" b="0" dirty="0"/>
              <a:t>，才能和信号建立一一对应的关系。</a:t>
            </a:r>
            <a:endParaRPr lang="en-US" altLang="zh-CN" sz="24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8">
                                            <p:txEl>
                                              <p:pRg st="0" end="0"/>
                                            </p:txEl>
                                          </p:spTgt>
                                        </p:tgtEl>
                                        <p:attrNameLst>
                                          <p:attrName>style.visibility</p:attrName>
                                        </p:attrNameLst>
                                      </p:cBhvr>
                                      <p:to>
                                        <p:strVal val="visible"/>
                                      </p:to>
                                    </p:set>
                                    <p:animEffect transition="in" filter="wipe(down)">
                                      <p:cBhvr>
                                        <p:cTn id="22" dur="500"/>
                                        <p:tgtEl>
                                          <p:spTgt spid="28">
                                            <p:txEl>
                                              <p:pRg st="0" end="0"/>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animEffect transition="in" filter="wipe(down)">
                                      <p:cBhvr>
                                        <p:cTn id="25"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4BD5E1F2-C783-4690-BF99-CF56A1715D40}"/>
              </a:ext>
            </a:extLst>
          </p:cNvPr>
          <p:cNvSpPr>
            <a:spLocks noGrp="1"/>
          </p:cNvSpPr>
          <p:nvPr>
            <p:ph type="title"/>
          </p:nvPr>
        </p:nvSpPr>
        <p:spPr/>
        <p:txBody>
          <a:bodyPr/>
          <a:lstStyle/>
          <a:p>
            <a:r>
              <a:rPr lang="en-US" altLang="zh-CN"/>
              <a:t>9.1 </a:t>
            </a:r>
            <a:r>
              <a:rPr lang="zh-CN" altLang="en-US"/>
              <a:t>拉普拉斯变换</a:t>
            </a:r>
          </a:p>
        </p:txBody>
      </p:sp>
      <p:sp>
        <p:nvSpPr>
          <p:cNvPr id="3" name="内容占位符 2">
            <a:extLst>
              <a:ext uri="{FF2B5EF4-FFF2-40B4-BE49-F238E27FC236}">
                <a16:creationId xmlns:a16="http://schemas.microsoft.com/office/drawing/2014/main" id="{43859648-90A5-4835-81A8-84F869494432}"/>
              </a:ext>
            </a:extLst>
          </p:cNvPr>
          <p:cNvSpPr>
            <a:spLocks noGrp="1"/>
          </p:cNvSpPr>
          <p:nvPr>
            <p:ph idx="1"/>
          </p:nvPr>
        </p:nvSpPr>
        <p:spPr>
          <a:xfrm>
            <a:off x="457200" y="1285875"/>
            <a:ext cx="8229600" cy="2806538"/>
          </a:xfrm>
        </p:spPr>
        <p:txBody>
          <a:bodyPr>
            <a:spAutoFit/>
          </a:bodyPr>
          <a:lstStyle/>
          <a:p>
            <a:pPr marL="514350" indent="-514350" algn="just">
              <a:lnSpc>
                <a:spcPct val="150000"/>
              </a:lnSpc>
              <a:spcBef>
                <a:spcPts val="0"/>
              </a:spcBef>
              <a:buFont typeface="+mj-lt"/>
              <a:buAutoNum type="arabicPeriod" startAt="2"/>
            </a:pPr>
            <a:r>
              <a:rPr lang="zh-CN" altLang="en-US" sz="2400" b="0" dirty="0"/>
              <a:t>并非</a:t>
            </a:r>
            <a:r>
              <a:rPr lang="en-US" altLang="zh-CN" sz="2400" b="0" i="1" dirty="0"/>
              <a:t>s</a:t>
            </a:r>
            <a:r>
              <a:rPr lang="zh-CN" altLang="en-US" sz="2400" b="0" dirty="0"/>
              <a:t>平面上的任何复数都能使拉普拉斯变换收敛，也不是任何信号的拉普拉斯变换都存在。</a:t>
            </a:r>
          </a:p>
          <a:p>
            <a:pPr marL="514350" indent="-514350" algn="just">
              <a:lnSpc>
                <a:spcPct val="150000"/>
              </a:lnSpc>
              <a:spcBef>
                <a:spcPts val="0"/>
              </a:spcBef>
              <a:buFont typeface="+mj-lt"/>
              <a:buAutoNum type="arabicPeriod" startAt="2"/>
            </a:pPr>
            <a:r>
              <a:rPr lang="zh-CN" altLang="en-US" sz="2400" b="0" dirty="0"/>
              <a:t>使拉普拉斯变换收敛的复数</a:t>
            </a:r>
            <a:r>
              <a:rPr lang="en-US" altLang="zh-CN" sz="2400" b="0" i="1" dirty="0"/>
              <a:t>s</a:t>
            </a:r>
            <a:r>
              <a:rPr lang="zh-CN" altLang="en-US" sz="2400" b="0" dirty="0"/>
              <a:t>的集合，称为</a:t>
            </a:r>
            <a:r>
              <a:rPr lang="zh-CN" altLang="en-US" sz="2400" b="0" dirty="0">
                <a:solidFill>
                  <a:srgbClr val="FF0000"/>
                </a:solidFill>
              </a:rPr>
              <a:t>拉普拉斯变换的收敛域</a:t>
            </a:r>
            <a:r>
              <a:rPr lang="zh-CN" altLang="en-US" sz="2400" b="0" dirty="0"/>
              <a:t>（</a:t>
            </a:r>
            <a:r>
              <a:rPr lang="en-US" altLang="zh-CN" sz="2400" b="0" dirty="0"/>
              <a:t>ROC</a:t>
            </a:r>
            <a:r>
              <a:rPr lang="zh-CN" altLang="en-US" sz="2400" b="0" dirty="0"/>
              <a:t>，</a:t>
            </a:r>
            <a:r>
              <a:rPr lang="en-US" altLang="zh-CN" sz="2400" b="0" dirty="0"/>
              <a:t>Region of Convergence</a:t>
            </a:r>
            <a:r>
              <a:rPr lang="zh-CN" altLang="en-US" sz="2400" b="0" dirty="0"/>
              <a:t>）。拉普拉斯变换的收敛域对拉普拉斯变换是非常重要的概念。</a:t>
            </a:r>
          </a:p>
        </p:txBody>
      </p:sp>
      <p:sp>
        <p:nvSpPr>
          <p:cNvPr id="4" name="灯片编号占位符 3">
            <a:extLst>
              <a:ext uri="{FF2B5EF4-FFF2-40B4-BE49-F238E27FC236}">
                <a16:creationId xmlns:a16="http://schemas.microsoft.com/office/drawing/2014/main" id="{E3B0F43D-5167-4027-8D57-3D8151897F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425727-78D3-475E-A006-5F86A19B6C63}" type="slidenum">
              <a:rPr lang="zh-CN" altLang="en-US">
                <a:solidFill>
                  <a:srgbClr val="898989"/>
                </a:solidFill>
                <a:latin typeface="Calibri" panose="020F0502020204030204" pitchFamily="34" charset="0"/>
              </a:rPr>
              <a:pPr eaLnBrk="1" hangingPunct="1"/>
              <a:t>9</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标题 1">
            <a:extLst>
              <a:ext uri="{FF2B5EF4-FFF2-40B4-BE49-F238E27FC236}">
                <a16:creationId xmlns:a16="http://schemas.microsoft.com/office/drawing/2014/main" id="{E2487B04-6F93-405F-845E-DDB93A0942A4}"/>
              </a:ext>
            </a:extLst>
          </p:cNvPr>
          <p:cNvSpPr>
            <a:spLocks noGrp="1"/>
          </p:cNvSpPr>
          <p:nvPr>
            <p:ph type="title"/>
          </p:nvPr>
        </p:nvSpPr>
        <p:spPr/>
        <p:txBody>
          <a:bodyPr/>
          <a:lstStyle/>
          <a:p>
            <a:r>
              <a:rPr lang="en-US" altLang="zh-CN"/>
              <a:t>9.1 </a:t>
            </a:r>
            <a:r>
              <a:rPr lang="zh-CN" altLang="en-US"/>
              <a:t>拉普拉斯变换</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1EE0DF9-8BCA-4B57-A670-FC688D2A67D5}"/>
                  </a:ext>
                </a:extLst>
              </p:cNvPr>
              <p:cNvSpPr>
                <a:spLocks noGrp="1"/>
              </p:cNvSpPr>
              <p:nvPr>
                <p:ph idx="1"/>
              </p:nvPr>
            </p:nvSpPr>
            <p:spPr>
              <a:xfrm>
                <a:off x="457200" y="3904366"/>
                <a:ext cx="8229600" cy="2332946"/>
              </a:xfrm>
            </p:spPr>
            <p:txBody>
              <a:bodyPr wrap="square">
                <a:spAutoFit/>
              </a:bodyPr>
              <a:lstStyle/>
              <a:p>
                <a:pPr algn="just"/>
                <a:r>
                  <a:rPr lang="zh-CN" altLang="en-US" sz="2800" b="0" dirty="0"/>
                  <a:t>分子多项式的根称为</a:t>
                </a:r>
                <a:r>
                  <a:rPr lang="zh-CN" altLang="en-US" sz="2800" b="0" dirty="0">
                    <a:solidFill>
                      <a:srgbClr val="FF0000"/>
                    </a:solidFill>
                  </a:rPr>
                  <a:t>零点</a:t>
                </a:r>
                <a:r>
                  <a:rPr lang="zh-CN" altLang="en-US" sz="2800" b="0" dirty="0"/>
                  <a:t>，分母多项式的根称为</a:t>
                </a:r>
                <a:r>
                  <a:rPr lang="zh-CN" altLang="en-US" sz="2800" b="0" dirty="0">
                    <a:solidFill>
                      <a:srgbClr val="FF0000"/>
                    </a:solidFill>
                  </a:rPr>
                  <a:t>极点</a:t>
                </a:r>
                <a:r>
                  <a:rPr lang="zh-CN" altLang="en-US" sz="2800" b="0" dirty="0"/>
                  <a:t>。</a:t>
                </a:r>
                <a:endParaRPr lang="en-US" altLang="zh-CN" sz="2800" b="0" dirty="0"/>
              </a:p>
              <a:p>
                <a:pPr algn="just">
                  <a:spcBef>
                    <a:spcPct val="0"/>
                  </a:spcBef>
                </a:pPr>
                <a:r>
                  <a:rPr lang="zh-CN" altLang="en-US" sz="2800" b="0" dirty="0"/>
                  <a:t>将</a:t>
                </a:r>
                <a14:m>
                  <m:oMath xmlns:m="http://schemas.openxmlformats.org/officeDocument/2006/math">
                    <m:r>
                      <a:rPr lang="en-US" sz="2800" b="0" i="1">
                        <a:solidFill>
                          <a:srgbClr val="000000"/>
                        </a:solidFill>
                        <a:latin typeface="Cambria Math" panose="02040503050406030204" pitchFamily="18" charset="0"/>
                      </a:rPr>
                      <m:t>𝑋</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𝑠</m:t>
                    </m:r>
                    <m:r>
                      <a:rPr lang="en-US" sz="2800" b="0" i="1">
                        <a:solidFill>
                          <a:srgbClr val="000000"/>
                        </a:solidFill>
                        <a:latin typeface="Cambria Math" panose="02040503050406030204" pitchFamily="18" charset="0"/>
                      </a:rPr>
                      <m:t>)</m:t>
                    </m:r>
                  </m:oMath>
                </a14:m>
                <a:r>
                  <a:rPr lang="zh-CN" altLang="en-US" sz="2800" b="0" dirty="0"/>
                  <a:t>的全部零点和极点表示在</a:t>
                </a:r>
                <a:r>
                  <a:rPr lang="en-US" altLang="zh-CN" sz="2800" b="0" i="1" dirty="0"/>
                  <a:t>s</a:t>
                </a:r>
                <a:r>
                  <a:rPr lang="zh-CN" altLang="en-US" sz="2800" b="0" dirty="0"/>
                  <a:t>平面上，就构成了</a:t>
                </a:r>
                <a:r>
                  <a:rPr lang="zh-CN" altLang="en-US" sz="2800" b="0" dirty="0">
                    <a:solidFill>
                      <a:srgbClr val="FF0000"/>
                    </a:solidFill>
                  </a:rPr>
                  <a:t>零极点图</a:t>
                </a:r>
                <a:r>
                  <a:rPr lang="zh-CN" altLang="en-US" sz="2800" b="0" dirty="0"/>
                  <a:t>。零极点图及其收敛域可以表示一个</a:t>
                </a:r>
                <a14:m>
                  <m:oMath xmlns:m="http://schemas.openxmlformats.org/officeDocument/2006/math">
                    <m:r>
                      <a:rPr lang="en-US" sz="2800" b="0" i="1">
                        <a:solidFill>
                          <a:srgbClr val="000000"/>
                        </a:solidFill>
                        <a:latin typeface="Cambria Math" panose="02040503050406030204" pitchFamily="18" charset="0"/>
                      </a:rPr>
                      <m:t>𝑋</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𝑠</m:t>
                    </m:r>
                    <m:r>
                      <a:rPr lang="en-US" sz="2800" b="0" i="1">
                        <a:solidFill>
                          <a:srgbClr val="000000"/>
                        </a:solidFill>
                        <a:latin typeface="Cambria Math" panose="02040503050406030204" pitchFamily="18" charset="0"/>
                      </a:rPr>
                      <m:t>)</m:t>
                    </m:r>
                  </m:oMath>
                </a14:m>
                <a:r>
                  <a:rPr lang="zh-CN" altLang="en-US" sz="2800" b="0" dirty="0"/>
                  <a:t>，最多与真实的</a:t>
                </a:r>
                <a14:m>
                  <m:oMath xmlns:m="http://schemas.openxmlformats.org/officeDocument/2006/math">
                    <m:r>
                      <a:rPr lang="en-US" sz="2800" b="0" i="1">
                        <a:solidFill>
                          <a:srgbClr val="000000"/>
                        </a:solidFill>
                        <a:latin typeface="Cambria Math" panose="02040503050406030204" pitchFamily="18" charset="0"/>
                      </a:rPr>
                      <m:t>𝑋</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𝑠</m:t>
                    </m:r>
                    <m:r>
                      <a:rPr lang="en-US" sz="2800" b="0" i="1">
                        <a:solidFill>
                          <a:srgbClr val="000000"/>
                        </a:solidFill>
                        <a:latin typeface="Cambria Math" panose="02040503050406030204" pitchFamily="18" charset="0"/>
                      </a:rPr>
                      <m:t>)</m:t>
                    </m:r>
                  </m:oMath>
                </a14:m>
                <a:r>
                  <a:rPr lang="zh-CN" altLang="en-US" sz="2800" b="0" dirty="0"/>
                  <a:t>相差一个常数因子</a:t>
                </a:r>
                <a14:m>
                  <m:oMath xmlns:m="http://schemas.openxmlformats.org/officeDocument/2006/math">
                    <m:r>
                      <a:rPr lang="en-US" sz="2800" b="0" i="1">
                        <a:solidFill>
                          <a:srgbClr val="000000"/>
                        </a:solidFill>
                        <a:latin typeface="Cambria Math" panose="02040503050406030204" pitchFamily="18" charset="0"/>
                      </a:rPr>
                      <m:t>𝑀</m:t>
                    </m:r>
                  </m:oMath>
                </a14:m>
                <a:r>
                  <a:rPr lang="zh-CN" altLang="en-US" sz="2800" b="0" dirty="0"/>
                  <a:t>。</a:t>
                </a:r>
              </a:p>
            </p:txBody>
          </p:sp>
        </mc:Choice>
        <mc:Fallback xmlns="">
          <p:sp>
            <p:nvSpPr>
              <p:cNvPr id="3" name="内容占位符 2">
                <a:extLst>
                  <a:ext uri="{FF2B5EF4-FFF2-40B4-BE49-F238E27FC236}">
                    <a16:creationId xmlns:a16="http://schemas.microsoft.com/office/drawing/2014/main" id="{51EE0DF9-8BCA-4B57-A670-FC688D2A67D5}"/>
                  </a:ext>
                </a:extLst>
              </p:cNvPr>
              <p:cNvSpPr>
                <a:spLocks noGrp="1" noRot="1" noChangeAspect="1" noMove="1" noResize="1" noEditPoints="1" noAdjustHandles="1" noChangeArrowheads="1" noChangeShapeType="1" noTextEdit="1"/>
              </p:cNvSpPr>
              <p:nvPr>
                <p:ph idx="1"/>
              </p:nvPr>
            </p:nvSpPr>
            <p:spPr>
              <a:xfrm>
                <a:off x="457200" y="3904366"/>
                <a:ext cx="8229600" cy="2332946"/>
              </a:xfrm>
              <a:blipFill>
                <a:blip r:embed="rId2"/>
                <a:stretch>
                  <a:fillRect l="-1333" t="-2611" r="-1481" b="-261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D8388150-B5CB-4364-8C81-7E47285B707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CAF02EE-522F-477E-9479-8DDB004BF9BE}" type="slidenum">
              <a:rPr lang="zh-CN" altLang="en-US">
                <a:solidFill>
                  <a:srgbClr val="898989"/>
                </a:solidFill>
                <a:latin typeface="Calibri" panose="020F0502020204030204" pitchFamily="34" charset="0"/>
              </a:rPr>
              <a:pPr eaLnBrk="1" hangingPunct="1"/>
              <a:t>10</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8439" name="Object 7">
                <a:extLst>
                  <a:ext uri="{FF2B5EF4-FFF2-40B4-BE49-F238E27FC236}">
                    <a16:creationId xmlns:a16="http://schemas.microsoft.com/office/drawing/2014/main" id="{FB806877-5B4D-46DF-B261-870F0602E6CF}"/>
                  </a:ext>
                </a:extLst>
              </p:cNvPr>
              <p:cNvSpPr txBox="1"/>
              <p:nvPr/>
            </p:nvSpPr>
            <p:spPr bwMode="auto">
              <a:xfrm>
                <a:off x="2411760" y="2630589"/>
                <a:ext cx="4541838" cy="102393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𝑁</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num>
                        <m:den>
                          <m:r>
                            <a:rPr lang="en-US" sz="2800" i="1">
                              <a:solidFill>
                                <a:srgbClr val="000000"/>
                              </a:solidFill>
                              <a:latin typeface="Cambria Math" panose="02040503050406030204" pitchFamily="18" charset="0"/>
                            </a:rPr>
                            <m:t>𝐷</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𝑀</m:t>
                      </m:r>
                      <m:f>
                        <m:fPr>
                          <m:ctrlPr>
                            <a:rPr lang="en-US" sz="2800" i="1">
                              <a:solidFill>
                                <a:srgbClr val="000000"/>
                              </a:solidFill>
                              <a:latin typeface="Cambria Math" panose="02040503050406030204" pitchFamily="18" charset="0"/>
                            </a:rPr>
                          </m:ctrlPr>
                        </m:fPr>
                        <m:num>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𝛽</m:t>
                                  </m:r>
                                </m:e>
                                <m:sub>
                                  <m:r>
                                    <a:rPr lang="en-US" sz="2800" i="1">
                                      <a:solidFill>
                                        <a:srgbClr val="000000"/>
                                      </a:solidFill>
                                      <a:latin typeface="Cambria Math" panose="02040503050406030204" pitchFamily="18" charset="0"/>
                                    </a:rPr>
                                    <m:t>𝑖</m:t>
                                  </m:r>
                                </m:sub>
                              </m:sSub>
                              <m:r>
                                <a:rPr lang="en-US" sz="2800" i="1">
                                  <a:solidFill>
                                    <a:srgbClr val="000000"/>
                                  </a:solidFill>
                                  <a:latin typeface="Cambria Math" panose="02040503050406030204" pitchFamily="18" charset="0"/>
                                </a:rPr>
                                <m:t>)</m:t>
                              </m:r>
                            </m:e>
                          </m:nary>
                        </m:num>
                        <m:den>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𝛼</m:t>
                                  </m:r>
                                </m:e>
                                <m:sub>
                                  <m:r>
                                    <a:rPr lang="en-US" sz="2800" i="1">
                                      <a:solidFill>
                                        <a:srgbClr val="000000"/>
                                      </a:solidFill>
                                      <a:latin typeface="Cambria Math" panose="02040503050406030204" pitchFamily="18" charset="0"/>
                                    </a:rPr>
                                    <m:t>𝑖</m:t>
                                  </m:r>
                                </m:sub>
                              </m:sSub>
                              <m:r>
                                <a:rPr lang="en-US" sz="2800" i="1">
                                  <a:solidFill>
                                    <a:srgbClr val="000000"/>
                                  </a:solidFill>
                                  <a:latin typeface="Cambria Math" panose="02040503050406030204" pitchFamily="18" charset="0"/>
                                </a:rPr>
                                <m:t>)</m:t>
                              </m:r>
                            </m:e>
                          </m:nary>
                        </m:den>
                      </m:f>
                    </m:oMath>
                  </m:oMathPara>
                </a14:m>
                <a:endParaRPr lang="en-US" sz="2800" dirty="0"/>
              </a:p>
            </p:txBody>
          </p:sp>
        </mc:Choice>
        <mc:Fallback xmlns="">
          <p:sp>
            <p:nvSpPr>
              <p:cNvPr id="18439" name="Object 7">
                <a:extLst>
                  <a:ext uri="{FF2B5EF4-FFF2-40B4-BE49-F238E27FC236}">
                    <a16:creationId xmlns:a16="http://schemas.microsoft.com/office/drawing/2014/main" id="{FB806877-5B4D-46DF-B261-870F0602E6CF}"/>
                  </a:ext>
                </a:extLst>
              </p:cNvPr>
              <p:cNvSpPr txBox="1">
                <a:spLocks noRot="1" noChangeAspect="1" noMove="1" noResize="1" noEditPoints="1" noAdjustHandles="1" noChangeArrowheads="1" noChangeShapeType="1" noTextEdit="1"/>
              </p:cNvSpPr>
              <p:nvPr/>
            </p:nvSpPr>
            <p:spPr bwMode="auto">
              <a:xfrm>
                <a:off x="2411760" y="2630589"/>
                <a:ext cx="4541838" cy="1023938"/>
              </a:xfrm>
              <a:prstGeom prst="rect">
                <a:avLst/>
              </a:prstGeom>
              <a:blipFill>
                <a:blip r:embed="rId3"/>
                <a:stretch>
                  <a:fillRect/>
                </a:stretch>
              </a:blipFill>
              <a:ln>
                <a:noFill/>
              </a:ln>
              <a:effectLst/>
            </p:spPr>
            <p:txBody>
              <a:bodyPr/>
              <a:lstStyle/>
              <a:p>
                <a:r>
                  <a:rPr lang="en-US">
                    <a:noFill/>
                  </a:rPr>
                  <a:t> </a:t>
                </a:r>
              </a:p>
            </p:txBody>
          </p:sp>
        </mc:Fallback>
      </mc:AlternateContent>
      <p:sp>
        <p:nvSpPr>
          <p:cNvPr id="13" name="Rectangle 2">
            <a:extLst>
              <a:ext uri="{FF2B5EF4-FFF2-40B4-BE49-F238E27FC236}">
                <a16:creationId xmlns:a16="http://schemas.microsoft.com/office/drawing/2014/main" id="{6A6A1549-5320-4D06-857D-CF28F7B23343}"/>
              </a:ext>
            </a:extLst>
          </p:cNvPr>
          <p:cNvSpPr txBox="1">
            <a:spLocks noChangeArrowheads="1"/>
          </p:cNvSpPr>
          <p:nvPr/>
        </p:nvSpPr>
        <p:spPr bwMode="auto">
          <a:xfrm>
            <a:off x="383191" y="1275556"/>
            <a:ext cx="6227413" cy="728663"/>
          </a:xfrm>
          <a:prstGeom prst="rect">
            <a:avLst/>
          </a:prstGeom>
          <a:noFill/>
          <a:ln w="9525">
            <a:noFill/>
            <a:miter lim="800000"/>
            <a:headEnd/>
            <a:tailEnd/>
          </a:ln>
        </p:spPr>
        <p:txBody>
          <a:bodyPr anchor="ctr"/>
          <a:lstStyle/>
          <a:p>
            <a:pPr eaLnBrk="0" hangingPunct="0">
              <a:defRPr/>
            </a:pPr>
            <a:r>
              <a:rPr lang="zh-CN" altLang="en-US" sz="2800" dirty="0">
                <a:solidFill>
                  <a:srgbClr val="0000FF"/>
                </a:solidFill>
                <a:latin typeface="Times New Roman" pitchFamily="18" charset="0"/>
                <a:ea typeface="华文楷体" pitchFamily="2" charset="-122"/>
                <a:cs typeface="楷体_GB2312"/>
              </a:rPr>
              <a:t>二</a:t>
            </a:r>
            <a:r>
              <a:rPr lang="en-US" altLang="zh-CN" sz="2800" dirty="0">
                <a:solidFill>
                  <a:srgbClr val="0000FF"/>
                </a:solidFill>
                <a:latin typeface="Times New Roman" pitchFamily="18" charset="0"/>
                <a:ea typeface="华文楷体" pitchFamily="2" charset="-122"/>
                <a:cs typeface="楷体_GB2312"/>
              </a:rPr>
              <a:t>. </a:t>
            </a:r>
            <a:r>
              <a:rPr lang="zh-CN" altLang="en-US" sz="2800" dirty="0">
                <a:solidFill>
                  <a:srgbClr val="0000FF"/>
                </a:solidFill>
                <a:latin typeface="Times New Roman" pitchFamily="18" charset="0"/>
                <a:ea typeface="华文楷体" pitchFamily="2" charset="-122"/>
                <a:cs typeface="楷体_GB2312"/>
              </a:rPr>
              <a:t>拉普拉斯变换的</a:t>
            </a:r>
            <a:r>
              <a:rPr lang="en-US" altLang="zh-CN" sz="2800" dirty="0">
                <a:solidFill>
                  <a:srgbClr val="0000FF"/>
                </a:solidFill>
                <a:latin typeface="Times New Roman" pitchFamily="18" charset="0"/>
                <a:ea typeface="华文楷体" pitchFamily="2" charset="-122"/>
                <a:cs typeface="楷体_GB2312"/>
              </a:rPr>
              <a:t>ROC</a:t>
            </a:r>
            <a:r>
              <a:rPr lang="zh-CN" altLang="en-US" sz="2800" dirty="0">
                <a:solidFill>
                  <a:srgbClr val="0000FF"/>
                </a:solidFill>
                <a:latin typeface="Times New Roman" pitchFamily="18" charset="0"/>
                <a:ea typeface="华文楷体" pitchFamily="2" charset="-122"/>
                <a:cs typeface="楷体_GB2312"/>
              </a:rPr>
              <a:t>及零极点图：</a:t>
            </a:r>
            <a:endParaRPr lang="zh-CN" altLang="en-US" sz="2800" dirty="0">
              <a:solidFill>
                <a:srgbClr val="0000FF"/>
              </a:solidFill>
              <a:latin typeface="Times New Roman" pitchFamily="18" charset="0"/>
              <a:ea typeface="华文楷体" pitchFamily="2" charset="-122"/>
              <a:cs typeface="+mj-cs"/>
            </a:endParaRPr>
          </a:p>
        </p:txBody>
      </p:sp>
      <mc:AlternateContent xmlns:mc="http://schemas.openxmlformats.org/markup-compatibility/2006" xmlns:a14="http://schemas.microsoft.com/office/drawing/2010/main">
        <mc:Choice Requires="a14">
          <p:sp>
            <p:nvSpPr>
              <p:cNvPr id="26" name="Text Box 8">
                <a:extLst>
                  <a:ext uri="{FF2B5EF4-FFF2-40B4-BE49-F238E27FC236}">
                    <a16:creationId xmlns:a16="http://schemas.microsoft.com/office/drawing/2014/main" id="{00298B43-660F-4B49-9DF4-A5D7B4C257CD}"/>
                  </a:ext>
                </a:extLst>
              </p:cNvPr>
              <p:cNvSpPr txBox="1">
                <a:spLocks noChangeArrowheads="1"/>
              </p:cNvSpPr>
              <p:nvPr/>
            </p:nvSpPr>
            <p:spPr bwMode="auto">
              <a:xfrm>
                <a:off x="924396" y="1993641"/>
                <a:ext cx="3406775" cy="5191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b="0" i="1" smtClean="0">
                        <a:solidFill>
                          <a:schemeClr val="tx1"/>
                        </a:solidFill>
                        <a:latin typeface="Cambria Math" panose="02040503050406030204" pitchFamily="18" charset="0"/>
                      </a:rPr>
                      <m:t>𝑋</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𝑠</m:t>
                    </m:r>
                    <m:r>
                      <a:rPr lang="en-US" sz="2800" b="0" i="1" smtClean="0">
                        <a:solidFill>
                          <a:schemeClr val="tx1"/>
                        </a:solidFill>
                        <a:latin typeface="Cambria Math" panose="02040503050406030204" pitchFamily="18" charset="0"/>
                      </a:rPr>
                      <m:t>)</m:t>
                    </m:r>
                  </m:oMath>
                </a14:m>
                <a:r>
                  <a:rPr lang="zh-CN" altLang="en-US" sz="28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是有理函数</a:t>
                </a:r>
              </a:p>
            </p:txBody>
          </p:sp>
        </mc:Choice>
        <mc:Fallback xmlns="">
          <p:sp>
            <p:nvSpPr>
              <p:cNvPr id="26" name="Text Box 8">
                <a:extLst>
                  <a:ext uri="{FF2B5EF4-FFF2-40B4-BE49-F238E27FC236}">
                    <a16:creationId xmlns:a16="http://schemas.microsoft.com/office/drawing/2014/main" id="{00298B43-660F-4B49-9DF4-A5D7B4C257CD}"/>
                  </a:ext>
                </a:extLst>
              </p:cNvPr>
              <p:cNvSpPr txBox="1">
                <a:spLocks noRot="1" noChangeAspect="1" noMove="1" noResize="1" noEditPoints="1" noAdjustHandles="1" noChangeArrowheads="1" noChangeShapeType="1" noTextEdit="1"/>
              </p:cNvSpPr>
              <p:nvPr/>
            </p:nvSpPr>
            <p:spPr bwMode="auto">
              <a:xfrm>
                <a:off x="924396" y="1993641"/>
                <a:ext cx="3406775" cy="519113"/>
              </a:xfrm>
              <a:prstGeom prst="rect">
                <a:avLst/>
              </a:prstGeom>
              <a:blipFill>
                <a:blip r:embed="rId4"/>
                <a:stretch>
                  <a:fillRect l="-3763" t="-11765"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8" name="标题 1">
            <a:extLst>
              <a:ext uri="{FF2B5EF4-FFF2-40B4-BE49-F238E27FC236}">
                <a16:creationId xmlns:a16="http://schemas.microsoft.com/office/drawing/2014/main" id="{89DBAAA3-D417-4856-8426-5A27A3E71991}"/>
              </a:ext>
            </a:extLst>
          </p:cNvPr>
          <p:cNvSpPr>
            <a:spLocks noGrp="1"/>
          </p:cNvSpPr>
          <p:nvPr>
            <p:ph type="title"/>
          </p:nvPr>
        </p:nvSpPr>
        <p:spPr/>
        <p:txBody>
          <a:bodyPr/>
          <a:lstStyle/>
          <a:p>
            <a:r>
              <a:rPr lang="en-US" altLang="zh-CN"/>
              <a:t>9.1 </a:t>
            </a:r>
            <a:r>
              <a:rPr lang="zh-CN" altLang="en-US"/>
              <a:t>拉普拉斯变换</a:t>
            </a:r>
          </a:p>
        </p:txBody>
      </p:sp>
      <p:sp>
        <p:nvSpPr>
          <p:cNvPr id="4" name="灯片编号占位符 3">
            <a:extLst>
              <a:ext uri="{FF2B5EF4-FFF2-40B4-BE49-F238E27FC236}">
                <a16:creationId xmlns:a16="http://schemas.microsoft.com/office/drawing/2014/main" id="{1C72B8B8-3CAF-4E7E-B874-EAFABFA30E3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19DD14-EC9B-401B-BEB5-9260548D8547}" type="slidenum">
              <a:rPr lang="zh-CN" altLang="en-US">
                <a:solidFill>
                  <a:srgbClr val="898989"/>
                </a:solidFill>
                <a:latin typeface="Calibri" panose="020F0502020204030204" pitchFamily="34" charset="0"/>
              </a:rPr>
              <a:pPr eaLnBrk="1" hangingPunct="1"/>
              <a:t>11</a:t>
            </a:fld>
            <a:endParaRPr lang="zh-CN" altLang="en-US">
              <a:solidFill>
                <a:srgbClr val="898989"/>
              </a:solidFill>
              <a:latin typeface="Calibri" panose="020F0502020204030204" pitchFamily="34" charset="0"/>
            </a:endParaRPr>
          </a:p>
        </p:txBody>
      </p:sp>
      <p:grpSp>
        <p:nvGrpSpPr>
          <p:cNvPr id="2" name="Group 3">
            <a:extLst>
              <a:ext uri="{FF2B5EF4-FFF2-40B4-BE49-F238E27FC236}">
                <a16:creationId xmlns:a16="http://schemas.microsoft.com/office/drawing/2014/main" id="{3F027FB0-6B7D-4969-B49B-B16BA72A9CD1}"/>
              </a:ext>
            </a:extLst>
          </p:cNvPr>
          <p:cNvGrpSpPr>
            <a:grpSpLocks/>
          </p:cNvGrpSpPr>
          <p:nvPr/>
        </p:nvGrpSpPr>
        <p:grpSpPr bwMode="auto">
          <a:xfrm>
            <a:off x="539552" y="1486246"/>
            <a:ext cx="5256212" cy="523875"/>
            <a:chOff x="624" y="958"/>
            <a:chExt cx="3311" cy="330"/>
          </a:xfrm>
        </p:grpSpPr>
        <mc:AlternateContent xmlns:mc="http://schemas.openxmlformats.org/markup-compatibility/2006" xmlns:a14="http://schemas.microsoft.com/office/drawing/2010/main">
          <mc:Choice Requires="a14">
            <p:sp>
              <p:nvSpPr>
                <p:cNvPr id="16397" name="Object 2">
                  <a:extLst>
                    <a:ext uri="{FF2B5EF4-FFF2-40B4-BE49-F238E27FC236}">
                      <a16:creationId xmlns:a16="http://schemas.microsoft.com/office/drawing/2014/main" id="{50D881AF-6C88-40EE-AF26-3962707342E1}"/>
                    </a:ext>
                  </a:extLst>
                </p:cNvPr>
                <p:cNvSpPr txBox="1"/>
                <p:nvPr/>
              </p:nvSpPr>
              <p:spPr bwMode="auto">
                <a:xfrm>
                  <a:off x="1259" y="958"/>
                  <a:ext cx="2676"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sup>
                        </m:sSup>
                        <m:r>
                          <a:rPr lang="en-US" sz="2800" i="1">
                            <a:solidFill>
                              <a:srgbClr val="000000"/>
                            </a:solidFill>
                            <a:latin typeface="Cambria Math" panose="02040503050406030204" pitchFamily="18" charset="0"/>
                          </a:rPr>
                          <m:t>𝑢</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𝑡</m:t>
                            </m:r>
                          </m:sup>
                        </m:sSup>
                        <m:r>
                          <a:rPr lang="en-US" sz="2800" i="1">
                            <a:solidFill>
                              <a:srgbClr val="000000"/>
                            </a:solidFill>
                            <a:latin typeface="Cambria Math" panose="02040503050406030204" pitchFamily="18" charset="0"/>
                          </a:rPr>
                          <m:t>𝑢</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6397" name="Object 2">
                  <a:extLst>
                    <a:ext uri="{FF2B5EF4-FFF2-40B4-BE49-F238E27FC236}">
                      <a16:creationId xmlns:a16="http://schemas.microsoft.com/office/drawing/2014/main" id="{50D881AF-6C88-40EE-AF26-3962707342E1}"/>
                    </a:ext>
                  </a:extLst>
                </p:cNvPr>
                <p:cNvSpPr txBox="1">
                  <a:spLocks noRot="1" noChangeAspect="1" noMove="1" noResize="1" noEditPoints="1" noAdjustHandles="1" noChangeArrowheads="1" noChangeShapeType="1" noTextEdit="1"/>
                </p:cNvSpPr>
                <p:nvPr/>
              </p:nvSpPr>
              <p:spPr bwMode="auto">
                <a:xfrm>
                  <a:off x="1259" y="958"/>
                  <a:ext cx="2676" cy="330"/>
                </a:xfrm>
                <a:prstGeom prst="rect">
                  <a:avLst/>
                </a:prstGeom>
                <a:blipFill>
                  <a:blip r:embed="rId3"/>
                  <a:stretch>
                    <a:fillRect/>
                  </a:stretch>
                </a:blipFill>
                <a:ln>
                  <a:noFill/>
                </a:ln>
                <a:effectLst/>
              </p:spPr>
              <p:txBody>
                <a:bodyPr/>
                <a:lstStyle/>
                <a:p>
                  <a:r>
                    <a:rPr lang="en-US">
                      <a:noFill/>
                    </a:rPr>
                    <a:t> </a:t>
                  </a:r>
                </a:p>
              </p:txBody>
            </p:sp>
          </mc:Fallback>
        </mc:AlternateContent>
        <p:sp>
          <p:nvSpPr>
            <p:cNvPr id="16421" name="Text Box 5">
              <a:extLst>
                <a:ext uri="{FF2B5EF4-FFF2-40B4-BE49-F238E27FC236}">
                  <a16:creationId xmlns:a16="http://schemas.microsoft.com/office/drawing/2014/main" id="{C02D626F-7781-42A9-ACC1-F34CB4C61A09}"/>
                </a:ext>
              </a:extLst>
            </p:cNvPr>
            <p:cNvSpPr txBox="1">
              <a:spLocks noChangeArrowheads="1"/>
            </p:cNvSpPr>
            <p:nvPr/>
          </p:nvSpPr>
          <p:spPr bwMode="auto">
            <a:xfrm>
              <a:off x="624" y="960"/>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3</a:t>
              </a:r>
              <a:r>
                <a:rPr lang="en-US" altLang="zh-CN"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a:t>
              </a:r>
            </a:p>
          </p:txBody>
        </p:sp>
      </p:grpSp>
      <mc:AlternateContent xmlns:mc="http://schemas.openxmlformats.org/markup-compatibility/2006" xmlns:a14="http://schemas.microsoft.com/office/drawing/2010/main">
        <mc:Choice Requires="a14">
          <p:sp>
            <p:nvSpPr>
              <p:cNvPr id="9" name="Object 3">
                <a:extLst>
                  <a:ext uri="{FF2B5EF4-FFF2-40B4-BE49-F238E27FC236}">
                    <a16:creationId xmlns:a16="http://schemas.microsoft.com/office/drawing/2014/main" id="{4A6834C8-1915-40DD-BE9C-02FC11BF8945}"/>
                  </a:ext>
                </a:extLst>
              </p:cNvPr>
              <p:cNvSpPr txBox="1"/>
              <p:nvPr/>
            </p:nvSpPr>
            <p:spPr bwMode="auto">
              <a:xfrm>
                <a:off x="795521" y="2515395"/>
                <a:ext cx="5336992" cy="1024639"/>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pc="-200">
                          <a:solidFill>
                            <a:srgbClr val="000000"/>
                          </a:solidFill>
                          <a:latin typeface="Cambria Math" panose="02040503050406030204" pitchFamily="18" charset="0"/>
                        </a:rPr>
                        <m:t>𝑋</m:t>
                      </m:r>
                      <m:r>
                        <a:rPr lang="en-US" sz="2800" i="1" spc="-200">
                          <a:solidFill>
                            <a:srgbClr val="000000"/>
                          </a:solidFill>
                          <a:latin typeface="Cambria Math" panose="02040503050406030204" pitchFamily="18" charset="0"/>
                        </a:rPr>
                        <m:t>(</m:t>
                      </m:r>
                      <m:r>
                        <a:rPr lang="en-US" sz="2800" i="1" spc="-200">
                          <a:solidFill>
                            <a:srgbClr val="000000"/>
                          </a:solidFill>
                          <a:latin typeface="Cambria Math" panose="02040503050406030204" pitchFamily="18" charset="0"/>
                        </a:rPr>
                        <m:t>𝑠</m:t>
                      </m:r>
                      <m:r>
                        <a:rPr lang="en-US" sz="2800" i="1" spc="-200">
                          <a:solidFill>
                            <a:srgbClr val="000000"/>
                          </a:solidFill>
                          <a:latin typeface="Cambria Math" panose="02040503050406030204" pitchFamily="18" charset="0"/>
                        </a:rPr>
                        <m:t>)=</m:t>
                      </m:r>
                      <m:nary>
                        <m:naryPr>
                          <m:ctrlPr>
                            <a:rPr lang="en-US" sz="2800" i="1" spc="-200">
                              <a:solidFill>
                                <a:srgbClr val="000000"/>
                              </a:solidFill>
                              <a:latin typeface="Cambria Math" panose="02040503050406030204" pitchFamily="18" charset="0"/>
                            </a:rPr>
                          </m:ctrlPr>
                        </m:naryPr>
                        <m:sub>
                          <m:r>
                            <a:rPr lang="en-US" sz="2800" i="1" spc="-200">
                              <a:solidFill>
                                <a:srgbClr val="000000"/>
                              </a:solidFill>
                              <a:latin typeface="Cambria Math" panose="02040503050406030204" pitchFamily="18" charset="0"/>
                            </a:rPr>
                            <m:t>0</m:t>
                          </m:r>
                        </m:sub>
                        <m:sup>
                          <m:r>
                            <a:rPr lang="en-US" sz="2800" i="1" spc="-200">
                              <a:solidFill>
                                <a:srgbClr val="000000"/>
                              </a:solidFill>
                              <a:latin typeface="Cambria Math" panose="02040503050406030204" pitchFamily="18" charset="0"/>
                            </a:rPr>
                            <m:t>∞</m:t>
                          </m:r>
                        </m:sup>
                        <m:e>
                          <m:sSup>
                            <m:sSupPr>
                              <m:ctrlPr>
                                <a:rPr lang="en-US" sz="2800" i="1" spc="-200">
                                  <a:solidFill>
                                    <a:srgbClr val="000000"/>
                                  </a:solidFill>
                                  <a:latin typeface="Cambria Math" panose="02040503050406030204" pitchFamily="18" charset="0"/>
                                </a:rPr>
                              </m:ctrlPr>
                            </m:sSupPr>
                            <m:e>
                              <m:r>
                                <m:rPr>
                                  <m:sty m:val="p"/>
                                </m:rPr>
                                <a:rPr lang="en-US" sz="2800" i="0" spc="-200">
                                  <a:solidFill>
                                    <a:srgbClr val="000000"/>
                                  </a:solidFill>
                                  <a:latin typeface="Cambria Math" panose="02040503050406030204" pitchFamily="18" charset="0"/>
                                </a:rPr>
                                <m:t>e</m:t>
                              </m:r>
                            </m:e>
                            <m:sup>
                              <m:r>
                                <a:rPr lang="en-US" sz="2800" i="1" spc="-200">
                                  <a:solidFill>
                                    <a:srgbClr val="000000"/>
                                  </a:solidFill>
                                  <a:latin typeface="Cambria Math" panose="02040503050406030204" pitchFamily="18" charset="0"/>
                                </a:rPr>
                                <m:t>−</m:t>
                              </m:r>
                              <m:r>
                                <a:rPr lang="en-US" sz="2800" i="1" spc="-200">
                                  <a:solidFill>
                                    <a:srgbClr val="000000"/>
                                  </a:solidFill>
                                  <a:latin typeface="Cambria Math" panose="02040503050406030204" pitchFamily="18" charset="0"/>
                                </a:rPr>
                                <m:t>𝑡</m:t>
                              </m:r>
                            </m:sup>
                          </m:sSup>
                          <m:sSup>
                            <m:sSupPr>
                              <m:ctrlPr>
                                <a:rPr lang="en-US" sz="2800" i="1" spc="-200">
                                  <a:solidFill>
                                    <a:srgbClr val="000000"/>
                                  </a:solidFill>
                                  <a:latin typeface="Cambria Math" panose="02040503050406030204" pitchFamily="18" charset="0"/>
                                </a:rPr>
                              </m:ctrlPr>
                            </m:sSupPr>
                            <m:e>
                              <m:r>
                                <m:rPr>
                                  <m:sty m:val="p"/>
                                </m:rPr>
                                <a:rPr lang="en-US" sz="2800" i="0" spc="-200">
                                  <a:solidFill>
                                    <a:srgbClr val="000000"/>
                                  </a:solidFill>
                                  <a:latin typeface="Cambria Math" panose="02040503050406030204" pitchFamily="18" charset="0"/>
                                </a:rPr>
                                <m:t>e</m:t>
                              </m:r>
                            </m:e>
                            <m:sup>
                              <m:r>
                                <a:rPr lang="en-US" sz="2800" i="1" spc="-200">
                                  <a:solidFill>
                                    <a:srgbClr val="000000"/>
                                  </a:solidFill>
                                  <a:latin typeface="Cambria Math" panose="02040503050406030204" pitchFamily="18" charset="0"/>
                                </a:rPr>
                                <m:t>−</m:t>
                              </m:r>
                              <m:r>
                                <a:rPr lang="en-US" sz="2800" i="1" spc="-200">
                                  <a:solidFill>
                                    <a:srgbClr val="000000"/>
                                  </a:solidFill>
                                  <a:latin typeface="Cambria Math" panose="02040503050406030204" pitchFamily="18" charset="0"/>
                                </a:rPr>
                                <m:t>𝑠𝑡</m:t>
                              </m:r>
                            </m:sup>
                          </m:sSup>
                          <m:r>
                            <m:rPr>
                              <m:sty m:val="p"/>
                            </m:rPr>
                            <a:rPr lang="en-US" sz="2800" i="0" spc="-200">
                              <a:solidFill>
                                <a:srgbClr val="000000"/>
                              </a:solidFill>
                              <a:latin typeface="Cambria Math" panose="02040503050406030204" pitchFamily="18" charset="0"/>
                            </a:rPr>
                            <m:t>d</m:t>
                          </m:r>
                          <m:r>
                            <a:rPr lang="en-US" sz="2800" i="1" spc="-200">
                              <a:solidFill>
                                <a:srgbClr val="000000"/>
                              </a:solidFill>
                              <a:latin typeface="Cambria Math" panose="02040503050406030204" pitchFamily="18" charset="0"/>
                            </a:rPr>
                            <m:t>𝑡</m:t>
                          </m:r>
                        </m:e>
                      </m:nary>
                      <m:r>
                        <a:rPr lang="en-US" sz="2800" i="1" spc="-200">
                          <a:solidFill>
                            <a:srgbClr val="000000"/>
                          </a:solidFill>
                          <a:latin typeface="Cambria Math" panose="02040503050406030204" pitchFamily="18" charset="0"/>
                        </a:rPr>
                        <m:t>+</m:t>
                      </m:r>
                      <m:nary>
                        <m:naryPr>
                          <m:ctrlPr>
                            <a:rPr lang="en-US" sz="2800" i="1" spc="-200">
                              <a:solidFill>
                                <a:srgbClr val="000000"/>
                              </a:solidFill>
                              <a:latin typeface="Cambria Math" panose="02040503050406030204" pitchFamily="18" charset="0"/>
                            </a:rPr>
                          </m:ctrlPr>
                        </m:naryPr>
                        <m:sub>
                          <m:r>
                            <a:rPr lang="en-US" sz="2800" i="1" spc="-200">
                              <a:solidFill>
                                <a:srgbClr val="000000"/>
                              </a:solidFill>
                              <a:latin typeface="Cambria Math" panose="02040503050406030204" pitchFamily="18" charset="0"/>
                            </a:rPr>
                            <m:t>0</m:t>
                          </m:r>
                        </m:sub>
                        <m:sup>
                          <m:r>
                            <a:rPr lang="en-US" sz="2800" i="1" spc="-200">
                              <a:solidFill>
                                <a:srgbClr val="000000"/>
                              </a:solidFill>
                              <a:latin typeface="Cambria Math" panose="02040503050406030204" pitchFamily="18" charset="0"/>
                            </a:rPr>
                            <m:t>∞</m:t>
                          </m:r>
                        </m:sup>
                        <m:e>
                          <m:sSup>
                            <m:sSupPr>
                              <m:ctrlPr>
                                <a:rPr lang="en-US" sz="2800" i="1" spc="-200">
                                  <a:solidFill>
                                    <a:srgbClr val="000000"/>
                                  </a:solidFill>
                                  <a:latin typeface="Cambria Math" panose="02040503050406030204" pitchFamily="18" charset="0"/>
                                </a:rPr>
                              </m:ctrlPr>
                            </m:sSupPr>
                            <m:e>
                              <m:r>
                                <m:rPr>
                                  <m:sty m:val="p"/>
                                </m:rPr>
                                <a:rPr lang="en-US" sz="2800" i="0" spc="-200">
                                  <a:solidFill>
                                    <a:srgbClr val="000000"/>
                                  </a:solidFill>
                                  <a:latin typeface="Cambria Math" panose="02040503050406030204" pitchFamily="18" charset="0"/>
                                </a:rPr>
                                <m:t>e</m:t>
                              </m:r>
                            </m:e>
                            <m:sup>
                              <m:r>
                                <a:rPr lang="en-US" sz="2800" i="1" spc="-200">
                                  <a:solidFill>
                                    <a:srgbClr val="000000"/>
                                  </a:solidFill>
                                  <a:latin typeface="Cambria Math" panose="02040503050406030204" pitchFamily="18" charset="0"/>
                                </a:rPr>
                                <m:t>−2</m:t>
                              </m:r>
                              <m:r>
                                <a:rPr lang="en-US" sz="2800" i="1" spc="-200">
                                  <a:solidFill>
                                    <a:srgbClr val="000000"/>
                                  </a:solidFill>
                                  <a:latin typeface="Cambria Math" panose="02040503050406030204" pitchFamily="18" charset="0"/>
                                </a:rPr>
                                <m:t>𝑡</m:t>
                              </m:r>
                            </m:sup>
                          </m:sSup>
                          <m:sSup>
                            <m:sSupPr>
                              <m:ctrlPr>
                                <a:rPr lang="en-US" sz="2800" i="1" spc="-200">
                                  <a:solidFill>
                                    <a:srgbClr val="000000"/>
                                  </a:solidFill>
                                  <a:latin typeface="Cambria Math" panose="02040503050406030204" pitchFamily="18" charset="0"/>
                                </a:rPr>
                              </m:ctrlPr>
                            </m:sSupPr>
                            <m:e>
                              <m:r>
                                <m:rPr>
                                  <m:sty m:val="p"/>
                                </m:rPr>
                                <a:rPr lang="en-US" sz="2800" i="0" spc="-200">
                                  <a:solidFill>
                                    <a:srgbClr val="000000"/>
                                  </a:solidFill>
                                  <a:latin typeface="Cambria Math" panose="02040503050406030204" pitchFamily="18" charset="0"/>
                                </a:rPr>
                                <m:t>e</m:t>
                              </m:r>
                            </m:e>
                            <m:sup>
                              <m:r>
                                <a:rPr lang="en-US" sz="2800" i="1" spc="-200">
                                  <a:solidFill>
                                    <a:srgbClr val="000000"/>
                                  </a:solidFill>
                                  <a:latin typeface="Cambria Math" panose="02040503050406030204" pitchFamily="18" charset="0"/>
                                </a:rPr>
                                <m:t>−</m:t>
                              </m:r>
                              <m:r>
                                <a:rPr lang="en-US" sz="2800" i="1" spc="-200">
                                  <a:solidFill>
                                    <a:srgbClr val="000000"/>
                                  </a:solidFill>
                                  <a:latin typeface="Cambria Math" panose="02040503050406030204" pitchFamily="18" charset="0"/>
                                </a:rPr>
                                <m:t>𝑠𝑡</m:t>
                              </m:r>
                            </m:sup>
                          </m:sSup>
                          <m:r>
                            <m:rPr>
                              <m:sty m:val="p"/>
                            </m:rPr>
                            <a:rPr lang="en-US" sz="2800" i="0" spc="-200">
                              <a:solidFill>
                                <a:srgbClr val="000000"/>
                              </a:solidFill>
                              <a:latin typeface="Cambria Math" panose="02040503050406030204" pitchFamily="18" charset="0"/>
                            </a:rPr>
                            <m:t>d</m:t>
                          </m:r>
                          <m:r>
                            <a:rPr lang="en-US" sz="2800" i="1" spc="-200">
                              <a:solidFill>
                                <a:srgbClr val="000000"/>
                              </a:solidFill>
                              <a:latin typeface="Cambria Math" panose="02040503050406030204" pitchFamily="18" charset="0"/>
                            </a:rPr>
                            <m:t>𝑡</m:t>
                          </m:r>
                        </m:e>
                      </m:nary>
                    </m:oMath>
                  </m:oMathPara>
                </a14:m>
                <a:endParaRPr lang="en-US" sz="2800" spc="-200" dirty="0"/>
              </a:p>
            </p:txBody>
          </p:sp>
        </mc:Choice>
        <mc:Fallback xmlns="">
          <p:sp>
            <p:nvSpPr>
              <p:cNvPr id="9" name="Object 3">
                <a:extLst>
                  <a:ext uri="{FF2B5EF4-FFF2-40B4-BE49-F238E27FC236}">
                    <a16:creationId xmlns:a16="http://schemas.microsoft.com/office/drawing/2014/main" id="{4A6834C8-1915-40DD-BE9C-02FC11BF8945}"/>
                  </a:ext>
                </a:extLst>
              </p:cNvPr>
              <p:cNvSpPr txBox="1">
                <a:spLocks noRot="1" noChangeAspect="1" noMove="1" noResize="1" noEditPoints="1" noAdjustHandles="1" noChangeArrowheads="1" noChangeShapeType="1" noTextEdit="1"/>
              </p:cNvSpPr>
              <p:nvPr/>
            </p:nvSpPr>
            <p:spPr bwMode="auto">
              <a:xfrm>
                <a:off x="795521" y="2515395"/>
                <a:ext cx="5336992" cy="1024639"/>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3" name="Group 7">
            <a:extLst>
              <a:ext uri="{FF2B5EF4-FFF2-40B4-BE49-F238E27FC236}">
                <a16:creationId xmlns:a16="http://schemas.microsoft.com/office/drawing/2014/main" id="{6149BBC6-C66A-48F3-9F97-D62F28ECA0CC}"/>
              </a:ext>
            </a:extLst>
          </p:cNvPr>
          <p:cNvGrpSpPr>
            <a:grpSpLocks/>
          </p:cNvGrpSpPr>
          <p:nvPr/>
        </p:nvGrpSpPr>
        <p:grpSpPr bwMode="auto">
          <a:xfrm>
            <a:off x="673695" y="3644452"/>
            <a:ext cx="5332413" cy="946150"/>
            <a:chOff x="583" y="2160"/>
            <a:chExt cx="3359" cy="596"/>
          </a:xfrm>
        </p:grpSpPr>
        <mc:AlternateContent xmlns:mc="http://schemas.openxmlformats.org/markup-compatibility/2006" xmlns:a14="http://schemas.microsoft.com/office/drawing/2010/main">
          <mc:Choice Requires="a14">
            <p:sp>
              <p:nvSpPr>
                <p:cNvPr id="16395" name="Object 4">
                  <a:extLst>
                    <a:ext uri="{FF2B5EF4-FFF2-40B4-BE49-F238E27FC236}">
                      <a16:creationId xmlns:a16="http://schemas.microsoft.com/office/drawing/2014/main" id="{5721201F-6EFF-42DD-9A2F-9AB6CDFEB3F4}"/>
                    </a:ext>
                  </a:extLst>
                </p:cNvPr>
                <p:cNvSpPr txBox="1"/>
                <p:nvPr/>
              </p:nvSpPr>
              <p:spPr bwMode="auto">
                <a:xfrm>
                  <a:off x="583" y="2160"/>
                  <a:ext cx="2091" cy="59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pc="-100">
                            <a:solidFill>
                              <a:srgbClr val="000000"/>
                            </a:solidFill>
                            <a:latin typeface="Cambria Math" panose="02040503050406030204" pitchFamily="18" charset="0"/>
                          </a:rPr>
                          <m:t>∵  </m:t>
                        </m:r>
                        <m:sSup>
                          <m:sSupPr>
                            <m:ctrlPr>
                              <a:rPr lang="en-US" sz="2800" i="1" spc="-100">
                                <a:solidFill>
                                  <a:srgbClr val="000000"/>
                                </a:solidFill>
                                <a:latin typeface="Cambria Math" panose="02040503050406030204" pitchFamily="18" charset="0"/>
                              </a:rPr>
                            </m:ctrlPr>
                          </m:sSupPr>
                          <m:e>
                            <m:r>
                              <m:rPr>
                                <m:sty m:val="p"/>
                              </m:rPr>
                              <a:rPr lang="en-US" sz="2800" i="0" spc="-100">
                                <a:solidFill>
                                  <a:srgbClr val="000000"/>
                                </a:solidFill>
                                <a:latin typeface="Cambria Math" panose="02040503050406030204" pitchFamily="18" charset="0"/>
                              </a:rPr>
                              <m:t>e</m:t>
                            </m:r>
                          </m:e>
                          <m:sup>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sup>
                        </m:sSup>
                        <m:r>
                          <a:rPr lang="en-US" sz="2800" i="1" spc="-100">
                            <a:solidFill>
                              <a:srgbClr val="000000"/>
                            </a:solidFill>
                            <a:latin typeface="Cambria Math" panose="02040503050406030204" pitchFamily="18" charset="0"/>
                          </a:rPr>
                          <m:t>𝑢</m:t>
                        </m:r>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r>
                          <a:rPr lang="en-US" sz="2800" i="1" spc="-100">
                            <a:solidFill>
                              <a:srgbClr val="000000"/>
                            </a:solidFill>
                            <a:latin typeface="Cambria Math" panose="02040503050406030204" pitchFamily="18" charset="0"/>
                          </a:rPr>
                          <m:t>)↔</m:t>
                        </m:r>
                        <m:f>
                          <m:fPr>
                            <m:ctrlPr>
                              <a:rPr lang="en-US" sz="2800" i="1" spc="-100">
                                <a:solidFill>
                                  <a:srgbClr val="000000"/>
                                </a:solidFill>
                                <a:latin typeface="Cambria Math" panose="02040503050406030204" pitchFamily="18" charset="0"/>
                              </a:rPr>
                            </m:ctrlPr>
                          </m:fPr>
                          <m:num>
                            <m:r>
                              <a:rPr lang="en-US" sz="2800" i="1" spc="-100">
                                <a:solidFill>
                                  <a:srgbClr val="000000"/>
                                </a:solidFill>
                                <a:latin typeface="Cambria Math" panose="02040503050406030204" pitchFamily="18" charset="0"/>
                              </a:rPr>
                              <m:t>1</m:t>
                            </m:r>
                          </m:num>
                          <m:den>
                            <m:r>
                              <a:rPr lang="en-US" sz="2800" i="1" spc="-100">
                                <a:solidFill>
                                  <a:srgbClr val="000000"/>
                                </a:solidFill>
                                <a:latin typeface="Cambria Math" panose="02040503050406030204" pitchFamily="18" charset="0"/>
                              </a:rPr>
                              <m:t>𝑠</m:t>
                            </m:r>
                            <m:r>
                              <a:rPr lang="en-US" sz="2800" i="1" spc="-100">
                                <a:solidFill>
                                  <a:srgbClr val="000000"/>
                                </a:solidFill>
                                <a:latin typeface="Cambria Math" panose="02040503050406030204" pitchFamily="18" charset="0"/>
                              </a:rPr>
                              <m:t>+1</m:t>
                            </m:r>
                          </m:den>
                        </m:f>
                        <m:r>
                          <a:rPr lang="en-US" sz="2800" i="1" spc="-100">
                            <a:solidFill>
                              <a:srgbClr val="000000"/>
                            </a:solidFill>
                            <a:latin typeface="Cambria Math" panose="02040503050406030204" pitchFamily="18" charset="0"/>
                          </a:rPr>
                          <m:t>,</m:t>
                        </m:r>
                      </m:oMath>
                    </m:oMathPara>
                  </a14:m>
                  <a:endParaRPr lang="en-US" sz="2800" spc="-100" dirty="0"/>
                </a:p>
              </p:txBody>
            </p:sp>
          </mc:Choice>
          <mc:Fallback xmlns="">
            <p:sp>
              <p:nvSpPr>
                <p:cNvPr id="16395" name="Object 4">
                  <a:extLst>
                    <a:ext uri="{FF2B5EF4-FFF2-40B4-BE49-F238E27FC236}">
                      <a16:creationId xmlns:a16="http://schemas.microsoft.com/office/drawing/2014/main" id="{5721201F-6EFF-42DD-9A2F-9AB6CDFEB3F4}"/>
                    </a:ext>
                  </a:extLst>
                </p:cNvPr>
                <p:cNvSpPr txBox="1">
                  <a:spLocks noRot="1" noChangeAspect="1" noMove="1" noResize="1" noEditPoints="1" noAdjustHandles="1" noChangeArrowheads="1" noChangeShapeType="1" noTextEdit="1"/>
                </p:cNvSpPr>
                <p:nvPr/>
              </p:nvSpPr>
              <p:spPr bwMode="auto">
                <a:xfrm>
                  <a:off x="583" y="2160"/>
                  <a:ext cx="2091" cy="59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6" name="Object 5">
                  <a:extLst>
                    <a:ext uri="{FF2B5EF4-FFF2-40B4-BE49-F238E27FC236}">
                      <a16:creationId xmlns:a16="http://schemas.microsoft.com/office/drawing/2014/main" id="{73227DA2-A2A3-40C8-85C0-1DD4D4C641C0}"/>
                    </a:ext>
                  </a:extLst>
                </p:cNvPr>
                <p:cNvSpPr txBox="1"/>
                <p:nvPr/>
              </p:nvSpPr>
              <p:spPr bwMode="auto">
                <a:xfrm>
                  <a:off x="2650" y="2342"/>
                  <a:ext cx="1292"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a:solidFill>
                                  <a:srgbClr val="0000FF"/>
                                </a:solidFill>
                                <a:latin typeface="Cambria Math" panose="02040503050406030204" pitchFamily="18" charset="0"/>
                              </a:rPr>
                            </m:ctrlPr>
                          </m:funcPr>
                          <m:fName>
                            <m:r>
                              <m:rPr>
                                <m:sty m:val="p"/>
                              </m:rPr>
                              <a:rPr lang="en-US" sz="2800" i="0">
                                <a:solidFill>
                                  <a:srgbClr val="0000FF"/>
                                </a:solidFill>
                                <a:latin typeface="Cambria Math" panose="02040503050406030204" pitchFamily="18" charset="0"/>
                              </a:rPr>
                              <m:t>Re</m:t>
                            </m:r>
                          </m:fName>
                          <m:e>
                            <m:r>
                              <a:rPr lang="en-US" sz="2800" i="1">
                                <a:solidFill>
                                  <a:srgbClr val="0000FF"/>
                                </a:solidFill>
                                <a:latin typeface="Cambria Math" panose="02040503050406030204" pitchFamily="18" charset="0"/>
                              </a:rPr>
                              <m:t>[</m:t>
                            </m:r>
                          </m:e>
                        </m:func>
                        <m:r>
                          <a:rPr lang="en-US" sz="2800" i="1">
                            <a:solidFill>
                              <a:srgbClr val="0000FF"/>
                            </a:solidFill>
                            <a:latin typeface="Cambria Math" panose="02040503050406030204" pitchFamily="18" charset="0"/>
                          </a:rPr>
                          <m:t>𝑠</m:t>
                        </m:r>
                        <m:r>
                          <a:rPr lang="en-US" sz="2800" i="1">
                            <a:solidFill>
                              <a:srgbClr val="0000FF"/>
                            </a:solidFill>
                            <a:latin typeface="Cambria Math" panose="02040503050406030204" pitchFamily="18" charset="0"/>
                          </a:rPr>
                          <m:t>]&gt;−1</m:t>
                        </m:r>
                      </m:oMath>
                    </m:oMathPara>
                  </a14:m>
                  <a:endParaRPr lang="en-US" sz="2800" dirty="0"/>
                </a:p>
              </p:txBody>
            </p:sp>
          </mc:Choice>
          <mc:Fallback xmlns="">
            <p:sp>
              <p:nvSpPr>
                <p:cNvPr id="16396" name="Object 5">
                  <a:extLst>
                    <a:ext uri="{FF2B5EF4-FFF2-40B4-BE49-F238E27FC236}">
                      <a16:creationId xmlns:a16="http://schemas.microsoft.com/office/drawing/2014/main" id="{73227DA2-A2A3-40C8-85C0-1DD4D4C641C0}"/>
                    </a:ext>
                  </a:extLst>
                </p:cNvPr>
                <p:cNvSpPr txBox="1">
                  <a:spLocks noRot="1" noChangeAspect="1" noMove="1" noResize="1" noEditPoints="1" noAdjustHandles="1" noChangeArrowheads="1" noChangeShapeType="1" noTextEdit="1"/>
                </p:cNvSpPr>
                <p:nvPr/>
              </p:nvSpPr>
              <p:spPr bwMode="auto">
                <a:xfrm>
                  <a:off x="2650" y="2342"/>
                  <a:ext cx="1292" cy="330"/>
                </a:xfrm>
                <a:prstGeom prst="rect">
                  <a:avLst/>
                </a:prstGeom>
                <a:blipFill>
                  <a:blip r:embed="rId6"/>
                  <a:stretch>
                    <a:fillRect/>
                  </a:stretch>
                </a:blipFill>
                <a:ln>
                  <a:noFill/>
                </a:ln>
                <a:effectLst/>
              </p:spPr>
              <p:txBody>
                <a:bodyPr/>
                <a:lstStyle/>
                <a:p>
                  <a:r>
                    <a:rPr lang="en-US">
                      <a:noFill/>
                    </a:rPr>
                    <a:t> </a:t>
                  </a:r>
                </a:p>
              </p:txBody>
            </p:sp>
          </mc:Fallback>
        </mc:AlternateContent>
      </p:grpSp>
      <p:grpSp>
        <p:nvGrpSpPr>
          <p:cNvPr id="6" name="Group 10">
            <a:extLst>
              <a:ext uri="{FF2B5EF4-FFF2-40B4-BE49-F238E27FC236}">
                <a16:creationId xmlns:a16="http://schemas.microsoft.com/office/drawing/2014/main" id="{33560F70-054E-4DD8-8764-0D51C8ACF922}"/>
              </a:ext>
            </a:extLst>
          </p:cNvPr>
          <p:cNvGrpSpPr>
            <a:grpSpLocks/>
          </p:cNvGrpSpPr>
          <p:nvPr/>
        </p:nvGrpSpPr>
        <p:grpSpPr bwMode="auto">
          <a:xfrm>
            <a:off x="1148029" y="4857527"/>
            <a:ext cx="4711700" cy="909637"/>
            <a:chOff x="864" y="2880"/>
            <a:chExt cx="2968" cy="573"/>
          </a:xfrm>
        </p:grpSpPr>
        <mc:AlternateContent xmlns:mc="http://schemas.openxmlformats.org/markup-compatibility/2006" xmlns:a14="http://schemas.microsoft.com/office/drawing/2010/main">
          <mc:Choice Requires="a14">
            <p:sp>
              <p:nvSpPr>
                <p:cNvPr id="16393" name="Object 6">
                  <a:extLst>
                    <a:ext uri="{FF2B5EF4-FFF2-40B4-BE49-F238E27FC236}">
                      <a16:creationId xmlns:a16="http://schemas.microsoft.com/office/drawing/2014/main" id="{85548C03-0E4C-4E84-AD83-53F3E583882D}"/>
                    </a:ext>
                  </a:extLst>
                </p:cNvPr>
                <p:cNvSpPr txBox="1"/>
                <p:nvPr/>
              </p:nvSpPr>
              <p:spPr bwMode="auto">
                <a:xfrm>
                  <a:off x="864" y="2880"/>
                  <a:ext cx="1885" cy="5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sz="2800" i="1" spc="-100">
                                <a:solidFill>
                                  <a:srgbClr val="000000"/>
                                </a:solidFill>
                                <a:latin typeface="Cambria Math" panose="02040503050406030204" pitchFamily="18" charset="0"/>
                              </a:rPr>
                            </m:ctrlPr>
                          </m:sSupPr>
                          <m:e>
                            <m:r>
                              <m:rPr>
                                <m:sty m:val="p"/>
                              </m:rPr>
                              <a:rPr lang="en-US" sz="2800" i="0" spc="-100">
                                <a:solidFill>
                                  <a:srgbClr val="000000"/>
                                </a:solidFill>
                                <a:latin typeface="Cambria Math" panose="02040503050406030204" pitchFamily="18" charset="0"/>
                              </a:rPr>
                              <m:t>e</m:t>
                            </m:r>
                          </m:e>
                          <m:sup>
                            <m:r>
                              <a:rPr lang="en-US" sz="2800" i="1" spc="-100">
                                <a:solidFill>
                                  <a:srgbClr val="000000"/>
                                </a:solidFill>
                                <a:latin typeface="Cambria Math" panose="02040503050406030204" pitchFamily="18" charset="0"/>
                              </a:rPr>
                              <m:t>−2</m:t>
                            </m:r>
                            <m:r>
                              <a:rPr lang="en-US" sz="2800" i="1" spc="-100">
                                <a:solidFill>
                                  <a:srgbClr val="000000"/>
                                </a:solidFill>
                                <a:latin typeface="Cambria Math" panose="02040503050406030204" pitchFamily="18" charset="0"/>
                              </a:rPr>
                              <m:t>𝑡</m:t>
                            </m:r>
                          </m:sup>
                        </m:sSup>
                        <m:r>
                          <a:rPr lang="en-US" sz="2800" i="1" spc="-100">
                            <a:solidFill>
                              <a:srgbClr val="000000"/>
                            </a:solidFill>
                            <a:latin typeface="Cambria Math" panose="02040503050406030204" pitchFamily="18" charset="0"/>
                          </a:rPr>
                          <m:t>𝑢</m:t>
                        </m:r>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r>
                          <a:rPr lang="en-US" sz="2800" i="1" spc="-100">
                            <a:solidFill>
                              <a:srgbClr val="000000"/>
                            </a:solidFill>
                            <a:latin typeface="Cambria Math" panose="02040503050406030204" pitchFamily="18" charset="0"/>
                          </a:rPr>
                          <m:t>)↔</m:t>
                        </m:r>
                        <m:f>
                          <m:fPr>
                            <m:ctrlPr>
                              <a:rPr lang="en-US" sz="2800" i="1" spc="-100">
                                <a:solidFill>
                                  <a:srgbClr val="000000"/>
                                </a:solidFill>
                                <a:latin typeface="Cambria Math" panose="02040503050406030204" pitchFamily="18" charset="0"/>
                              </a:rPr>
                            </m:ctrlPr>
                          </m:fPr>
                          <m:num>
                            <m:r>
                              <a:rPr lang="en-US" sz="2800" i="1" spc="-100">
                                <a:solidFill>
                                  <a:srgbClr val="000000"/>
                                </a:solidFill>
                                <a:latin typeface="Cambria Math" panose="02040503050406030204" pitchFamily="18" charset="0"/>
                              </a:rPr>
                              <m:t>1</m:t>
                            </m:r>
                          </m:num>
                          <m:den>
                            <m:r>
                              <a:rPr lang="en-US" sz="2800" i="1" spc="-100">
                                <a:solidFill>
                                  <a:srgbClr val="000000"/>
                                </a:solidFill>
                                <a:latin typeface="Cambria Math" panose="02040503050406030204" pitchFamily="18" charset="0"/>
                              </a:rPr>
                              <m:t>𝑠</m:t>
                            </m:r>
                            <m:r>
                              <a:rPr lang="en-US" sz="2800" i="1" spc="-100">
                                <a:solidFill>
                                  <a:srgbClr val="000000"/>
                                </a:solidFill>
                                <a:latin typeface="Cambria Math" panose="02040503050406030204" pitchFamily="18" charset="0"/>
                              </a:rPr>
                              <m:t>+2</m:t>
                            </m:r>
                          </m:den>
                        </m:f>
                        <m:r>
                          <a:rPr lang="en-US" sz="2800" i="1" spc="-100">
                            <a:solidFill>
                              <a:srgbClr val="000000"/>
                            </a:solidFill>
                            <a:latin typeface="Cambria Math" panose="02040503050406030204" pitchFamily="18" charset="0"/>
                          </a:rPr>
                          <m:t>,</m:t>
                        </m:r>
                      </m:oMath>
                    </m:oMathPara>
                  </a14:m>
                  <a:endParaRPr lang="en-US" sz="2800" spc="-100" dirty="0"/>
                </a:p>
              </p:txBody>
            </p:sp>
          </mc:Choice>
          <mc:Fallback xmlns="">
            <p:sp>
              <p:nvSpPr>
                <p:cNvPr id="16393" name="Object 6">
                  <a:extLst>
                    <a:ext uri="{FF2B5EF4-FFF2-40B4-BE49-F238E27FC236}">
                      <a16:creationId xmlns:a16="http://schemas.microsoft.com/office/drawing/2014/main" id="{85548C03-0E4C-4E84-AD83-53F3E583882D}"/>
                    </a:ext>
                  </a:extLst>
                </p:cNvPr>
                <p:cNvSpPr txBox="1">
                  <a:spLocks noRot="1" noChangeAspect="1" noMove="1" noResize="1" noEditPoints="1" noAdjustHandles="1" noChangeArrowheads="1" noChangeShapeType="1" noTextEdit="1"/>
                </p:cNvSpPr>
                <p:nvPr/>
              </p:nvSpPr>
              <p:spPr bwMode="auto">
                <a:xfrm>
                  <a:off x="864" y="2880"/>
                  <a:ext cx="1885" cy="573"/>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4" name="Object 7">
                  <a:extLst>
                    <a:ext uri="{FF2B5EF4-FFF2-40B4-BE49-F238E27FC236}">
                      <a16:creationId xmlns:a16="http://schemas.microsoft.com/office/drawing/2014/main" id="{4B1D740D-E682-4DFE-B936-DD718856A86C}"/>
                    </a:ext>
                  </a:extLst>
                </p:cNvPr>
                <p:cNvSpPr txBox="1"/>
                <p:nvPr/>
              </p:nvSpPr>
              <p:spPr bwMode="auto">
                <a:xfrm>
                  <a:off x="2643" y="3043"/>
                  <a:ext cx="1189"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spc="-100">
                                <a:solidFill>
                                  <a:srgbClr val="0000FF"/>
                                </a:solidFill>
                                <a:latin typeface="Cambria Math" panose="02040503050406030204" pitchFamily="18" charset="0"/>
                              </a:rPr>
                            </m:ctrlPr>
                          </m:funcPr>
                          <m:fName>
                            <m:r>
                              <m:rPr>
                                <m:sty m:val="p"/>
                              </m:rPr>
                              <a:rPr lang="en-US" sz="2800" i="0" spc="-100">
                                <a:solidFill>
                                  <a:srgbClr val="0000FF"/>
                                </a:solidFill>
                                <a:latin typeface="Cambria Math" panose="02040503050406030204" pitchFamily="18" charset="0"/>
                              </a:rPr>
                              <m:t>Re</m:t>
                            </m:r>
                          </m:fName>
                          <m:e>
                            <m:r>
                              <a:rPr lang="en-US" sz="2800" i="1" spc="-100">
                                <a:solidFill>
                                  <a:srgbClr val="0000FF"/>
                                </a:solidFill>
                                <a:latin typeface="Cambria Math" panose="02040503050406030204" pitchFamily="18" charset="0"/>
                              </a:rPr>
                              <m:t>[</m:t>
                            </m:r>
                          </m:e>
                        </m:func>
                        <m:r>
                          <a:rPr lang="en-US" sz="2800" i="1" spc="-100">
                            <a:solidFill>
                              <a:srgbClr val="0000FF"/>
                            </a:solidFill>
                            <a:latin typeface="Cambria Math" panose="02040503050406030204" pitchFamily="18" charset="0"/>
                          </a:rPr>
                          <m:t>𝑠</m:t>
                        </m:r>
                        <m:r>
                          <a:rPr lang="en-US" sz="2800" i="1" spc="-100">
                            <a:solidFill>
                              <a:srgbClr val="0000FF"/>
                            </a:solidFill>
                            <a:latin typeface="Cambria Math" panose="02040503050406030204" pitchFamily="18" charset="0"/>
                          </a:rPr>
                          <m:t>]&gt;−2</m:t>
                        </m:r>
                      </m:oMath>
                    </m:oMathPara>
                  </a14:m>
                  <a:endParaRPr lang="en-US" sz="2800" spc="-100" dirty="0"/>
                </a:p>
              </p:txBody>
            </p:sp>
          </mc:Choice>
          <mc:Fallback xmlns="">
            <p:sp>
              <p:nvSpPr>
                <p:cNvPr id="16394" name="Object 7">
                  <a:extLst>
                    <a:ext uri="{FF2B5EF4-FFF2-40B4-BE49-F238E27FC236}">
                      <a16:creationId xmlns:a16="http://schemas.microsoft.com/office/drawing/2014/main" id="{4B1D740D-E682-4DFE-B936-DD718856A86C}"/>
                    </a:ext>
                  </a:extLst>
                </p:cNvPr>
                <p:cNvSpPr txBox="1">
                  <a:spLocks noRot="1" noChangeAspect="1" noMove="1" noResize="1" noEditPoints="1" noAdjustHandles="1" noChangeArrowheads="1" noChangeShapeType="1" noTextEdit="1"/>
                </p:cNvSpPr>
                <p:nvPr/>
              </p:nvSpPr>
              <p:spPr bwMode="auto">
                <a:xfrm>
                  <a:off x="2643" y="3043"/>
                  <a:ext cx="1189" cy="330"/>
                </a:xfrm>
                <a:prstGeom prst="rect">
                  <a:avLst/>
                </a:prstGeom>
                <a:blipFill>
                  <a:blip r:embed="rId8"/>
                  <a:stretch>
                    <a:fillRect/>
                  </a:stretch>
                </a:blipFill>
                <a:ln>
                  <a:noFill/>
                </a:ln>
                <a:effectLst/>
              </p:spPr>
              <p:txBody>
                <a:bodyPr/>
                <a:lstStyle/>
                <a:p>
                  <a:r>
                    <a:rPr lang="en-US">
                      <a:noFill/>
                    </a:rPr>
                    <a:t> </a:t>
                  </a:r>
                </a:p>
              </p:txBody>
            </p:sp>
          </mc:Fallback>
        </mc:AlternateContent>
      </p:grpSp>
      <p:grpSp>
        <p:nvGrpSpPr>
          <p:cNvPr id="7" name="Group 13">
            <a:extLst>
              <a:ext uri="{FF2B5EF4-FFF2-40B4-BE49-F238E27FC236}">
                <a16:creationId xmlns:a16="http://schemas.microsoft.com/office/drawing/2014/main" id="{B579D58B-1E36-4515-920D-C1FF7BFFB5C7}"/>
              </a:ext>
            </a:extLst>
          </p:cNvPr>
          <p:cNvGrpSpPr>
            <a:grpSpLocks/>
          </p:cNvGrpSpPr>
          <p:nvPr/>
        </p:nvGrpSpPr>
        <p:grpSpPr bwMode="auto">
          <a:xfrm>
            <a:off x="6376989" y="1506538"/>
            <a:ext cx="2338388" cy="2492375"/>
            <a:chOff x="4168" y="1290"/>
            <a:chExt cx="1473" cy="1570"/>
          </a:xfrm>
        </p:grpSpPr>
        <mc:AlternateContent xmlns:mc="http://schemas.openxmlformats.org/markup-compatibility/2006" xmlns:a14="http://schemas.microsoft.com/office/drawing/2010/main">
          <mc:Choice Requires="a14">
            <p:graphicFrame>
              <p:nvGraphicFramePr>
                <p:cNvPr id="16390" name="Object 8">
                  <a:extLst>
                    <a:ext uri="{FF2B5EF4-FFF2-40B4-BE49-F238E27FC236}">
                      <a16:creationId xmlns:a16="http://schemas.microsoft.com/office/drawing/2014/main" id="{C5DE3800-3C7E-48D6-A920-AD83B829B273}"/>
                    </a:ext>
                  </a:extLst>
                </p:cNvPr>
                <p:cNvGraphicFramePr>
                  <a:graphicFrameLocks noChangeAspect="1"/>
                </p:cNvGraphicFramePr>
                <p:nvPr/>
              </p:nvGraphicFramePr>
              <p:xfrm>
                <a:off x="4176" y="1950"/>
                <a:ext cx="276" cy="227"/>
              </p:xfrm>
              <a:graphic>
                <a:graphicData uri="http://schemas.openxmlformats.org/presentationml/2006/ole">
                  <mc:AlternateContent>
                    <mc:Choice xmlns:v="urn:schemas-microsoft-com:vml" Requires="v">
                      <p:oleObj spid="_x0000_s2318" name="公式" r:id="rId9" imgW="203040" imgH="164880" progId="Equation.3">
                        <p:embed/>
                      </p:oleObj>
                    </mc:Choice>
                    <mc:Fallback>
                      <p:oleObj name="公式" r:id="rId9" imgW="203040" imgH="164880" progId="Equation.3">
                        <p:embed/>
                        <p:pic>
                          <p:nvPicPr>
                            <p:cNvPr id="0" name="Object 8"/>
                            <p:cNvPicPr>
                              <a:picLocks noChangeAspect="1" noChangeArrowheads="1"/>
                            </p:cNvPicPr>
                            <p:nvPr/>
                          </p:nvPicPr>
                          <p:blipFill>
                            <a:blip r:embed="rId10">
                              <a:extLst>
                                <a:ext uri="{28A0092B-C50C-407E-A947-70E740481C1C}">
                                  <a14:useLocalDpi val="0"/>
                                </a:ext>
                              </a:extLst>
                            </a:blip>
                            <a:srcRect/>
                            <a:stretch>
                              <a:fillRect/>
                            </a:stretch>
                          </p:blipFill>
                          <p:spPr bwMode="auto">
                            <a:xfrm>
                              <a:off x="4176" y="1950"/>
                              <a:ext cx="276" cy="22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16390" name="Object 8">
                  <a:extLst>
                    <a:ext uri="{FF2B5EF4-FFF2-40B4-BE49-F238E27FC236}">
                      <a16:creationId xmlns:a16="http://schemas.microsoft.com/office/drawing/2014/main" id="{C5DE3800-3C7E-48D6-A920-AD83B829B273}"/>
                    </a:ext>
                  </a:extLst>
                </p:cNvPr>
                <p:cNvGraphicFramePr>
                  <a:graphicFrameLocks noChangeAspect="1"/>
                </p:cNvGraphicFramePr>
                <p:nvPr/>
              </p:nvGraphicFramePr>
              <p:xfrm>
                <a:off x="4176" y="1950"/>
                <a:ext cx="276" cy="227"/>
              </p:xfrm>
              <a:graphic>
                <a:graphicData uri="http://schemas.openxmlformats.org/presentationml/2006/ole">
                  <mc:AlternateContent>
                    <mc:Choice xmlns:v="urn:schemas-microsoft-com:vml" Requires="v">
                      <p:oleObj spid="_x0000_s2142" name="公式" r:id="rId11" imgW="203040" imgH="164880" progId="Equation.3">
                        <p:embed/>
                      </p:oleObj>
                    </mc:Choice>
                    <mc:Fallback>
                      <p:oleObj name="公式" r:id="rId11" imgW="203040" imgH="16488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6" y="1950"/>
                              <a:ext cx="276"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16413" name="Group 15">
              <a:extLst>
                <a:ext uri="{FF2B5EF4-FFF2-40B4-BE49-F238E27FC236}">
                  <a16:creationId xmlns:a16="http://schemas.microsoft.com/office/drawing/2014/main" id="{9C78E3C8-6AC6-4753-B673-3918F6A2D226}"/>
                </a:ext>
              </a:extLst>
            </p:cNvPr>
            <p:cNvGrpSpPr>
              <a:grpSpLocks/>
            </p:cNvGrpSpPr>
            <p:nvPr/>
          </p:nvGrpSpPr>
          <p:grpSpPr bwMode="auto">
            <a:xfrm>
              <a:off x="4168" y="1290"/>
              <a:ext cx="1473" cy="1570"/>
              <a:chOff x="4278" y="1290"/>
              <a:chExt cx="1473" cy="1570"/>
            </a:xfrm>
          </p:grpSpPr>
          <p:sp>
            <p:nvSpPr>
              <p:cNvPr id="16414" name="Rectangle 16">
                <a:extLst>
                  <a:ext uri="{FF2B5EF4-FFF2-40B4-BE49-F238E27FC236}">
                    <a16:creationId xmlns:a16="http://schemas.microsoft.com/office/drawing/2014/main" id="{E8FC4C95-69A4-49C6-9AFF-1941FC728BEB}"/>
                  </a:ext>
                </a:extLst>
              </p:cNvPr>
              <p:cNvSpPr>
                <a:spLocks noChangeArrowheads="1"/>
              </p:cNvSpPr>
              <p:nvPr/>
            </p:nvSpPr>
            <p:spPr bwMode="auto">
              <a:xfrm>
                <a:off x="4580" y="1594"/>
                <a:ext cx="976" cy="1200"/>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415" name="Line 17">
                <a:extLst>
                  <a:ext uri="{FF2B5EF4-FFF2-40B4-BE49-F238E27FC236}">
                    <a16:creationId xmlns:a16="http://schemas.microsoft.com/office/drawing/2014/main" id="{42B902FB-9D2B-4730-8010-0D5466159C78}"/>
                  </a:ext>
                </a:extLst>
              </p:cNvPr>
              <p:cNvSpPr>
                <a:spLocks noChangeShapeType="1"/>
              </p:cNvSpPr>
              <p:nvPr/>
            </p:nvSpPr>
            <p:spPr bwMode="auto">
              <a:xfrm flipV="1">
                <a:off x="4811" y="1454"/>
                <a:ext cx="1" cy="13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16391" name="Object 9">
                    <a:extLst>
                      <a:ext uri="{FF2B5EF4-FFF2-40B4-BE49-F238E27FC236}">
                        <a16:creationId xmlns:a16="http://schemas.microsoft.com/office/drawing/2014/main" id="{DB5D1C78-1DA3-49A2-90DC-B6EAE01F9898}"/>
                      </a:ext>
                    </a:extLst>
                  </p:cNvPr>
                  <p:cNvSpPr txBox="1"/>
                  <p:nvPr/>
                </p:nvSpPr>
                <p:spPr bwMode="auto">
                  <a:xfrm>
                    <a:off x="5510" y="1898"/>
                    <a:ext cx="241"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𝜎</m:t>
                          </m:r>
                        </m:oMath>
                      </m:oMathPara>
                    </a14:m>
                    <a:endParaRPr lang="en-US" sz="2800" dirty="0"/>
                  </a:p>
                </p:txBody>
              </p:sp>
            </mc:Choice>
            <mc:Fallback xmlns="">
              <p:sp>
                <p:nvSpPr>
                  <p:cNvPr id="16391" name="Object 9">
                    <a:extLst>
                      <a:ext uri="{FF2B5EF4-FFF2-40B4-BE49-F238E27FC236}">
                        <a16:creationId xmlns:a16="http://schemas.microsoft.com/office/drawing/2014/main" id="{DB5D1C78-1DA3-49A2-90DC-B6EAE01F9898}"/>
                      </a:ext>
                    </a:extLst>
                  </p:cNvPr>
                  <p:cNvSpPr txBox="1">
                    <a:spLocks noRot="1" noChangeAspect="1" noMove="1" noResize="1" noEditPoints="1" noAdjustHandles="1" noChangeArrowheads="1" noChangeShapeType="1" noTextEdit="1"/>
                  </p:cNvSpPr>
                  <p:nvPr/>
                </p:nvSpPr>
                <p:spPr bwMode="auto">
                  <a:xfrm>
                    <a:off x="5510" y="1898"/>
                    <a:ext cx="241" cy="330"/>
                  </a:xfrm>
                  <a:prstGeom prst="rect">
                    <a:avLst/>
                  </a:prstGeom>
                  <a:blipFill>
                    <a:blip r:embed="rId1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2" name="Object 10">
                    <a:extLst>
                      <a:ext uri="{FF2B5EF4-FFF2-40B4-BE49-F238E27FC236}">
                        <a16:creationId xmlns:a16="http://schemas.microsoft.com/office/drawing/2014/main" id="{C01B99AB-5574-4CD8-A379-360EA7CA2DE7}"/>
                      </a:ext>
                    </a:extLst>
                  </p:cNvPr>
                  <p:cNvSpPr txBox="1"/>
                  <p:nvPr/>
                </p:nvSpPr>
                <p:spPr bwMode="auto">
                  <a:xfrm>
                    <a:off x="4806" y="1290"/>
                    <a:ext cx="313"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oMath>
                      </m:oMathPara>
                    </a14:m>
                    <a:endParaRPr lang="en-US" sz="2800" dirty="0"/>
                  </a:p>
                </p:txBody>
              </p:sp>
            </mc:Choice>
            <mc:Fallback xmlns="">
              <p:sp>
                <p:nvSpPr>
                  <p:cNvPr id="16392" name="Object 10">
                    <a:extLst>
                      <a:ext uri="{FF2B5EF4-FFF2-40B4-BE49-F238E27FC236}">
                        <a16:creationId xmlns:a16="http://schemas.microsoft.com/office/drawing/2014/main" id="{C01B99AB-5574-4CD8-A379-360EA7CA2DE7}"/>
                      </a:ext>
                    </a:extLst>
                  </p:cNvPr>
                  <p:cNvSpPr txBox="1">
                    <a:spLocks noRot="1" noChangeAspect="1" noMove="1" noResize="1" noEditPoints="1" noAdjustHandles="1" noChangeArrowheads="1" noChangeShapeType="1" noTextEdit="1"/>
                  </p:cNvSpPr>
                  <p:nvPr/>
                </p:nvSpPr>
                <p:spPr bwMode="auto">
                  <a:xfrm>
                    <a:off x="4806" y="1290"/>
                    <a:ext cx="313" cy="330"/>
                  </a:xfrm>
                  <a:prstGeom prst="rect">
                    <a:avLst/>
                  </a:prstGeom>
                  <a:blipFill>
                    <a:blip r:embed="rId14"/>
                    <a:stretch>
                      <a:fillRect/>
                    </a:stretch>
                  </a:blipFill>
                  <a:ln>
                    <a:noFill/>
                  </a:ln>
                  <a:effectLst/>
                </p:spPr>
                <p:txBody>
                  <a:bodyPr/>
                  <a:lstStyle/>
                  <a:p>
                    <a:r>
                      <a:rPr lang="en-US">
                        <a:noFill/>
                      </a:rPr>
                      <a:t> </a:t>
                    </a:r>
                  </a:p>
                </p:txBody>
              </p:sp>
            </mc:Fallback>
          </mc:AlternateContent>
          <p:grpSp>
            <p:nvGrpSpPr>
              <p:cNvPr id="16416" name="Group 20">
                <a:extLst>
                  <a:ext uri="{FF2B5EF4-FFF2-40B4-BE49-F238E27FC236}">
                    <a16:creationId xmlns:a16="http://schemas.microsoft.com/office/drawing/2014/main" id="{FEF018F6-9AD4-4380-B249-7C786CE015C1}"/>
                  </a:ext>
                </a:extLst>
              </p:cNvPr>
              <p:cNvGrpSpPr>
                <a:grpSpLocks/>
              </p:cNvGrpSpPr>
              <p:nvPr/>
            </p:nvGrpSpPr>
            <p:grpSpPr bwMode="auto">
              <a:xfrm>
                <a:off x="4536" y="2159"/>
                <a:ext cx="88" cy="88"/>
                <a:chOff x="4276" y="2159"/>
                <a:chExt cx="88" cy="88"/>
              </a:xfrm>
            </p:grpSpPr>
            <p:sp>
              <p:nvSpPr>
                <p:cNvPr id="16419" name="Line 21">
                  <a:extLst>
                    <a:ext uri="{FF2B5EF4-FFF2-40B4-BE49-F238E27FC236}">
                      <a16:creationId xmlns:a16="http://schemas.microsoft.com/office/drawing/2014/main" id="{FE1B3EFB-1C4E-478C-A84D-0DBA97E7263D}"/>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6420" name="Line 22">
                  <a:extLst>
                    <a:ext uri="{FF2B5EF4-FFF2-40B4-BE49-F238E27FC236}">
                      <a16:creationId xmlns:a16="http://schemas.microsoft.com/office/drawing/2014/main" id="{CAF103A7-8A1E-4D50-992F-E2CEB8FD0CE1}"/>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6417" name="Line 23">
                <a:extLst>
                  <a:ext uri="{FF2B5EF4-FFF2-40B4-BE49-F238E27FC236}">
                    <a16:creationId xmlns:a16="http://schemas.microsoft.com/office/drawing/2014/main" id="{103A8787-2D15-4340-BD0C-1FC03CE72A8B}"/>
                  </a:ext>
                </a:extLst>
              </p:cNvPr>
              <p:cNvSpPr>
                <a:spLocks noChangeShapeType="1"/>
              </p:cNvSpPr>
              <p:nvPr/>
            </p:nvSpPr>
            <p:spPr bwMode="auto">
              <a:xfrm>
                <a:off x="4576" y="1516"/>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418" name="Line 24">
                <a:extLst>
                  <a:ext uri="{FF2B5EF4-FFF2-40B4-BE49-F238E27FC236}">
                    <a16:creationId xmlns:a16="http://schemas.microsoft.com/office/drawing/2014/main" id="{394070D3-808B-4C53-AF4F-EC39ABC14F52}"/>
                  </a:ext>
                </a:extLst>
              </p:cNvPr>
              <p:cNvSpPr>
                <a:spLocks noChangeShapeType="1"/>
              </p:cNvSpPr>
              <p:nvPr/>
            </p:nvSpPr>
            <p:spPr bwMode="auto">
              <a:xfrm>
                <a:off x="4278" y="2196"/>
                <a:ext cx="144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16406" name="Rectangle 27">
            <a:extLst>
              <a:ext uri="{FF2B5EF4-FFF2-40B4-BE49-F238E27FC236}">
                <a16:creationId xmlns:a16="http://schemas.microsoft.com/office/drawing/2014/main" id="{321E232C-1D27-460C-B5A3-C8ADC23567B7}"/>
              </a:ext>
            </a:extLst>
          </p:cNvPr>
          <p:cNvSpPr>
            <a:spLocks noChangeArrowheads="1"/>
          </p:cNvSpPr>
          <p:nvPr/>
        </p:nvSpPr>
        <p:spPr bwMode="auto">
          <a:xfrm>
            <a:off x="6450013" y="4633914"/>
            <a:ext cx="1984375" cy="1905000"/>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407" name="Line 28">
            <a:extLst>
              <a:ext uri="{FF2B5EF4-FFF2-40B4-BE49-F238E27FC236}">
                <a16:creationId xmlns:a16="http://schemas.microsoft.com/office/drawing/2014/main" id="{3E5F77E5-C9D6-49C3-9DA3-E60DD4F790F9}"/>
              </a:ext>
            </a:extLst>
          </p:cNvPr>
          <p:cNvSpPr>
            <a:spLocks noChangeShapeType="1"/>
          </p:cNvSpPr>
          <p:nvPr/>
        </p:nvSpPr>
        <p:spPr bwMode="auto">
          <a:xfrm flipV="1">
            <a:off x="7219951" y="4411664"/>
            <a:ext cx="1588" cy="21621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mc:Choice xmlns:a14="http://schemas.microsoft.com/office/drawing/2010/main" Requires="a14">
          <p:sp>
            <p:nvSpPr>
              <p:cNvPr id="16388" name="Object 12">
                <a:extLst>
                  <a:ext uri="{FF2B5EF4-FFF2-40B4-BE49-F238E27FC236}">
                    <a16:creationId xmlns:a16="http://schemas.microsoft.com/office/drawing/2014/main" id="{FFA057BC-1D41-46C8-A6C2-6FE6B4168AE7}"/>
                  </a:ext>
                </a:extLst>
              </p:cNvPr>
              <p:cNvSpPr txBox="1"/>
              <p:nvPr/>
            </p:nvSpPr>
            <p:spPr bwMode="auto">
              <a:xfrm>
                <a:off x="8369301" y="5110164"/>
                <a:ext cx="382588" cy="5238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𝜎</m:t>
                      </m:r>
                    </m:oMath>
                  </m:oMathPara>
                </a14:m>
                <a:endParaRPr lang="en-US" sz="2800" dirty="0"/>
              </a:p>
            </p:txBody>
          </p:sp>
        </mc:Choice>
        <mc:Fallback>
          <p:sp>
            <p:nvSpPr>
              <p:cNvPr id="16388" name="Object 12">
                <a:extLst>
                  <a:ext uri="{FF2B5EF4-FFF2-40B4-BE49-F238E27FC236}">
                    <a16:creationId xmlns:a16="http://schemas.microsoft.com/office/drawing/2014/main" id="{FFA057BC-1D41-46C8-A6C2-6FE6B4168AE7}"/>
                  </a:ext>
                </a:extLst>
              </p:cNvPr>
              <p:cNvSpPr txBox="1">
                <a:spLocks noRot="1" noChangeAspect="1" noMove="1" noResize="1" noEditPoints="1" noAdjustHandles="1" noChangeArrowheads="1" noChangeShapeType="1" noTextEdit="1"/>
              </p:cNvSpPr>
              <p:nvPr/>
            </p:nvSpPr>
            <p:spPr bwMode="auto">
              <a:xfrm>
                <a:off x="8369301" y="5110164"/>
                <a:ext cx="382588" cy="523875"/>
              </a:xfrm>
              <a:prstGeom prst="rect">
                <a:avLst/>
              </a:prstGeom>
              <a:blipFill>
                <a:blip r:embed="rId15"/>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389" name="Object 13">
                <a:extLst>
                  <a:ext uri="{FF2B5EF4-FFF2-40B4-BE49-F238E27FC236}">
                    <a16:creationId xmlns:a16="http://schemas.microsoft.com/office/drawing/2014/main" id="{1BCBE405-D14B-4FCF-86BA-F470110AF0E9}"/>
                  </a:ext>
                </a:extLst>
              </p:cNvPr>
              <p:cNvSpPr txBox="1"/>
              <p:nvPr/>
            </p:nvSpPr>
            <p:spPr bwMode="auto">
              <a:xfrm>
                <a:off x="7221538" y="4124326"/>
                <a:ext cx="534988" cy="5238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oMath>
                  </m:oMathPara>
                </a14:m>
                <a:endParaRPr lang="en-US" sz="2800" dirty="0"/>
              </a:p>
            </p:txBody>
          </p:sp>
        </mc:Choice>
        <mc:Fallback>
          <p:sp>
            <p:nvSpPr>
              <p:cNvPr id="16389" name="Object 13">
                <a:extLst>
                  <a:ext uri="{FF2B5EF4-FFF2-40B4-BE49-F238E27FC236}">
                    <a16:creationId xmlns:a16="http://schemas.microsoft.com/office/drawing/2014/main" id="{1BCBE405-D14B-4FCF-86BA-F470110AF0E9}"/>
                  </a:ext>
                </a:extLst>
              </p:cNvPr>
              <p:cNvSpPr txBox="1">
                <a:spLocks noRot="1" noChangeAspect="1" noMove="1" noResize="1" noEditPoints="1" noAdjustHandles="1" noChangeArrowheads="1" noChangeShapeType="1" noTextEdit="1"/>
              </p:cNvSpPr>
              <p:nvPr/>
            </p:nvSpPr>
            <p:spPr bwMode="auto">
              <a:xfrm>
                <a:off x="7221538" y="4124326"/>
                <a:ext cx="534988" cy="523875"/>
              </a:xfrm>
              <a:prstGeom prst="rect">
                <a:avLst/>
              </a:prstGeom>
              <a:blipFill>
                <a:blip r:embed="rId16"/>
                <a:stretch>
                  <a:fillRect/>
                </a:stretch>
              </a:blipFill>
              <a:ln>
                <a:noFill/>
              </a:ln>
              <a:effectLst/>
            </p:spPr>
            <p:txBody>
              <a:bodyPr/>
              <a:lstStyle/>
              <a:p>
                <a:r>
                  <a:rPr lang="zh-CN" altLang="en-US">
                    <a:noFill/>
                  </a:rPr>
                  <a:t> </a:t>
                </a:r>
              </a:p>
            </p:txBody>
          </p:sp>
        </mc:Fallback>
      </mc:AlternateContent>
      <p:grpSp>
        <p:nvGrpSpPr>
          <p:cNvPr id="16408" name="Group 31">
            <a:extLst>
              <a:ext uri="{FF2B5EF4-FFF2-40B4-BE49-F238E27FC236}">
                <a16:creationId xmlns:a16="http://schemas.microsoft.com/office/drawing/2014/main" id="{5C2F532F-EADE-487B-A7BE-BE5F8FB7B53D}"/>
              </a:ext>
            </a:extLst>
          </p:cNvPr>
          <p:cNvGrpSpPr>
            <a:grpSpLocks/>
          </p:cNvGrpSpPr>
          <p:nvPr/>
        </p:nvGrpSpPr>
        <p:grpSpPr bwMode="auto">
          <a:xfrm>
            <a:off x="6370638" y="5530851"/>
            <a:ext cx="139700" cy="139700"/>
            <a:chOff x="4276" y="2159"/>
            <a:chExt cx="88" cy="88"/>
          </a:xfrm>
        </p:grpSpPr>
        <p:sp>
          <p:nvSpPr>
            <p:cNvPr id="16411" name="Line 32">
              <a:extLst>
                <a:ext uri="{FF2B5EF4-FFF2-40B4-BE49-F238E27FC236}">
                  <a16:creationId xmlns:a16="http://schemas.microsoft.com/office/drawing/2014/main" id="{8843CCF5-0A27-417C-9865-9409F2C5E118}"/>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6412" name="Line 33">
              <a:extLst>
                <a:ext uri="{FF2B5EF4-FFF2-40B4-BE49-F238E27FC236}">
                  <a16:creationId xmlns:a16="http://schemas.microsoft.com/office/drawing/2014/main" id="{0D5FCA82-DC45-46F6-AE1B-E587542F1F40}"/>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6409" name="Line 34">
            <a:extLst>
              <a:ext uri="{FF2B5EF4-FFF2-40B4-BE49-F238E27FC236}">
                <a16:creationId xmlns:a16="http://schemas.microsoft.com/office/drawing/2014/main" id="{237E2C99-BA16-4BF0-AB84-5DF2F9DBE1B8}"/>
              </a:ext>
            </a:extLst>
          </p:cNvPr>
          <p:cNvSpPr>
            <a:spLocks noChangeShapeType="1"/>
          </p:cNvSpPr>
          <p:nvPr/>
        </p:nvSpPr>
        <p:spPr bwMode="auto">
          <a:xfrm>
            <a:off x="6450013" y="4510089"/>
            <a:ext cx="0" cy="21336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35">
            <a:extLst>
              <a:ext uri="{FF2B5EF4-FFF2-40B4-BE49-F238E27FC236}">
                <a16:creationId xmlns:a16="http://schemas.microsoft.com/office/drawing/2014/main" id="{EFFF0553-A1CF-4F9F-B143-8B501C835586}"/>
              </a:ext>
            </a:extLst>
          </p:cNvPr>
          <p:cNvSpPr>
            <a:spLocks noChangeShapeType="1"/>
          </p:cNvSpPr>
          <p:nvPr/>
        </p:nvSpPr>
        <p:spPr bwMode="auto">
          <a:xfrm>
            <a:off x="5843588" y="5602289"/>
            <a:ext cx="2743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mc:Choice xmlns:a14="http://schemas.microsoft.com/office/drawing/2010/main" Requires="a14">
          <p:sp>
            <p:nvSpPr>
              <p:cNvPr id="5" name="矩形 4"/>
              <p:cNvSpPr/>
              <p:nvPr/>
            </p:nvSpPr>
            <p:spPr>
              <a:xfrm>
                <a:off x="5868144" y="5157192"/>
                <a:ext cx="643125"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spc="-100" smtClean="0">
                          <a:solidFill>
                            <a:schemeClr val="tx1"/>
                          </a:solidFill>
                          <a:latin typeface="Cambria Math" panose="02040503050406030204" pitchFamily="18" charset="0"/>
                        </a:rPr>
                        <m:t>−2</m:t>
                      </m:r>
                    </m:oMath>
                  </m:oMathPara>
                </a14:m>
                <a:endParaRPr lang="zh-CN" altLang="en-US" sz="2400" dirty="0">
                  <a:solidFill>
                    <a:schemeClr val="tx1"/>
                  </a:solidFill>
                </a:endParaRPr>
              </a:p>
            </p:txBody>
          </p:sp>
        </mc:Choice>
        <mc:Fallback>
          <p:sp>
            <p:nvSpPr>
              <p:cNvPr id="5" name="矩形 4"/>
              <p:cNvSpPr>
                <a:spLocks noRot="1" noChangeAspect="1" noMove="1" noResize="1" noEditPoints="1" noAdjustHandles="1" noChangeArrowheads="1" noChangeShapeType="1" noTextEdit="1"/>
              </p:cNvSpPr>
              <p:nvPr/>
            </p:nvSpPr>
            <p:spPr>
              <a:xfrm>
                <a:off x="5868144" y="5157192"/>
                <a:ext cx="643125" cy="461665"/>
              </a:xfrm>
              <a:prstGeom prst="rect">
                <a:avLst/>
              </a:prstGeom>
              <a:blipFill>
                <a:blip r:embed="rId1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标题 1">
            <a:extLst>
              <a:ext uri="{FF2B5EF4-FFF2-40B4-BE49-F238E27FC236}">
                <a16:creationId xmlns:a16="http://schemas.microsoft.com/office/drawing/2014/main" id="{484A2C80-A141-4930-B379-9913458C5547}"/>
              </a:ext>
            </a:extLst>
          </p:cNvPr>
          <p:cNvSpPr>
            <a:spLocks noGrp="1"/>
          </p:cNvSpPr>
          <p:nvPr>
            <p:ph type="title"/>
          </p:nvPr>
        </p:nvSpPr>
        <p:spPr/>
        <p:txBody>
          <a:bodyPr/>
          <a:lstStyle/>
          <a:p>
            <a:r>
              <a:rPr lang="en-US" altLang="zh-CN"/>
              <a:t>9.1 </a:t>
            </a:r>
            <a:r>
              <a:rPr lang="zh-CN" altLang="en-US"/>
              <a:t>拉普拉斯变换</a:t>
            </a:r>
          </a:p>
        </p:txBody>
      </p:sp>
      <p:sp>
        <p:nvSpPr>
          <p:cNvPr id="4" name="灯片编号占位符 3">
            <a:extLst>
              <a:ext uri="{FF2B5EF4-FFF2-40B4-BE49-F238E27FC236}">
                <a16:creationId xmlns:a16="http://schemas.microsoft.com/office/drawing/2014/main" id="{EEF679D4-355F-4252-95C8-A5F58A496BB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7B218E-DD3B-4B04-93A7-36C46A359264}" type="slidenum">
              <a:rPr lang="zh-CN" altLang="en-US">
                <a:solidFill>
                  <a:srgbClr val="898989"/>
                </a:solidFill>
                <a:latin typeface="Calibri" panose="020F0502020204030204" pitchFamily="34" charset="0"/>
              </a:rPr>
              <a:pPr eaLnBrk="1" hangingPunct="1"/>
              <a:t>12</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7433" name="Text Box 3">
                <a:extLst>
                  <a:ext uri="{FF2B5EF4-FFF2-40B4-BE49-F238E27FC236}">
                    <a16:creationId xmlns:a16="http://schemas.microsoft.com/office/drawing/2014/main" id="{460F2849-E118-4FA8-8DF4-F7AA44979034}"/>
                  </a:ext>
                </a:extLst>
              </p:cNvPr>
              <p:cNvSpPr txBox="1">
                <a:spLocks noChangeArrowheads="1"/>
              </p:cNvSpPr>
              <p:nvPr/>
            </p:nvSpPr>
            <p:spPr bwMode="auto">
              <a:xfrm>
                <a:off x="457200" y="4372769"/>
                <a:ext cx="8229600" cy="16430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可见：拉普拉斯变换的收敛域是各个收敛域的公共部分。</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总是以平行于</a:t>
                </a:r>
                <a14:m>
                  <m:oMath xmlns:m="http://schemas.openxmlformats.org/officeDocument/2006/math">
                    <m:r>
                      <m:rPr>
                        <m:sty m:val="p"/>
                      </m:rPr>
                      <a:rPr lang="en-US" sz="2800" i="0" smtClean="0">
                        <a:solidFill>
                          <a:srgbClr val="000000"/>
                        </a:solidFill>
                        <a:latin typeface="Cambria Math" panose="02040503050406030204" pitchFamily="18" charset="0"/>
                      </a:rPr>
                      <m:t>j</m:t>
                    </m:r>
                    <m:r>
                      <a:rPr lang="en-US" sz="2800" i="1" smtClean="0">
                        <a:solidFill>
                          <a:srgbClr val="000000"/>
                        </a:solidFill>
                        <a:latin typeface="Cambria Math" panose="02040503050406030204" pitchFamily="18" charset="0"/>
                      </a:rPr>
                      <m:t>𝜔</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轴的直线作为边界的，</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的边界总是与</a:t>
                </a:r>
                <a14:m>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的分母的根相对应。</a:t>
                </a:r>
              </a:p>
            </p:txBody>
          </p:sp>
        </mc:Choice>
        <mc:Fallback xmlns="">
          <p:sp>
            <p:nvSpPr>
              <p:cNvPr id="17433" name="Text Box 3">
                <a:extLst>
                  <a:ext uri="{FF2B5EF4-FFF2-40B4-BE49-F238E27FC236}">
                    <a16:creationId xmlns:a16="http://schemas.microsoft.com/office/drawing/2014/main" id="{460F2849-E118-4FA8-8DF4-F7AA44979034}"/>
                  </a:ext>
                </a:extLst>
              </p:cNvPr>
              <p:cNvSpPr txBox="1">
                <a:spLocks noRot="1" noChangeAspect="1" noMove="1" noResize="1" noEditPoints="1" noAdjustHandles="1" noChangeArrowheads="1" noChangeShapeType="1" noTextEdit="1"/>
              </p:cNvSpPr>
              <p:nvPr/>
            </p:nvSpPr>
            <p:spPr bwMode="auto">
              <a:xfrm>
                <a:off x="457200" y="4372769"/>
                <a:ext cx="8229600" cy="1643063"/>
              </a:xfrm>
              <a:prstGeom prst="rect">
                <a:avLst/>
              </a:prstGeom>
              <a:blipFill>
                <a:blip r:embed="rId3"/>
                <a:stretch>
                  <a:fillRect l="-1481" t="-370" r="-1481" b="-74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78DC1E5D-0623-49F0-AFB3-BD5D6D7088DF}"/>
                  </a:ext>
                </a:extLst>
              </p:cNvPr>
              <p:cNvSpPr txBox="1"/>
              <p:nvPr/>
            </p:nvSpPr>
            <p:spPr bwMode="auto">
              <a:xfrm>
                <a:off x="2195736" y="2796555"/>
                <a:ext cx="2016223" cy="52322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a:solidFill>
                                <a:srgbClr val="0000FF"/>
                              </a:solidFill>
                              <a:latin typeface="Cambria Math" panose="02040503050406030204" pitchFamily="18" charset="0"/>
                            </a:rPr>
                          </m:ctrlPr>
                        </m:funcPr>
                        <m:fName>
                          <m:r>
                            <m:rPr>
                              <m:sty m:val="p"/>
                            </m:rPr>
                            <a:rPr lang="en-US" sz="2800" i="0">
                              <a:solidFill>
                                <a:srgbClr val="0000FF"/>
                              </a:solidFill>
                              <a:latin typeface="Cambria Math" panose="02040503050406030204" pitchFamily="18" charset="0"/>
                            </a:rPr>
                            <m:t>Re</m:t>
                          </m:r>
                        </m:fName>
                        <m:e>
                          <m:r>
                            <a:rPr lang="en-US" sz="2800" i="1">
                              <a:solidFill>
                                <a:srgbClr val="0000FF"/>
                              </a:solidFill>
                              <a:latin typeface="Cambria Math" panose="02040503050406030204" pitchFamily="18" charset="0"/>
                            </a:rPr>
                            <m:t>[</m:t>
                          </m:r>
                        </m:e>
                      </m:func>
                      <m:r>
                        <a:rPr lang="en-US" sz="2800" i="1">
                          <a:solidFill>
                            <a:srgbClr val="0000FF"/>
                          </a:solidFill>
                          <a:latin typeface="Cambria Math" panose="02040503050406030204" pitchFamily="18" charset="0"/>
                        </a:rPr>
                        <m:t>𝑠</m:t>
                      </m:r>
                      <m:r>
                        <a:rPr lang="en-US" sz="2800" i="1">
                          <a:solidFill>
                            <a:srgbClr val="0000FF"/>
                          </a:solidFill>
                          <a:latin typeface="Cambria Math" panose="02040503050406030204" pitchFamily="18" charset="0"/>
                        </a:rPr>
                        <m:t>]&gt;−1</m:t>
                      </m:r>
                    </m:oMath>
                  </m:oMathPara>
                </a14:m>
                <a:endParaRPr lang="en-US" sz="2800" dirty="0"/>
              </a:p>
            </p:txBody>
          </p:sp>
        </mc:Choice>
        <mc:Fallback xmlns="">
          <p:sp>
            <p:nvSpPr>
              <p:cNvPr id="9" name="Object 4">
                <a:extLst>
                  <a:ext uri="{FF2B5EF4-FFF2-40B4-BE49-F238E27FC236}">
                    <a16:creationId xmlns:a16="http://schemas.microsoft.com/office/drawing/2014/main" id="{78DC1E5D-0623-49F0-AFB3-BD5D6D7088DF}"/>
                  </a:ext>
                </a:extLst>
              </p:cNvPr>
              <p:cNvSpPr txBox="1">
                <a:spLocks noRot="1" noChangeAspect="1" noMove="1" noResize="1" noEditPoints="1" noAdjustHandles="1" noChangeArrowheads="1" noChangeShapeType="1" noTextEdit="1"/>
              </p:cNvSpPr>
              <p:nvPr/>
            </p:nvSpPr>
            <p:spPr bwMode="auto">
              <a:xfrm>
                <a:off x="2195736" y="2796555"/>
                <a:ext cx="2016223" cy="523220"/>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3" name="Group 11">
            <a:extLst>
              <a:ext uri="{FF2B5EF4-FFF2-40B4-BE49-F238E27FC236}">
                <a16:creationId xmlns:a16="http://schemas.microsoft.com/office/drawing/2014/main" id="{0174D50E-361F-47F7-9749-1D091C4F841A}"/>
              </a:ext>
            </a:extLst>
          </p:cNvPr>
          <p:cNvGrpSpPr>
            <a:grpSpLocks/>
          </p:cNvGrpSpPr>
          <p:nvPr/>
        </p:nvGrpSpPr>
        <p:grpSpPr bwMode="auto">
          <a:xfrm>
            <a:off x="5626100" y="1223963"/>
            <a:ext cx="3048000" cy="2495550"/>
            <a:chOff x="3648" y="444"/>
            <a:chExt cx="1920" cy="1572"/>
          </a:xfrm>
        </p:grpSpPr>
        <p:sp>
          <p:nvSpPr>
            <p:cNvPr id="17422" name="Oval 12">
              <a:extLst>
                <a:ext uri="{FF2B5EF4-FFF2-40B4-BE49-F238E27FC236}">
                  <a16:creationId xmlns:a16="http://schemas.microsoft.com/office/drawing/2014/main" id="{024774D7-212C-4056-BCC9-FF72E58D7A74}"/>
                </a:ext>
              </a:extLst>
            </p:cNvPr>
            <p:cNvSpPr>
              <a:spLocks noChangeArrowheads="1"/>
            </p:cNvSpPr>
            <p:nvPr/>
          </p:nvSpPr>
          <p:spPr bwMode="auto">
            <a:xfrm>
              <a:off x="4014" y="1296"/>
              <a:ext cx="96" cy="96"/>
            </a:xfrm>
            <a:prstGeom prst="ellipse">
              <a:avLst/>
            </a:prstGeom>
            <a:solidFill>
              <a:schemeClr val="accent1"/>
            </a:solidFill>
            <a:ln w="28575">
              <a:solidFill>
                <a:srgbClr val="760C04"/>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17423" name="Rectangle 13">
              <a:extLst>
                <a:ext uri="{FF2B5EF4-FFF2-40B4-BE49-F238E27FC236}">
                  <a16:creationId xmlns:a16="http://schemas.microsoft.com/office/drawing/2014/main" id="{7B512D27-E5E1-43A0-AA62-8651EB211ABA}"/>
                </a:ext>
              </a:extLst>
            </p:cNvPr>
            <p:cNvSpPr>
              <a:spLocks noChangeArrowheads="1"/>
            </p:cNvSpPr>
            <p:nvPr/>
          </p:nvSpPr>
          <p:spPr bwMode="auto">
            <a:xfrm>
              <a:off x="4236" y="752"/>
              <a:ext cx="1138" cy="1200"/>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17424" name="Line 14">
              <a:extLst>
                <a:ext uri="{FF2B5EF4-FFF2-40B4-BE49-F238E27FC236}">
                  <a16:creationId xmlns:a16="http://schemas.microsoft.com/office/drawing/2014/main" id="{CE7373BD-DE7B-47C8-BBDC-8B86CF3A34CE}"/>
                </a:ext>
              </a:extLst>
            </p:cNvPr>
            <p:cNvSpPr>
              <a:spLocks noChangeShapeType="1"/>
            </p:cNvSpPr>
            <p:nvPr/>
          </p:nvSpPr>
          <p:spPr bwMode="auto">
            <a:xfrm flipV="1">
              <a:off x="4517" y="612"/>
              <a:ext cx="1" cy="13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17412" name="Object 7">
                  <a:extLst>
                    <a:ext uri="{FF2B5EF4-FFF2-40B4-BE49-F238E27FC236}">
                      <a16:creationId xmlns:a16="http://schemas.microsoft.com/office/drawing/2014/main" id="{5557FDF4-7F3F-4D55-9749-0950C3096EFE}"/>
                    </a:ext>
                  </a:extLst>
                </p:cNvPr>
                <p:cNvSpPr txBox="1"/>
                <p:nvPr/>
              </p:nvSpPr>
              <p:spPr bwMode="auto">
                <a:xfrm>
                  <a:off x="5356" y="1041"/>
                  <a:ext cx="212"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𝜎</m:t>
                        </m:r>
                      </m:oMath>
                    </m:oMathPara>
                  </a14:m>
                  <a:endParaRPr lang="en-US" sz="2800" dirty="0"/>
                </a:p>
              </p:txBody>
            </p:sp>
          </mc:Choice>
          <mc:Fallback xmlns="">
            <p:sp>
              <p:nvSpPr>
                <p:cNvPr id="17412" name="Object 7">
                  <a:extLst>
                    <a:ext uri="{FF2B5EF4-FFF2-40B4-BE49-F238E27FC236}">
                      <a16:creationId xmlns:a16="http://schemas.microsoft.com/office/drawing/2014/main" id="{5557FDF4-7F3F-4D55-9749-0950C3096EFE}"/>
                    </a:ext>
                  </a:extLst>
                </p:cNvPr>
                <p:cNvSpPr txBox="1">
                  <a:spLocks noRot="1" noChangeAspect="1" noMove="1" noResize="1" noEditPoints="1" noAdjustHandles="1" noChangeArrowheads="1" noChangeShapeType="1" noTextEdit="1"/>
                </p:cNvSpPr>
                <p:nvPr/>
              </p:nvSpPr>
              <p:spPr bwMode="auto">
                <a:xfrm>
                  <a:off x="5356" y="1041"/>
                  <a:ext cx="212" cy="33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13" name="Object 8">
                  <a:extLst>
                    <a:ext uri="{FF2B5EF4-FFF2-40B4-BE49-F238E27FC236}">
                      <a16:creationId xmlns:a16="http://schemas.microsoft.com/office/drawing/2014/main" id="{89FA1D19-64E6-42E6-AD4B-022A8180885A}"/>
                    </a:ext>
                  </a:extLst>
                </p:cNvPr>
                <p:cNvSpPr txBox="1"/>
                <p:nvPr/>
              </p:nvSpPr>
              <p:spPr bwMode="auto">
                <a:xfrm>
                  <a:off x="4512" y="444"/>
                  <a:ext cx="314"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oMath>
                    </m:oMathPara>
                  </a14:m>
                  <a:endParaRPr lang="en-US" sz="2800" dirty="0"/>
                </a:p>
              </p:txBody>
            </p:sp>
          </mc:Choice>
          <mc:Fallback xmlns="">
            <p:sp>
              <p:nvSpPr>
                <p:cNvPr id="17413" name="Object 8">
                  <a:extLst>
                    <a:ext uri="{FF2B5EF4-FFF2-40B4-BE49-F238E27FC236}">
                      <a16:creationId xmlns:a16="http://schemas.microsoft.com/office/drawing/2014/main" id="{89FA1D19-64E6-42E6-AD4B-022A8180885A}"/>
                    </a:ext>
                  </a:extLst>
                </p:cNvPr>
                <p:cNvSpPr txBox="1">
                  <a:spLocks noRot="1" noChangeAspect="1" noMove="1" noResize="1" noEditPoints="1" noAdjustHandles="1" noChangeArrowheads="1" noChangeShapeType="1" noTextEdit="1"/>
                </p:cNvSpPr>
                <p:nvPr/>
              </p:nvSpPr>
              <p:spPr bwMode="auto">
                <a:xfrm>
                  <a:off x="4512" y="444"/>
                  <a:ext cx="314" cy="330"/>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17425" name="Group 17">
              <a:extLst>
                <a:ext uri="{FF2B5EF4-FFF2-40B4-BE49-F238E27FC236}">
                  <a16:creationId xmlns:a16="http://schemas.microsoft.com/office/drawing/2014/main" id="{51AC605B-DD9D-422B-8DA3-BE67F3FE2B46}"/>
                </a:ext>
              </a:extLst>
            </p:cNvPr>
            <p:cNvGrpSpPr>
              <a:grpSpLocks/>
            </p:cNvGrpSpPr>
            <p:nvPr/>
          </p:nvGrpSpPr>
          <p:grpSpPr bwMode="auto">
            <a:xfrm>
              <a:off x="4182" y="1307"/>
              <a:ext cx="88" cy="88"/>
              <a:chOff x="4276" y="2159"/>
              <a:chExt cx="88" cy="88"/>
            </a:xfrm>
          </p:grpSpPr>
          <p:sp>
            <p:nvSpPr>
              <p:cNvPr id="17431" name="Line 18">
                <a:extLst>
                  <a:ext uri="{FF2B5EF4-FFF2-40B4-BE49-F238E27FC236}">
                    <a16:creationId xmlns:a16="http://schemas.microsoft.com/office/drawing/2014/main" id="{56B6AED3-7A5E-429B-99F6-5BCF8CDEA29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7432" name="Line 19">
                <a:extLst>
                  <a:ext uri="{FF2B5EF4-FFF2-40B4-BE49-F238E27FC236}">
                    <a16:creationId xmlns:a16="http://schemas.microsoft.com/office/drawing/2014/main" id="{C836A9BB-58D8-42C2-9C55-B36C0B081466}"/>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17426" name="Line 20">
              <a:extLst>
                <a:ext uri="{FF2B5EF4-FFF2-40B4-BE49-F238E27FC236}">
                  <a16:creationId xmlns:a16="http://schemas.microsoft.com/office/drawing/2014/main" id="{75F22445-79AA-43FC-A047-98F287277725}"/>
                </a:ext>
              </a:extLst>
            </p:cNvPr>
            <p:cNvSpPr>
              <a:spLocks noChangeShapeType="1"/>
            </p:cNvSpPr>
            <p:nvPr/>
          </p:nvSpPr>
          <p:spPr bwMode="auto">
            <a:xfrm>
              <a:off x="4232" y="672"/>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7" name="Line 21">
              <a:extLst>
                <a:ext uri="{FF2B5EF4-FFF2-40B4-BE49-F238E27FC236}">
                  <a16:creationId xmlns:a16="http://schemas.microsoft.com/office/drawing/2014/main" id="{776B672B-4739-4F6A-8D71-C62CA2987178}"/>
                </a:ext>
              </a:extLst>
            </p:cNvPr>
            <p:cNvSpPr>
              <a:spLocks noChangeShapeType="1"/>
            </p:cNvSpPr>
            <p:nvPr/>
          </p:nvSpPr>
          <p:spPr bwMode="auto">
            <a:xfrm>
              <a:off x="3648" y="1344"/>
              <a:ext cx="19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7428" name="Group 22">
              <a:extLst>
                <a:ext uri="{FF2B5EF4-FFF2-40B4-BE49-F238E27FC236}">
                  <a16:creationId xmlns:a16="http://schemas.microsoft.com/office/drawing/2014/main" id="{AB845F6B-F0E9-4934-BA59-CAB89A7B7BF3}"/>
                </a:ext>
              </a:extLst>
            </p:cNvPr>
            <p:cNvGrpSpPr>
              <a:grpSpLocks/>
            </p:cNvGrpSpPr>
            <p:nvPr/>
          </p:nvGrpSpPr>
          <p:grpSpPr bwMode="auto">
            <a:xfrm>
              <a:off x="3856" y="1306"/>
              <a:ext cx="88" cy="88"/>
              <a:chOff x="4276" y="2159"/>
              <a:chExt cx="88" cy="88"/>
            </a:xfrm>
          </p:grpSpPr>
          <p:sp>
            <p:nvSpPr>
              <p:cNvPr id="17429" name="Line 23">
                <a:extLst>
                  <a:ext uri="{FF2B5EF4-FFF2-40B4-BE49-F238E27FC236}">
                    <a16:creationId xmlns:a16="http://schemas.microsoft.com/office/drawing/2014/main" id="{60F2759A-A591-4F05-A6E5-651FA7968965}"/>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7430" name="Line 24">
                <a:extLst>
                  <a:ext uri="{FF2B5EF4-FFF2-40B4-BE49-F238E27FC236}">
                    <a16:creationId xmlns:a16="http://schemas.microsoft.com/office/drawing/2014/main" id="{7AD2FF72-95FE-4BA0-A8A2-C2DAB3682337}"/>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mc:AlternateContent xmlns:mc="http://schemas.openxmlformats.org/markup-compatibility/2006" xmlns:a14="http://schemas.microsoft.com/office/drawing/2010/main">
          <mc:Choice Requires="a14">
            <p:graphicFrame>
              <p:nvGraphicFramePr>
                <p:cNvPr id="17414" name="Object 9">
                  <a:extLst>
                    <a:ext uri="{FF2B5EF4-FFF2-40B4-BE49-F238E27FC236}">
                      <a16:creationId xmlns:a16="http://schemas.microsoft.com/office/drawing/2014/main" id="{3EBB8A03-E909-4CD0-A641-9F2E452DDC9D}"/>
                    </a:ext>
                  </a:extLst>
                </p:cNvPr>
                <p:cNvGraphicFramePr>
                  <a:graphicFrameLocks noChangeAspect="1"/>
                </p:cNvGraphicFramePr>
                <p:nvPr/>
              </p:nvGraphicFramePr>
              <p:xfrm>
                <a:off x="3772" y="1392"/>
                <a:ext cx="240" cy="195"/>
              </p:xfrm>
              <a:graphic>
                <a:graphicData uri="http://schemas.openxmlformats.org/presentationml/2006/ole">
                  <mc:AlternateContent>
                    <mc:Choice xmlns:v="urn:schemas-microsoft-com:vml" Requires="v">
                      <p:oleObj spid="_x0000_s3310" name="Equation" r:id="rId7" imgW="203040" imgH="164880" progId="Equation.DSMT4">
                        <p:embed/>
                      </p:oleObj>
                    </mc:Choice>
                    <mc:Fallback>
                      <p:oleObj name="Equation" r:id="rId7" imgW="203040" imgH="164880" progId="Equation.DSMT4">
                        <p:embed/>
                        <p:pic>
                          <p:nvPicPr>
                            <p:cNvPr id="0" name="Object 9"/>
                            <p:cNvPicPr>
                              <a:picLocks noChangeAspect="1" noChangeArrowheads="1"/>
                            </p:cNvPicPr>
                            <p:nvPr/>
                          </p:nvPicPr>
                          <p:blipFill>
                            <a:blip r:embed="rId8">
                              <a:extLst>
                                <a:ext uri="{28A0092B-C50C-407E-A947-70E740481C1C}">
                                  <a14:useLocalDpi val="0"/>
                                </a:ext>
                              </a:extLst>
                            </a:blip>
                            <a:srcRect/>
                            <a:stretch>
                              <a:fillRect/>
                            </a:stretch>
                          </p:blipFill>
                          <p:spPr bwMode="auto">
                            <a:xfrm>
                              <a:off x="3772" y="1392"/>
                              <a:ext cx="240" cy="19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17414" name="Object 9">
                  <a:extLst>
                    <a:ext uri="{FF2B5EF4-FFF2-40B4-BE49-F238E27FC236}">
                      <a16:creationId xmlns:a16="http://schemas.microsoft.com/office/drawing/2014/main" id="{3EBB8A03-E909-4CD0-A641-9F2E452DDC9D}"/>
                    </a:ext>
                  </a:extLst>
                </p:cNvPr>
                <p:cNvGraphicFramePr>
                  <a:graphicFrameLocks noChangeAspect="1"/>
                </p:cNvGraphicFramePr>
                <p:nvPr/>
              </p:nvGraphicFramePr>
              <p:xfrm>
                <a:off x="3772" y="1392"/>
                <a:ext cx="240" cy="195"/>
              </p:xfrm>
              <a:graphic>
                <a:graphicData uri="http://schemas.openxmlformats.org/presentationml/2006/ole">
                  <mc:AlternateContent>
                    <mc:Choice xmlns:v="urn:schemas-microsoft-com:vml" Requires="v">
                      <p:oleObj spid="_x0000_s3134" name="Equation" r:id="rId9" imgW="203040" imgH="164880" progId="Equation.DSMT4">
                        <p:embed/>
                      </p:oleObj>
                    </mc:Choice>
                    <mc:Fallback>
                      <p:oleObj name="Equation" r:id="rId9" imgW="203040" imgH="16488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2" y="1392"/>
                              <a:ext cx="240"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7415" name="Object 10">
                  <a:extLst>
                    <a:ext uri="{FF2B5EF4-FFF2-40B4-BE49-F238E27FC236}">
                      <a16:creationId xmlns:a16="http://schemas.microsoft.com/office/drawing/2014/main" id="{DE7E9012-902F-4E22-9CFB-5948267D80DF}"/>
                    </a:ext>
                  </a:extLst>
                </p:cNvPr>
                <p:cNvGraphicFramePr>
                  <a:graphicFrameLocks noChangeAspect="1"/>
                </p:cNvGraphicFramePr>
                <p:nvPr/>
              </p:nvGraphicFramePr>
              <p:xfrm>
                <a:off x="4128" y="1392"/>
                <a:ext cx="236" cy="194"/>
              </p:xfrm>
              <a:graphic>
                <a:graphicData uri="http://schemas.openxmlformats.org/presentationml/2006/ole">
                  <mc:AlternateContent>
                    <mc:Choice xmlns:v="urn:schemas-microsoft-com:vml" Requires="v">
                      <p:oleObj spid="_x0000_s3311" name="公式" r:id="rId11" imgW="203040" imgH="164880" progId="Equation.3">
                        <p:embed/>
                      </p:oleObj>
                    </mc:Choice>
                    <mc:Fallback>
                      <p:oleObj name="公式" r:id="rId11" imgW="203040" imgH="164880" progId="Equation.3">
                        <p:embed/>
                        <p:pic>
                          <p:nvPicPr>
                            <p:cNvPr id="0" name="Object 10"/>
                            <p:cNvPicPr>
                              <a:picLocks noChangeAspect="1" noChangeArrowheads="1"/>
                            </p:cNvPicPr>
                            <p:nvPr/>
                          </p:nvPicPr>
                          <p:blipFill>
                            <a:blip r:embed="rId12">
                              <a:extLst>
                                <a:ext uri="{28A0092B-C50C-407E-A947-70E740481C1C}">
                                  <a14:useLocalDpi val="0"/>
                                </a:ext>
                              </a:extLst>
                            </a:blip>
                            <a:srcRect/>
                            <a:stretch>
                              <a:fillRect/>
                            </a:stretch>
                          </p:blipFill>
                          <p:spPr bwMode="auto">
                            <a:xfrm>
                              <a:off x="4128" y="1392"/>
                              <a:ext cx="236" cy="19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17415" name="Object 10">
                  <a:extLst>
                    <a:ext uri="{FF2B5EF4-FFF2-40B4-BE49-F238E27FC236}">
                      <a16:creationId xmlns:a16="http://schemas.microsoft.com/office/drawing/2014/main" id="{DE7E9012-902F-4E22-9CFB-5948267D80DF}"/>
                    </a:ext>
                  </a:extLst>
                </p:cNvPr>
                <p:cNvGraphicFramePr>
                  <a:graphicFrameLocks noChangeAspect="1"/>
                </p:cNvGraphicFramePr>
                <p:nvPr/>
              </p:nvGraphicFramePr>
              <p:xfrm>
                <a:off x="4128" y="1392"/>
                <a:ext cx="236" cy="194"/>
              </p:xfrm>
              <a:graphic>
                <a:graphicData uri="http://schemas.openxmlformats.org/presentationml/2006/ole">
                  <mc:AlternateContent>
                    <mc:Choice xmlns:v="urn:schemas-microsoft-com:vml" Requires="v">
                      <p:oleObj spid="_x0000_s3135" name="公式" r:id="rId13" imgW="203040" imgH="164880" progId="Equation.3">
                        <p:embed/>
                      </p:oleObj>
                    </mc:Choice>
                    <mc:Fallback>
                      <p:oleObj name="公式" r:id="rId13" imgW="203040" imgH="16488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28" y="1392"/>
                              <a:ext cx="236"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mc:AlternateContent xmlns:mc="http://schemas.openxmlformats.org/markup-compatibility/2006" xmlns:a14="http://schemas.microsoft.com/office/drawing/2010/main">
        <mc:Choice Requires="a14">
          <p:sp>
            <p:nvSpPr>
              <p:cNvPr id="17411" name="Object 11">
                <a:extLst>
                  <a:ext uri="{FF2B5EF4-FFF2-40B4-BE49-F238E27FC236}">
                    <a16:creationId xmlns:a16="http://schemas.microsoft.com/office/drawing/2014/main" id="{01094DD0-8467-468E-A45E-854927C71FF7}"/>
                  </a:ext>
                </a:extLst>
              </p:cNvPr>
              <p:cNvSpPr txBox="1"/>
              <p:nvPr/>
            </p:nvSpPr>
            <p:spPr bwMode="auto">
              <a:xfrm>
                <a:off x="571500" y="1508125"/>
                <a:ext cx="5073651" cy="90896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pc="-400">
                          <a:solidFill>
                            <a:srgbClr val="000000"/>
                          </a:solidFill>
                          <a:latin typeface="Cambria Math" panose="02040503050406030204" pitchFamily="18" charset="0"/>
                        </a:rPr>
                        <m:t>∴  </m:t>
                      </m:r>
                      <m:r>
                        <a:rPr lang="en-US" sz="2800" i="1" spc="-400">
                          <a:solidFill>
                            <a:srgbClr val="000000"/>
                          </a:solidFill>
                          <a:latin typeface="Cambria Math" panose="02040503050406030204" pitchFamily="18" charset="0"/>
                        </a:rPr>
                        <m:t>𝑋</m:t>
                      </m:r>
                      <m:r>
                        <a:rPr lang="en-US" sz="2800" i="1" spc="-400">
                          <a:solidFill>
                            <a:srgbClr val="000000"/>
                          </a:solidFill>
                          <a:latin typeface="Cambria Math" panose="02040503050406030204" pitchFamily="18" charset="0"/>
                        </a:rPr>
                        <m:t>(</m:t>
                      </m:r>
                      <m:r>
                        <a:rPr lang="en-US" sz="2800" i="1" spc="-400">
                          <a:solidFill>
                            <a:srgbClr val="000000"/>
                          </a:solidFill>
                          <a:latin typeface="Cambria Math" panose="02040503050406030204" pitchFamily="18" charset="0"/>
                        </a:rPr>
                        <m:t>𝑠</m:t>
                      </m:r>
                      <m:r>
                        <a:rPr lang="en-US" sz="2800" i="1" spc="-400">
                          <a:solidFill>
                            <a:srgbClr val="000000"/>
                          </a:solidFill>
                          <a:latin typeface="Cambria Math" panose="02040503050406030204" pitchFamily="18" charset="0"/>
                        </a:rPr>
                        <m:t>)=</m:t>
                      </m:r>
                      <m:f>
                        <m:fPr>
                          <m:ctrlPr>
                            <a:rPr lang="en-US" sz="2800" i="1" spc="-400">
                              <a:solidFill>
                                <a:srgbClr val="000000"/>
                              </a:solidFill>
                              <a:latin typeface="Cambria Math" panose="02040503050406030204" pitchFamily="18" charset="0"/>
                            </a:rPr>
                          </m:ctrlPr>
                        </m:fPr>
                        <m:num>
                          <m:r>
                            <a:rPr lang="en-US" sz="2800" i="1" spc="-400">
                              <a:solidFill>
                                <a:srgbClr val="000000"/>
                              </a:solidFill>
                              <a:latin typeface="Cambria Math" panose="02040503050406030204" pitchFamily="18" charset="0"/>
                            </a:rPr>
                            <m:t>1</m:t>
                          </m:r>
                        </m:num>
                        <m:den>
                          <m:r>
                            <a:rPr lang="en-US" sz="2800" i="1" spc="-400">
                              <a:solidFill>
                                <a:srgbClr val="000000"/>
                              </a:solidFill>
                              <a:latin typeface="Cambria Math" panose="02040503050406030204" pitchFamily="18" charset="0"/>
                            </a:rPr>
                            <m:t>𝑠</m:t>
                          </m:r>
                          <m:r>
                            <a:rPr lang="en-US" sz="2800" i="1" spc="-400">
                              <a:solidFill>
                                <a:srgbClr val="000000"/>
                              </a:solidFill>
                              <a:latin typeface="Cambria Math" panose="02040503050406030204" pitchFamily="18" charset="0"/>
                            </a:rPr>
                            <m:t>+1</m:t>
                          </m:r>
                        </m:den>
                      </m:f>
                      <m:r>
                        <a:rPr lang="en-US" sz="2800" i="1" spc="-400">
                          <a:solidFill>
                            <a:srgbClr val="000000"/>
                          </a:solidFill>
                          <a:latin typeface="Cambria Math" panose="02040503050406030204" pitchFamily="18" charset="0"/>
                        </a:rPr>
                        <m:t>+</m:t>
                      </m:r>
                      <m:f>
                        <m:fPr>
                          <m:ctrlPr>
                            <a:rPr lang="en-US" sz="2800" i="1" spc="-400">
                              <a:solidFill>
                                <a:srgbClr val="000000"/>
                              </a:solidFill>
                              <a:latin typeface="Cambria Math" panose="02040503050406030204" pitchFamily="18" charset="0"/>
                            </a:rPr>
                          </m:ctrlPr>
                        </m:fPr>
                        <m:num>
                          <m:r>
                            <a:rPr lang="en-US" sz="2800" i="1" spc="-400">
                              <a:solidFill>
                                <a:srgbClr val="000000"/>
                              </a:solidFill>
                              <a:latin typeface="Cambria Math" panose="02040503050406030204" pitchFamily="18" charset="0"/>
                            </a:rPr>
                            <m:t>1</m:t>
                          </m:r>
                        </m:num>
                        <m:den>
                          <m:r>
                            <a:rPr lang="en-US" sz="2800" i="1" spc="-400">
                              <a:solidFill>
                                <a:srgbClr val="000000"/>
                              </a:solidFill>
                              <a:latin typeface="Cambria Math" panose="02040503050406030204" pitchFamily="18" charset="0"/>
                            </a:rPr>
                            <m:t>𝑠</m:t>
                          </m:r>
                          <m:r>
                            <a:rPr lang="en-US" sz="2800" i="1" spc="-400">
                              <a:solidFill>
                                <a:srgbClr val="000000"/>
                              </a:solidFill>
                              <a:latin typeface="Cambria Math" panose="02040503050406030204" pitchFamily="18" charset="0"/>
                            </a:rPr>
                            <m:t>+2</m:t>
                          </m:r>
                        </m:den>
                      </m:f>
                      <m:r>
                        <a:rPr lang="en-US" sz="2800" i="1" spc="-400">
                          <a:solidFill>
                            <a:srgbClr val="000000"/>
                          </a:solidFill>
                          <a:latin typeface="Cambria Math" panose="02040503050406030204" pitchFamily="18" charset="0"/>
                        </a:rPr>
                        <m:t>=</m:t>
                      </m:r>
                      <m:f>
                        <m:fPr>
                          <m:ctrlPr>
                            <a:rPr lang="en-US" sz="2800" i="1" spc="-400">
                              <a:solidFill>
                                <a:srgbClr val="000000"/>
                              </a:solidFill>
                              <a:latin typeface="Cambria Math" panose="02040503050406030204" pitchFamily="18" charset="0"/>
                            </a:rPr>
                          </m:ctrlPr>
                        </m:fPr>
                        <m:num>
                          <m:r>
                            <a:rPr lang="en-US" sz="2800" i="1" spc="-400">
                              <a:solidFill>
                                <a:srgbClr val="000000"/>
                              </a:solidFill>
                              <a:latin typeface="Cambria Math" panose="02040503050406030204" pitchFamily="18" charset="0"/>
                            </a:rPr>
                            <m:t>2</m:t>
                          </m:r>
                          <m:r>
                            <a:rPr lang="en-US" sz="2800" i="1" spc="-400">
                              <a:solidFill>
                                <a:srgbClr val="000000"/>
                              </a:solidFill>
                              <a:latin typeface="Cambria Math" panose="02040503050406030204" pitchFamily="18" charset="0"/>
                            </a:rPr>
                            <m:t>𝑠</m:t>
                          </m:r>
                          <m:r>
                            <a:rPr lang="en-US" sz="2800" i="1" spc="-400">
                              <a:solidFill>
                                <a:srgbClr val="000000"/>
                              </a:solidFill>
                              <a:latin typeface="Cambria Math" panose="02040503050406030204" pitchFamily="18" charset="0"/>
                            </a:rPr>
                            <m:t>+3</m:t>
                          </m:r>
                        </m:num>
                        <m:den>
                          <m:sSup>
                            <m:sSupPr>
                              <m:ctrlPr>
                                <a:rPr lang="en-US" sz="2800" i="1" spc="-400">
                                  <a:solidFill>
                                    <a:srgbClr val="000000"/>
                                  </a:solidFill>
                                  <a:latin typeface="Cambria Math" panose="02040503050406030204" pitchFamily="18" charset="0"/>
                                </a:rPr>
                              </m:ctrlPr>
                            </m:sSupPr>
                            <m:e>
                              <m:r>
                                <a:rPr lang="en-US" sz="2800" i="1" spc="-400">
                                  <a:solidFill>
                                    <a:srgbClr val="000000"/>
                                  </a:solidFill>
                                  <a:latin typeface="Cambria Math" panose="02040503050406030204" pitchFamily="18" charset="0"/>
                                </a:rPr>
                                <m:t>𝑠</m:t>
                              </m:r>
                            </m:e>
                            <m:sup>
                              <m:r>
                                <a:rPr lang="en-US" sz="2800" i="1" spc="-400">
                                  <a:solidFill>
                                    <a:srgbClr val="000000"/>
                                  </a:solidFill>
                                  <a:latin typeface="Cambria Math" panose="02040503050406030204" pitchFamily="18" charset="0"/>
                                </a:rPr>
                                <m:t>2</m:t>
                              </m:r>
                            </m:sup>
                          </m:sSup>
                          <m:r>
                            <a:rPr lang="en-US" sz="2800" i="1" spc="-400">
                              <a:solidFill>
                                <a:srgbClr val="000000"/>
                              </a:solidFill>
                              <a:latin typeface="Cambria Math" panose="02040503050406030204" pitchFamily="18" charset="0"/>
                            </a:rPr>
                            <m:t>+3</m:t>
                          </m:r>
                          <m:r>
                            <a:rPr lang="en-US" sz="2800" i="1" spc="-400">
                              <a:solidFill>
                                <a:srgbClr val="000000"/>
                              </a:solidFill>
                              <a:latin typeface="Cambria Math" panose="02040503050406030204" pitchFamily="18" charset="0"/>
                            </a:rPr>
                            <m:t>𝑠</m:t>
                          </m:r>
                          <m:r>
                            <a:rPr lang="en-US" sz="2800" i="1" spc="-400">
                              <a:solidFill>
                                <a:srgbClr val="000000"/>
                              </a:solidFill>
                              <a:latin typeface="Cambria Math" panose="02040503050406030204" pitchFamily="18" charset="0"/>
                            </a:rPr>
                            <m:t>+2</m:t>
                          </m:r>
                        </m:den>
                      </m:f>
                      <m:r>
                        <a:rPr lang="en-US" sz="2800" i="1" spc="-400">
                          <a:solidFill>
                            <a:srgbClr val="000000"/>
                          </a:solidFill>
                          <a:latin typeface="Cambria Math" panose="02040503050406030204" pitchFamily="18" charset="0"/>
                        </a:rPr>
                        <m:t>,</m:t>
                      </m:r>
                    </m:oMath>
                  </m:oMathPara>
                </a14:m>
                <a:endParaRPr lang="en-US" sz="2800" spc="-400" dirty="0"/>
              </a:p>
            </p:txBody>
          </p:sp>
        </mc:Choice>
        <mc:Fallback xmlns="">
          <p:sp>
            <p:nvSpPr>
              <p:cNvPr id="17411" name="Object 11">
                <a:extLst>
                  <a:ext uri="{FF2B5EF4-FFF2-40B4-BE49-F238E27FC236}">
                    <a16:creationId xmlns:a16="http://schemas.microsoft.com/office/drawing/2014/main" id="{01094DD0-8467-468E-A45E-854927C71FF7}"/>
                  </a:ext>
                </a:extLst>
              </p:cNvPr>
              <p:cNvSpPr txBox="1">
                <a:spLocks noRot="1" noChangeAspect="1" noMove="1" noResize="1" noEditPoints="1" noAdjustHandles="1" noChangeArrowheads="1" noChangeShapeType="1" noTextEdit="1"/>
              </p:cNvSpPr>
              <p:nvPr/>
            </p:nvSpPr>
            <p:spPr bwMode="auto">
              <a:xfrm>
                <a:off x="571500" y="1508125"/>
                <a:ext cx="5073651" cy="908967"/>
              </a:xfrm>
              <a:prstGeom prst="rect">
                <a:avLst/>
              </a:prstGeom>
              <a:blipFill>
                <a:blip r:embed="rId15"/>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433"/>
                                        </p:tgtEl>
                                        <p:attrNameLst>
                                          <p:attrName>style.visibility</p:attrName>
                                        </p:attrNameLst>
                                      </p:cBhvr>
                                      <p:to>
                                        <p:strVal val="visible"/>
                                      </p:to>
                                    </p:set>
                                    <p:anim calcmode="lin" valueType="num">
                                      <p:cBhvr additive="base">
                                        <p:cTn id="12" dur="500" fill="hold"/>
                                        <p:tgtEl>
                                          <p:spTgt spid="17433"/>
                                        </p:tgtEl>
                                        <p:attrNameLst>
                                          <p:attrName>ppt_x</p:attrName>
                                        </p:attrNameLst>
                                      </p:cBhvr>
                                      <p:tavLst>
                                        <p:tav tm="0">
                                          <p:val>
                                            <p:strVal val="#ppt_x"/>
                                          </p:val>
                                        </p:tav>
                                        <p:tav tm="100000">
                                          <p:val>
                                            <p:strVal val="#ppt_x"/>
                                          </p:val>
                                        </p:tav>
                                      </p:tavLst>
                                    </p:anim>
                                    <p:anim calcmode="lin" valueType="num">
                                      <p:cBhvr additive="base">
                                        <p:cTn id="13" dur="500" fill="hold"/>
                                        <p:tgtEl>
                                          <p:spTgt spid="174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412776"/>
            <a:ext cx="8229600" cy="523220"/>
          </a:xfrm>
        </p:spPr>
        <p:txBody>
          <a:bodyPr>
            <a:spAutoFit/>
          </a:bodyPr>
          <a:lstStyle/>
          <a:p>
            <a:pPr algn="just">
              <a:spcBef>
                <a:spcPts val="0"/>
              </a:spcBef>
              <a:spcAft>
                <a:spcPts val="600"/>
              </a:spcAft>
            </a:pPr>
            <a:r>
              <a:rPr lang="en-US" altLang="zh-CN" sz="2800" b="0" dirty="0"/>
              <a:t>9.21(b, j)</a:t>
            </a:r>
            <a:r>
              <a:rPr lang="zh-CN" altLang="en-US" sz="2800" b="0" dirty="0"/>
              <a:t>、</a:t>
            </a:r>
            <a:r>
              <a:rPr lang="en-US" altLang="zh-CN" sz="2800" b="0" dirty="0"/>
              <a:t>9.23(1)</a:t>
            </a:r>
            <a:endParaRPr lang="en-US" sz="36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6953935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51A37BC8-7FA4-4847-8E3F-87081E772F6E}"/>
              </a:ext>
            </a:extLst>
          </p:cNvPr>
          <p:cNvSpPr>
            <a:spLocks noGrp="1"/>
          </p:cNvSpPr>
          <p:nvPr>
            <p:ph type="title"/>
          </p:nvPr>
        </p:nvSpPr>
        <p:spPr/>
        <p:txBody>
          <a:bodyPr/>
          <a:lstStyle/>
          <a:p>
            <a:r>
              <a:rPr lang="en-US" altLang="zh-CN" dirty="0"/>
              <a:t>9.2  </a:t>
            </a:r>
            <a:r>
              <a:rPr lang="zh-CN" altLang="en-US" dirty="0"/>
              <a:t>拉普拉斯变换的收敛域</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C87C043-1404-482E-9AA4-F199DE9E2951}"/>
                  </a:ext>
                </a:extLst>
              </p:cNvPr>
              <p:cNvSpPr>
                <a:spLocks noGrp="1"/>
              </p:cNvSpPr>
              <p:nvPr>
                <p:ph idx="1"/>
              </p:nvPr>
            </p:nvSpPr>
            <p:spPr>
              <a:xfrm>
                <a:off x="457200" y="1285875"/>
                <a:ext cx="8229600" cy="4249881"/>
              </a:xfrm>
            </p:spPr>
            <p:txBody>
              <a:bodyPr>
                <a:spAutoFit/>
              </a:bodyPr>
              <a:lstStyle/>
              <a:p>
                <a:pPr algn="just">
                  <a:lnSpc>
                    <a:spcPct val="150000"/>
                  </a:lnSpc>
                </a:pPr>
                <a:r>
                  <a:rPr lang="zh-CN" altLang="en-US" sz="2800" b="0" dirty="0"/>
                  <a:t>熟悉关于拉普拉斯变换</a:t>
                </a:r>
                <a:r>
                  <a:rPr lang="en-US" altLang="zh-CN" sz="2800" b="0" dirty="0"/>
                  <a:t>ROC</a:t>
                </a:r>
                <a:r>
                  <a:rPr lang="zh-CN" altLang="en-US" sz="2800" b="0" dirty="0"/>
                  <a:t>的性质能使我们深入理解</a:t>
                </a:r>
                <a14:m>
                  <m:oMath xmlns:m="http://schemas.openxmlformats.org/officeDocument/2006/math">
                    <m:r>
                      <a:rPr lang="en-US" altLang="zh-CN" sz="2800" b="0" i="1" dirty="0" smtClean="0">
                        <a:latin typeface="Cambria Math" panose="02040503050406030204" pitchFamily="18" charset="0"/>
                      </a:rPr>
                      <m:t>𝑋</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𝑠</m:t>
                    </m:r>
                    <m:r>
                      <a:rPr lang="en-US" altLang="zh-CN" sz="2800" b="0" i="1" dirty="0" smtClean="0">
                        <a:latin typeface="Cambria Math" panose="02040503050406030204" pitchFamily="18" charset="0"/>
                      </a:rPr>
                      <m:t>)</m:t>
                    </m:r>
                  </m:oMath>
                </a14:m>
                <a:r>
                  <a:rPr lang="zh-CN" altLang="en-US" sz="2800" b="0" dirty="0"/>
                  <a:t>及其与</a:t>
                </a:r>
                <a14:m>
                  <m:oMath xmlns:m="http://schemas.openxmlformats.org/officeDocument/2006/math">
                    <m:r>
                      <a:rPr lang="en-US" altLang="zh-CN" sz="2800" b="0" i="1" dirty="0" smtClean="0">
                        <a:latin typeface="Cambria Math" panose="02040503050406030204" pitchFamily="18" charset="0"/>
                      </a:rPr>
                      <m:t>𝑥</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𝑡</m:t>
                    </m:r>
                    <m:r>
                      <a:rPr lang="en-US" altLang="zh-CN" sz="2800" b="0" i="1" dirty="0" smtClean="0">
                        <a:latin typeface="Cambria Math" panose="02040503050406030204" pitchFamily="18" charset="0"/>
                      </a:rPr>
                      <m:t>)</m:t>
                    </m:r>
                  </m:oMath>
                </a14:m>
                <a:r>
                  <a:rPr lang="zh-CN" altLang="en-US" sz="2800" b="0" dirty="0"/>
                  <a:t>时域特性的联系。</a:t>
                </a:r>
                <a:endParaRPr lang="en-US" altLang="zh-CN" sz="2800" b="0" dirty="0"/>
              </a:p>
              <a:p>
                <a:pPr algn="just">
                  <a:lnSpc>
                    <a:spcPct val="150000"/>
                  </a:lnSpc>
                </a:pPr>
                <a:r>
                  <a:rPr lang="en-US" altLang="zh-CN" sz="2800" b="0" dirty="0"/>
                  <a:t>ROC</a:t>
                </a:r>
                <a:r>
                  <a:rPr lang="zh-CN" altLang="en-US" sz="2800" b="0" dirty="0"/>
                  <a:t>的性质可归纳如下：</a:t>
                </a:r>
                <a:endParaRPr lang="en-US" altLang="zh-CN" sz="2800" b="0" dirty="0"/>
              </a:p>
              <a:p>
                <a:pPr algn="just">
                  <a:lnSpc>
                    <a:spcPct val="150000"/>
                  </a:lnSpc>
                </a:pPr>
                <a:r>
                  <a:rPr lang="en-US" altLang="zh-CN" sz="2800" b="0" dirty="0"/>
                  <a:t>1. ROC</a:t>
                </a:r>
                <a:r>
                  <a:rPr lang="zh-CN" altLang="en-US" sz="2800" b="0" dirty="0"/>
                  <a:t>是</a:t>
                </a:r>
                <a14:m>
                  <m:oMath xmlns:m="http://schemas.openxmlformats.org/officeDocument/2006/math">
                    <m:r>
                      <a:rPr lang="en-US" altLang="zh-CN" sz="2800" b="0" i="1" dirty="0" smtClean="0">
                        <a:latin typeface="Cambria Math" panose="02040503050406030204" pitchFamily="18" charset="0"/>
                      </a:rPr>
                      <m:t>𝑠</m:t>
                    </m:r>
                  </m:oMath>
                </a14:m>
                <a:r>
                  <a:rPr lang="zh-CN" altLang="en-US" sz="2800" b="0" dirty="0"/>
                  <a:t>平面上平行于</a:t>
                </a:r>
                <a14:m>
                  <m:oMath xmlns:m="http://schemas.openxmlformats.org/officeDocument/2006/math">
                    <m:r>
                      <m:rPr>
                        <m:sty m:val="p"/>
                      </m:rPr>
                      <a:rPr lang="en-US" altLang="zh-CN" sz="2800" b="0" i="0" dirty="0" smtClean="0">
                        <a:latin typeface="Cambria Math" panose="02040503050406030204" pitchFamily="18" charset="0"/>
                      </a:rPr>
                      <m:t>j</m:t>
                    </m:r>
                    <m:r>
                      <a:rPr lang="el-GR" altLang="zh-CN" sz="2800" b="0" i="1" dirty="0">
                        <a:latin typeface="Cambria Math" panose="02040503050406030204" pitchFamily="18" charset="0"/>
                        <a:cs typeface="Times New Roman" panose="02020603050405020304" pitchFamily="18" charset="0"/>
                      </a:rPr>
                      <m:t>𝜔</m:t>
                    </m:r>
                  </m:oMath>
                </a14:m>
                <a:r>
                  <a:rPr lang="zh-CN" altLang="en-US" sz="2800" b="0" dirty="0"/>
                  <a:t>轴的带形区域。</a:t>
                </a:r>
                <a:endParaRPr lang="en-US" altLang="zh-CN" sz="2800" b="0" dirty="0"/>
              </a:p>
              <a:p>
                <a:pPr algn="just">
                  <a:lnSpc>
                    <a:spcPct val="150000"/>
                  </a:lnSpc>
                </a:pPr>
                <a:r>
                  <a:rPr lang="en-US" altLang="zh-CN" sz="2800" b="0" dirty="0"/>
                  <a:t>2. </a:t>
                </a:r>
                <a:r>
                  <a:rPr lang="zh-CN" altLang="en-US" sz="2800" b="0" dirty="0"/>
                  <a:t>有理拉普拉斯变换在其</a:t>
                </a:r>
                <a:r>
                  <a:rPr lang="en-US" altLang="zh-CN" sz="2800" b="0" dirty="0"/>
                  <a:t>ROC</a:t>
                </a:r>
                <a:r>
                  <a:rPr lang="zh-CN" altLang="en-US" sz="2800" b="0" dirty="0"/>
                  <a:t>内无任何极点。</a:t>
                </a:r>
                <a:endParaRPr lang="en-US" altLang="zh-CN" sz="2800" b="0" dirty="0"/>
              </a:p>
              <a:p>
                <a:pPr algn="just">
                  <a:lnSpc>
                    <a:spcPct val="150000"/>
                  </a:lnSpc>
                </a:pPr>
                <a:r>
                  <a:rPr lang="en-US" altLang="zh-CN" sz="2800" b="0" dirty="0"/>
                  <a:t>3. </a:t>
                </a:r>
                <a:r>
                  <a:rPr lang="zh-CN" altLang="en-US" sz="2800" b="0" dirty="0"/>
                  <a:t>绝对可积的时限信号其</a:t>
                </a:r>
                <a:r>
                  <a:rPr lang="en-US" altLang="zh-CN" sz="2800" b="0" dirty="0"/>
                  <a:t>ROC</a:t>
                </a:r>
                <a:r>
                  <a:rPr lang="zh-CN" altLang="en-US" sz="2800" b="0" dirty="0"/>
                  <a:t>是整个</a:t>
                </a:r>
                <a14:m>
                  <m:oMath xmlns:m="http://schemas.openxmlformats.org/officeDocument/2006/math">
                    <m:r>
                      <a:rPr lang="en-US" altLang="zh-CN" sz="2800" b="0" i="1" dirty="0" smtClean="0">
                        <a:latin typeface="Cambria Math" panose="02040503050406030204" pitchFamily="18" charset="0"/>
                      </a:rPr>
                      <m:t>𝑠</m:t>
                    </m:r>
                  </m:oMath>
                </a14:m>
                <a:r>
                  <a:rPr lang="zh-CN" altLang="en-US" sz="2800" b="0" dirty="0"/>
                  <a:t>平面。</a:t>
                </a:r>
                <a:endParaRPr lang="en-US" altLang="zh-CN" sz="2800" b="0" dirty="0"/>
              </a:p>
            </p:txBody>
          </p:sp>
        </mc:Choice>
        <mc:Fallback xmlns="">
          <p:sp>
            <p:nvSpPr>
              <p:cNvPr id="3" name="内容占位符 2">
                <a:extLst>
                  <a:ext uri="{FF2B5EF4-FFF2-40B4-BE49-F238E27FC236}">
                    <a16:creationId xmlns:a16="http://schemas.microsoft.com/office/drawing/2014/main" id="{3C87C043-1404-482E-9AA4-F199DE9E2951}"/>
                  </a:ext>
                </a:extLst>
              </p:cNvPr>
              <p:cNvSpPr>
                <a:spLocks noGrp="1" noRot="1" noChangeAspect="1" noMove="1" noResize="1" noEditPoints="1" noAdjustHandles="1" noChangeArrowheads="1" noChangeShapeType="1" noTextEdit="1"/>
              </p:cNvSpPr>
              <p:nvPr>
                <p:ph idx="1"/>
              </p:nvPr>
            </p:nvSpPr>
            <p:spPr>
              <a:xfrm>
                <a:off x="457200" y="1285875"/>
                <a:ext cx="8229600" cy="4249881"/>
              </a:xfrm>
              <a:blipFill>
                <a:blip r:embed="rId2"/>
                <a:stretch>
                  <a:fillRect l="-1333" r="-1481" b="-315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D0FA7C3C-9915-4446-B447-5E9B1E14FB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050957-46EF-4FB2-95A7-FC49509C7D3D}" type="slidenum">
              <a:rPr lang="zh-CN" altLang="en-US">
                <a:solidFill>
                  <a:srgbClr val="898989"/>
                </a:solidFill>
                <a:latin typeface="Calibri" panose="020F0502020204030204" pitchFamily="34" charset="0"/>
              </a:rPr>
              <a:pPr eaLnBrk="1" hangingPunct="1"/>
              <a:t>14</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1" name="标题 1">
            <a:extLst>
              <a:ext uri="{FF2B5EF4-FFF2-40B4-BE49-F238E27FC236}">
                <a16:creationId xmlns:a16="http://schemas.microsoft.com/office/drawing/2014/main" id="{D919BE49-E4A1-4D19-904F-EDF664D7E9AD}"/>
              </a:ext>
            </a:extLst>
          </p:cNvPr>
          <p:cNvSpPr>
            <a:spLocks noGrp="1"/>
          </p:cNvSpPr>
          <p:nvPr>
            <p:ph type="title"/>
          </p:nvPr>
        </p:nvSpPr>
        <p:spPr/>
        <p:txBody>
          <a:bodyPr/>
          <a:lstStyle/>
          <a:p>
            <a:r>
              <a:rPr lang="en-US" altLang="zh-CN" dirty="0"/>
              <a:t>9.2  </a:t>
            </a:r>
            <a:r>
              <a:rPr lang="zh-CN" altLang="en-US" dirty="0"/>
              <a:t>拉普拉斯变换的收敛域</a:t>
            </a:r>
          </a:p>
        </p:txBody>
      </p:sp>
      <mc:AlternateContent xmlns:mc="http://schemas.openxmlformats.org/markup-compatibility/2006" xmlns:a14="http://schemas.microsoft.com/office/drawing/2010/main">
        <mc:Choice Requires="a14">
          <p:sp>
            <p:nvSpPr>
              <p:cNvPr id="20492" name="内容占位符 2">
                <a:extLst>
                  <a:ext uri="{FF2B5EF4-FFF2-40B4-BE49-F238E27FC236}">
                    <a16:creationId xmlns:a16="http://schemas.microsoft.com/office/drawing/2014/main" id="{3B8324B5-D118-4F91-91C1-F1660FEDF286}"/>
                  </a:ext>
                </a:extLst>
              </p:cNvPr>
              <p:cNvSpPr>
                <a:spLocks noGrp="1"/>
              </p:cNvSpPr>
              <p:nvPr>
                <p:ph idx="1"/>
              </p:nvPr>
            </p:nvSpPr>
            <p:spPr>
              <a:xfrm>
                <a:off x="457200" y="1285875"/>
                <a:ext cx="8229600" cy="928688"/>
              </a:xfrm>
            </p:spPr>
            <p:txBody>
              <a:bodyPr/>
              <a:lstStyle/>
              <a:p>
                <a:pPr algn="just"/>
                <a:r>
                  <a:rPr lang="en-US" altLang="zh-CN" sz="2400" b="0" dirty="0"/>
                  <a:t>4. </a:t>
                </a:r>
                <a:r>
                  <a:rPr lang="zh-CN" altLang="en-US" sz="2400" b="0" dirty="0"/>
                  <a:t>右边信号的</a:t>
                </a:r>
                <a:r>
                  <a:rPr lang="en-US" altLang="zh-CN" sz="2400" b="0" dirty="0"/>
                  <a:t>ROC</a:t>
                </a:r>
                <a:r>
                  <a:rPr lang="zh-CN" altLang="en-US" sz="2400" b="0" dirty="0"/>
                  <a:t>位于</a:t>
                </a:r>
                <a14:m>
                  <m:oMath xmlns:m="http://schemas.openxmlformats.org/officeDocument/2006/math">
                    <m:r>
                      <a:rPr lang="en-US" altLang="zh-CN" sz="2400" b="0" i="1" dirty="0" smtClean="0">
                        <a:latin typeface="Cambria Math" panose="02040503050406030204" pitchFamily="18" charset="0"/>
                      </a:rPr>
                      <m:t>𝑠</m:t>
                    </m:r>
                  </m:oMath>
                </a14:m>
                <a:r>
                  <a:rPr lang="zh-CN" altLang="en-US" sz="2400" b="0" dirty="0"/>
                  <a:t>平面内一条平行于</a:t>
                </a:r>
                <a14:m>
                  <m:oMath xmlns:m="http://schemas.openxmlformats.org/officeDocument/2006/math">
                    <m:r>
                      <m:rPr>
                        <m:sty m:val="p"/>
                      </m:rPr>
                      <a:rPr lang="en-US" altLang="zh-CN" sz="2400" b="0" i="0" dirty="0" smtClean="0">
                        <a:latin typeface="Cambria Math" panose="02040503050406030204" pitchFamily="18" charset="0"/>
                      </a:rPr>
                      <m:t>j</m:t>
                    </m:r>
                    <m:r>
                      <a:rPr lang="el-GR" altLang="zh-CN" sz="2400" b="0" i="1" dirty="0">
                        <a:latin typeface="Cambria Math" panose="02040503050406030204" pitchFamily="18" charset="0"/>
                        <a:cs typeface="Times New Roman" panose="02020603050405020304" pitchFamily="18" charset="0"/>
                      </a:rPr>
                      <m:t>𝜔</m:t>
                    </m:r>
                  </m:oMath>
                </a14:m>
                <a:r>
                  <a:rPr lang="zh-CN" altLang="en-US" sz="2400" b="0" dirty="0"/>
                  <a:t>轴的直线的右边。</a:t>
                </a:r>
              </a:p>
              <a:p>
                <a:endParaRPr lang="zh-CN" altLang="en-US" sz="2400" b="0" dirty="0"/>
              </a:p>
            </p:txBody>
          </p:sp>
        </mc:Choice>
        <mc:Fallback xmlns="">
          <p:sp>
            <p:nvSpPr>
              <p:cNvPr id="20492" name="内容占位符 2">
                <a:extLst>
                  <a:ext uri="{FF2B5EF4-FFF2-40B4-BE49-F238E27FC236}">
                    <a16:creationId xmlns:a16="http://schemas.microsoft.com/office/drawing/2014/main" id="{3B8324B5-D118-4F91-91C1-F1660FEDF286}"/>
                  </a:ext>
                </a:extLst>
              </p:cNvPr>
              <p:cNvSpPr>
                <a:spLocks noGrp="1" noRot="1" noChangeAspect="1" noMove="1" noResize="1" noEditPoints="1" noAdjustHandles="1" noChangeArrowheads="1" noChangeShapeType="1" noTextEdit="1"/>
              </p:cNvSpPr>
              <p:nvPr>
                <p:ph idx="1"/>
              </p:nvPr>
            </p:nvSpPr>
            <p:spPr>
              <a:xfrm>
                <a:off x="457200" y="1285875"/>
                <a:ext cx="8229600" cy="928688"/>
              </a:xfrm>
              <a:blipFill>
                <a:blip r:embed="rId2"/>
                <a:stretch>
                  <a:fillRect l="-963" t="-5921" r="-1111" b="-460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4723C33-A7D6-48B7-B25C-3FBE8F4BA82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FBE75C-9382-4548-9B92-CC2F2B2E27A0}" type="slidenum">
              <a:rPr lang="zh-CN" altLang="en-US">
                <a:solidFill>
                  <a:srgbClr val="898989"/>
                </a:solidFill>
                <a:latin typeface="Calibri" panose="020F0502020204030204" pitchFamily="34" charset="0"/>
              </a:rPr>
              <a:pPr eaLnBrk="1" hangingPunct="1"/>
              <a:t>15</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0499" name="Text Box 5">
                <a:extLst>
                  <a:ext uri="{FF2B5EF4-FFF2-40B4-BE49-F238E27FC236}">
                    <a16:creationId xmlns:a16="http://schemas.microsoft.com/office/drawing/2014/main" id="{8A5EFC1D-4A79-45CB-9F23-F68C6AB1DD87}"/>
                  </a:ext>
                </a:extLst>
              </p:cNvPr>
              <p:cNvSpPr txBox="1">
                <a:spLocks noChangeArrowheads="1"/>
              </p:cNvSpPr>
              <p:nvPr/>
            </p:nvSpPr>
            <p:spPr bwMode="auto">
              <a:xfrm>
                <a:off x="791004" y="3950099"/>
                <a:ext cx="7900986" cy="2132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600"/>
                  </a:spcAft>
                </a:pP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对</a:t>
                </a:r>
                <a14:m>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&gt;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a:t>
                </a:r>
                <a:endParaRPr lang="en-US" altLang="zh-CN" sz="2400" dirty="0">
                  <a:latin typeface="Times New Roman" panose="02020603050405020304" pitchFamily="18" charset="0"/>
                  <a:ea typeface="华文楷体" panose="02010600040101010101" pitchFamily="2" charset="-122"/>
                  <a:cs typeface="楷体_GB2312" panose="02010609030101010101" pitchFamily="49" charset="-122"/>
                </a:endParaRPr>
              </a:p>
              <a:p>
                <a:pPr eaLnBrk="1" hangingPunct="1"/>
                <a14:m>
                  <m:oMathPara xmlns:m="http://schemas.openxmlformats.org/officeDocument/2006/math">
                    <m:oMathParaPr>
                      <m:jc m:val="centerGroup"/>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r>
                            <a:rPr lang="en-US" sz="2400" i="1">
                              <a:solidFill>
                                <a:srgbClr val="000000"/>
                              </a:solidFill>
                              <a:latin typeface="Cambria Math" panose="02040503050406030204" pitchFamily="18" charset="0"/>
                            </a:rPr>
                            <m:t>∞</m:t>
                          </m:r>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𝑡</m:t>
                                  </m:r>
                                </m:sup>
                              </m:sSup>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r>
                            <a:rPr lang="en-US" sz="2400" i="1">
                              <a:solidFill>
                                <a:srgbClr val="000000"/>
                              </a:solidFill>
                              <a:latin typeface="Cambria Math" panose="02040503050406030204" pitchFamily="18" charset="0"/>
                            </a:rPr>
                            <m:t>∞</m:t>
                          </m:r>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𝑇</m:t>
                          </m:r>
                        </m:sup>
                      </m:sSup>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r>
                            <a:rPr lang="en-US" sz="2400" i="1">
                              <a:solidFill>
                                <a:srgbClr val="000000"/>
                              </a:solidFill>
                              <a:latin typeface="Cambria Math" panose="02040503050406030204" pitchFamily="18" charset="0"/>
                            </a:rPr>
                            <m:t>∞</m:t>
                          </m:r>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&lt;∞</m:t>
                      </m:r>
                    </m:oMath>
                  </m:oMathPara>
                </a14:m>
                <a:endParaRPr lang="zh-CN" altLang="en-US" sz="24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20499" name="Text Box 5">
                <a:extLst>
                  <a:ext uri="{FF2B5EF4-FFF2-40B4-BE49-F238E27FC236}">
                    <a16:creationId xmlns:a16="http://schemas.microsoft.com/office/drawing/2014/main" id="{8A5EFC1D-4A79-45CB-9F23-F68C6AB1DD87}"/>
                  </a:ext>
                </a:extLst>
              </p:cNvPr>
              <p:cNvSpPr txBox="1">
                <a:spLocks noRot="1" noChangeAspect="1" noMove="1" noResize="1" noEditPoints="1" noAdjustHandles="1" noChangeArrowheads="1" noChangeShapeType="1" noTextEdit="1"/>
              </p:cNvSpPr>
              <p:nvPr/>
            </p:nvSpPr>
            <p:spPr bwMode="auto">
              <a:xfrm>
                <a:off x="791004" y="3950099"/>
                <a:ext cx="7900986" cy="2132250"/>
              </a:xfrm>
              <a:prstGeom prst="rect">
                <a:avLst/>
              </a:prstGeom>
              <a:blipFill>
                <a:blip r:embed="rId3"/>
                <a:stretch>
                  <a:fillRect l="-1235" t="-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8" name="Text Box 11">
                <a:extLst>
                  <a:ext uri="{FF2B5EF4-FFF2-40B4-BE49-F238E27FC236}">
                    <a16:creationId xmlns:a16="http://schemas.microsoft.com/office/drawing/2014/main" id="{9643A2C7-59D3-41DE-B6C9-60D6C32CDB77}"/>
                  </a:ext>
                </a:extLst>
              </p:cNvPr>
              <p:cNvSpPr txBox="1">
                <a:spLocks noChangeArrowheads="1"/>
              </p:cNvSpPr>
              <p:nvPr/>
            </p:nvSpPr>
            <p:spPr bwMode="auto">
              <a:xfrm>
                <a:off x="785813" y="6082349"/>
                <a:ext cx="324864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表明</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1</m:t>
                        </m:r>
                      </m:sub>
                    </m:sSub>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也在收敛域内。</a:t>
                </a:r>
              </a:p>
            </p:txBody>
          </p:sp>
        </mc:Choice>
        <mc:Fallback xmlns="">
          <p:sp>
            <p:nvSpPr>
              <p:cNvPr id="20498" name="Text Box 11">
                <a:extLst>
                  <a:ext uri="{FF2B5EF4-FFF2-40B4-BE49-F238E27FC236}">
                    <a16:creationId xmlns:a16="http://schemas.microsoft.com/office/drawing/2014/main" id="{9643A2C7-59D3-41DE-B6C9-60D6C32CDB77}"/>
                  </a:ext>
                </a:extLst>
              </p:cNvPr>
              <p:cNvSpPr txBox="1">
                <a:spLocks noRot="1" noChangeAspect="1" noMove="1" noResize="1" noEditPoints="1" noAdjustHandles="1" noChangeArrowheads="1" noChangeShapeType="1" noTextEdit="1"/>
              </p:cNvSpPr>
              <p:nvPr/>
            </p:nvSpPr>
            <p:spPr bwMode="auto">
              <a:xfrm>
                <a:off x="785813" y="6082349"/>
                <a:ext cx="3248646" cy="461665"/>
              </a:xfrm>
              <a:prstGeom prst="rect">
                <a:avLst/>
              </a:prstGeom>
              <a:blipFill>
                <a:blip r:embed="rId4"/>
                <a:stretch>
                  <a:fillRect l="-3002" t="-9333" r="-1876"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5" name="组合 20">
            <a:extLst>
              <a:ext uri="{FF2B5EF4-FFF2-40B4-BE49-F238E27FC236}">
                <a16:creationId xmlns:a16="http://schemas.microsoft.com/office/drawing/2014/main" id="{45EB5113-143F-4A30-AC77-35D6A6121FB5}"/>
              </a:ext>
            </a:extLst>
          </p:cNvPr>
          <p:cNvGrpSpPr>
            <a:grpSpLocks/>
          </p:cNvGrpSpPr>
          <p:nvPr/>
        </p:nvGrpSpPr>
        <p:grpSpPr bwMode="auto">
          <a:xfrm>
            <a:off x="785813" y="2083158"/>
            <a:ext cx="7900985" cy="1815359"/>
            <a:chOff x="785785" y="2214554"/>
            <a:chExt cx="7900985" cy="1815571"/>
          </a:xfrm>
        </p:grpSpPr>
        <mc:AlternateContent xmlns:mc="http://schemas.openxmlformats.org/markup-compatibility/2006" xmlns:a14="http://schemas.microsoft.com/office/drawing/2010/main">
          <mc:Choice Requires="a14">
            <p:sp>
              <p:nvSpPr>
                <p:cNvPr id="20483" name="Object 2">
                  <a:extLst>
                    <a:ext uri="{FF2B5EF4-FFF2-40B4-BE49-F238E27FC236}">
                      <a16:creationId xmlns:a16="http://schemas.microsoft.com/office/drawing/2014/main" id="{19C3DB6E-C7E9-402A-9FDE-C402EEC7E1F1}"/>
                    </a:ext>
                  </a:extLst>
                </p:cNvPr>
                <p:cNvSpPr txBox="1"/>
                <p:nvPr/>
              </p:nvSpPr>
              <p:spPr bwMode="auto">
                <a:xfrm>
                  <a:off x="2817804" y="3140867"/>
                  <a:ext cx="3508338" cy="88925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r>
                              <a:rPr lang="en-US" sz="2400" i="1">
                                <a:solidFill>
                                  <a:srgbClr val="000000"/>
                                </a:solidFill>
                                <a:latin typeface="Cambria Math" panose="02040503050406030204" pitchFamily="18" charset="0"/>
                              </a:rPr>
                              <m:t>∞</m:t>
                            </m:r>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&lt;∞</m:t>
                        </m:r>
                      </m:oMath>
                    </m:oMathPara>
                  </a14:m>
                  <a:endParaRPr lang="en-US" sz="2400" dirty="0"/>
                </a:p>
              </p:txBody>
            </p:sp>
          </mc:Choice>
          <mc:Fallback xmlns="">
            <p:sp>
              <p:nvSpPr>
                <p:cNvPr id="20483" name="Object 2">
                  <a:extLst>
                    <a:ext uri="{FF2B5EF4-FFF2-40B4-BE49-F238E27FC236}">
                      <a16:creationId xmlns:a16="http://schemas.microsoft.com/office/drawing/2014/main" id="{19C3DB6E-C7E9-402A-9FDE-C402EEC7E1F1}"/>
                    </a:ext>
                  </a:extLst>
                </p:cNvPr>
                <p:cNvSpPr txBox="1">
                  <a:spLocks noRot="1" noChangeAspect="1" noMove="1" noResize="1" noEditPoints="1" noAdjustHandles="1" noChangeArrowheads="1" noChangeShapeType="1" noTextEdit="1"/>
                </p:cNvSpPr>
                <p:nvPr/>
              </p:nvSpPr>
              <p:spPr bwMode="auto">
                <a:xfrm>
                  <a:off x="2817804" y="3140867"/>
                  <a:ext cx="3508338" cy="889258"/>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7" name="Text Box 13">
                  <a:extLst>
                    <a:ext uri="{FF2B5EF4-FFF2-40B4-BE49-F238E27FC236}">
                      <a16:creationId xmlns:a16="http://schemas.microsoft.com/office/drawing/2014/main" id="{C2C682C8-EFAD-450F-ACD5-EAFD3AFF6A93}"/>
                    </a:ext>
                  </a:extLst>
                </p:cNvPr>
                <p:cNvSpPr txBox="1">
                  <a:spLocks noChangeArrowheads="1"/>
                </p:cNvSpPr>
                <p:nvPr/>
              </p:nvSpPr>
              <p:spPr bwMode="auto">
                <a:xfrm>
                  <a:off x="785785" y="2214554"/>
                  <a:ext cx="7900985" cy="83109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是右边信号</a:t>
                  </a:r>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非零区间起点</a:t>
                  </a:r>
                  <a14:m>
                    <m:oMath xmlns:m="http://schemas.openxmlformats.org/officeDocument/2006/math">
                      <m:r>
                        <a:rPr lang="en-US" sz="2400" i="1">
                          <a:solidFill>
                            <a:srgbClr val="000000"/>
                          </a:solidFill>
                          <a:latin typeface="Cambria Math" panose="02040503050406030204" pitchFamily="18" charset="0"/>
                        </a:rPr>
                        <m:t>𝑇</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&lt;∞</m:t>
                      </m:r>
                    </m:oMath>
                  </a14:m>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在</a:t>
                  </a:r>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内，则</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oMath>
                  </a14:m>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绝对可积，即：</a:t>
                  </a:r>
                </a:p>
              </p:txBody>
            </p:sp>
          </mc:Choice>
          <mc:Fallback xmlns="">
            <p:sp>
              <p:nvSpPr>
                <p:cNvPr id="20497" name="Text Box 13">
                  <a:extLst>
                    <a:ext uri="{FF2B5EF4-FFF2-40B4-BE49-F238E27FC236}">
                      <a16:creationId xmlns:a16="http://schemas.microsoft.com/office/drawing/2014/main" id="{C2C682C8-EFAD-450F-ACD5-EAFD3AFF6A93}"/>
                    </a:ext>
                  </a:extLst>
                </p:cNvPr>
                <p:cNvSpPr txBox="1">
                  <a:spLocks noRot="1" noChangeAspect="1" noMove="1" noResize="1" noEditPoints="1" noAdjustHandles="1" noChangeArrowheads="1" noChangeShapeType="1" noTextEdit="1"/>
                </p:cNvSpPr>
                <p:nvPr/>
              </p:nvSpPr>
              <p:spPr bwMode="auto">
                <a:xfrm>
                  <a:off x="785785" y="2214554"/>
                  <a:ext cx="7900985" cy="831094"/>
                </a:xfrm>
                <a:prstGeom prst="rect">
                  <a:avLst/>
                </a:prstGeom>
                <a:blipFill>
                  <a:blip r:embed="rId6"/>
                  <a:stretch>
                    <a:fillRect l="-1235" t="-6618" r="-5093" b="-169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499"/>
                                        </p:tgtEl>
                                        <p:attrNameLst>
                                          <p:attrName>style.visibility</p:attrName>
                                        </p:attrNameLst>
                                      </p:cBhvr>
                                      <p:to>
                                        <p:strVal val="visible"/>
                                      </p:to>
                                    </p:set>
                                    <p:animEffect transition="in" filter="wipe(down)">
                                      <p:cBhvr>
                                        <p:cTn id="11" dur="500"/>
                                        <p:tgtEl>
                                          <p:spTgt spid="20499"/>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0498"/>
                                        </p:tgtEl>
                                        <p:attrNameLst>
                                          <p:attrName>style.visibility</p:attrName>
                                        </p:attrNameLst>
                                      </p:cBhvr>
                                      <p:to>
                                        <p:strVal val="visible"/>
                                      </p:to>
                                    </p:set>
                                    <p:animEffect transition="in" filter="wipe(down)">
                                      <p:cBhvr>
                                        <p:cTn id="14" dur="500"/>
                                        <p:tgtEl>
                                          <p:spTgt spid="20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9" grpId="0"/>
      <p:bldP spid="2049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3" name="标题 1">
            <a:extLst>
              <a:ext uri="{FF2B5EF4-FFF2-40B4-BE49-F238E27FC236}">
                <a16:creationId xmlns:a16="http://schemas.microsoft.com/office/drawing/2014/main" id="{1F62CAB3-67A2-425C-899C-A8AF7FB7A125}"/>
              </a:ext>
            </a:extLst>
          </p:cNvPr>
          <p:cNvSpPr>
            <a:spLocks noGrp="1"/>
          </p:cNvSpPr>
          <p:nvPr>
            <p:ph type="title"/>
          </p:nvPr>
        </p:nvSpPr>
        <p:spPr/>
        <p:txBody>
          <a:bodyPr/>
          <a:lstStyle/>
          <a:p>
            <a:r>
              <a:rPr lang="en-US" altLang="zh-CN" dirty="0"/>
              <a:t>9.2  </a:t>
            </a:r>
            <a:r>
              <a:rPr lang="zh-CN" altLang="en-US" dirty="0"/>
              <a:t>拉普拉斯变换的收敛域</a:t>
            </a:r>
          </a:p>
        </p:txBody>
      </p:sp>
      <mc:AlternateContent xmlns:mc="http://schemas.openxmlformats.org/markup-compatibility/2006" xmlns:a14="http://schemas.microsoft.com/office/drawing/2010/main">
        <mc:Choice Requires="a14">
          <p:sp>
            <p:nvSpPr>
              <p:cNvPr id="21514" name="内容占位符 2">
                <a:extLst>
                  <a:ext uri="{FF2B5EF4-FFF2-40B4-BE49-F238E27FC236}">
                    <a16:creationId xmlns:a16="http://schemas.microsoft.com/office/drawing/2014/main" id="{00986516-0AF1-4B9A-8682-B50CEFC9F6E3}"/>
                  </a:ext>
                </a:extLst>
              </p:cNvPr>
              <p:cNvSpPr>
                <a:spLocks noGrp="1"/>
              </p:cNvSpPr>
              <p:nvPr>
                <p:ph idx="1"/>
              </p:nvPr>
            </p:nvSpPr>
            <p:spPr>
              <a:xfrm>
                <a:off x="457200" y="1285875"/>
                <a:ext cx="8229600" cy="1143000"/>
              </a:xfrm>
            </p:spPr>
            <p:txBody>
              <a:bodyPr/>
              <a:lstStyle/>
              <a:p>
                <a:pPr algn="just">
                  <a:lnSpc>
                    <a:spcPct val="120000"/>
                  </a:lnSpc>
                </a:pPr>
                <a:r>
                  <a:rPr lang="en-US" altLang="zh-CN" sz="2800" b="0" dirty="0"/>
                  <a:t>5. </a:t>
                </a:r>
                <a:r>
                  <a:rPr lang="zh-CN" altLang="en-US" sz="2800" b="0" dirty="0"/>
                  <a:t>左边信号的</a:t>
                </a:r>
                <a:r>
                  <a:rPr lang="en-US" altLang="zh-CN" sz="2800" b="0" dirty="0"/>
                  <a:t>ROC</a:t>
                </a:r>
                <a:r>
                  <a:rPr lang="zh-CN" altLang="en-US" sz="2800" b="0" dirty="0"/>
                  <a:t>位于</a:t>
                </a:r>
                <a14:m>
                  <m:oMath xmlns:m="http://schemas.openxmlformats.org/officeDocument/2006/math">
                    <m:r>
                      <a:rPr lang="en-US" altLang="zh-CN" sz="2800" b="0" i="1" dirty="0" smtClean="0">
                        <a:latin typeface="Cambria Math" panose="02040503050406030204" pitchFamily="18" charset="0"/>
                      </a:rPr>
                      <m:t>𝑠</m:t>
                    </m:r>
                  </m:oMath>
                </a14:m>
                <a:r>
                  <a:rPr lang="zh-CN" altLang="en-US" sz="2800" b="0" dirty="0"/>
                  <a:t>平面内一条平行于</a:t>
                </a:r>
                <a14:m>
                  <m:oMath xmlns:m="http://schemas.openxmlformats.org/officeDocument/2006/math">
                    <m:r>
                      <m:rPr>
                        <m:sty m:val="p"/>
                      </m:rPr>
                      <a:rPr lang="en-US" altLang="zh-CN" sz="2800" b="0" i="0" dirty="0" smtClean="0">
                        <a:latin typeface="Cambria Math" panose="02040503050406030204" pitchFamily="18" charset="0"/>
                      </a:rPr>
                      <m:t>j</m:t>
                    </m:r>
                    <m:r>
                      <a:rPr lang="el-GR" altLang="zh-CN" sz="2800" b="0" i="1" dirty="0">
                        <a:latin typeface="Cambria Math" panose="02040503050406030204" pitchFamily="18" charset="0"/>
                        <a:cs typeface="Times New Roman" panose="02020603050405020304" pitchFamily="18" charset="0"/>
                      </a:rPr>
                      <m:t>𝜔</m:t>
                    </m:r>
                  </m:oMath>
                </a14:m>
                <a:r>
                  <a:rPr lang="zh-CN" altLang="en-US" sz="2800" b="0" dirty="0"/>
                  <a:t>轴的直线的左边。</a:t>
                </a:r>
              </a:p>
            </p:txBody>
          </p:sp>
        </mc:Choice>
        <mc:Fallback xmlns="">
          <p:sp>
            <p:nvSpPr>
              <p:cNvPr id="21514" name="内容占位符 2">
                <a:extLst>
                  <a:ext uri="{FF2B5EF4-FFF2-40B4-BE49-F238E27FC236}">
                    <a16:creationId xmlns:a16="http://schemas.microsoft.com/office/drawing/2014/main" id="{00986516-0AF1-4B9A-8682-B50CEFC9F6E3}"/>
                  </a:ext>
                </a:extLst>
              </p:cNvPr>
              <p:cNvSpPr>
                <a:spLocks noGrp="1" noRot="1" noChangeAspect="1" noMove="1" noResize="1" noEditPoints="1" noAdjustHandles="1" noChangeArrowheads="1" noChangeShapeType="1" noTextEdit="1"/>
              </p:cNvSpPr>
              <p:nvPr>
                <p:ph idx="1"/>
              </p:nvPr>
            </p:nvSpPr>
            <p:spPr>
              <a:xfrm>
                <a:off x="457200" y="1285875"/>
                <a:ext cx="8229600" cy="1143000"/>
              </a:xfrm>
              <a:blipFill>
                <a:blip r:embed="rId2"/>
                <a:stretch>
                  <a:fillRect l="-1333" t="-2139" r="-1481" b="-10160"/>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8EEA83DF-F058-4112-A39F-65B417CE52B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C657092-CD00-4CF4-B46C-7B0A401D7032}" type="slidenum">
              <a:rPr lang="zh-CN" altLang="en-US">
                <a:solidFill>
                  <a:srgbClr val="898989"/>
                </a:solidFill>
                <a:latin typeface="Calibri" panose="020F0502020204030204" pitchFamily="34" charset="0"/>
              </a:rPr>
              <a:pPr eaLnBrk="1" hangingPunct="1"/>
              <a:t>16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1520" name="Text Box 6">
                <a:extLst>
                  <a:ext uri="{FF2B5EF4-FFF2-40B4-BE49-F238E27FC236}">
                    <a16:creationId xmlns:a16="http://schemas.microsoft.com/office/drawing/2014/main" id="{219DEED1-2B11-43D1-8C87-EBD2EE4BF6CE}"/>
                  </a:ext>
                </a:extLst>
              </p:cNvPr>
              <p:cNvSpPr txBox="1">
                <a:spLocks noChangeArrowheads="1"/>
              </p:cNvSpPr>
              <p:nvPr/>
            </p:nvSpPr>
            <p:spPr bwMode="auto">
              <a:xfrm>
                <a:off x="1165225" y="2414588"/>
                <a:ext cx="6907213" cy="11271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Clr>
                    <a:schemeClr val="hlink"/>
                  </a:buClr>
                  <a:buSzPct val="70000"/>
                  <a:buFont typeface="Wingdings" panose="05000000000000000000" pitchFamily="2" charset="2"/>
                  <a:buNone/>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是左边信号，非零区间为</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𝑇</m:t>
                    </m:r>
                    <m:r>
                      <a:rPr lang="en-US" sz="2800" i="1">
                        <a:solidFill>
                          <a:srgbClr val="000000"/>
                        </a:solidFill>
                        <a:latin typeface="Cambria Math" panose="02040503050406030204" pitchFamily="18" charset="0"/>
                      </a:rPr>
                      <m:t>]</m:t>
                    </m:r>
                  </m:oMath>
                </a14:m>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0</m:t>
                        </m:r>
                      </m:sub>
                    </m:sSub>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在</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内，则对</a:t>
                </a:r>
                <a14:m>
                  <m:oMath xmlns:m="http://schemas.openxmlformats.org/officeDocument/2006/math">
                    <m:r>
                      <a:rPr lang="en-US" sz="2800" i="1" smtClean="0">
                        <a:solidFill>
                          <a:srgbClr val="000000"/>
                        </a:solidFill>
                        <a:latin typeface="Cambria Math" panose="02040503050406030204" pitchFamily="18" charset="0"/>
                        <a:ea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&lt;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0</m:t>
                        </m:r>
                      </m:sub>
                    </m:sSub>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21520" name="Text Box 6">
                <a:extLst>
                  <a:ext uri="{FF2B5EF4-FFF2-40B4-BE49-F238E27FC236}">
                    <a16:creationId xmlns:a16="http://schemas.microsoft.com/office/drawing/2014/main" id="{219DEED1-2B11-43D1-8C87-EBD2EE4BF6CE}"/>
                  </a:ext>
                </a:extLst>
              </p:cNvPr>
              <p:cNvSpPr txBox="1">
                <a:spLocks noRot="1" noChangeAspect="1" noMove="1" noResize="1" noEditPoints="1" noAdjustHandles="1" noChangeArrowheads="1" noChangeShapeType="1" noTextEdit="1"/>
              </p:cNvSpPr>
              <p:nvPr/>
            </p:nvSpPr>
            <p:spPr bwMode="auto">
              <a:xfrm>
                <a:off x="1165225" y="2414588"/>
                <a:ext cx="6907213" cy="1127125"/>
              </a:xfrm>
              <a:prstGeom prst="rect">
                <a:avLst/>
              </a:prstGeom>
              <a:blipFill>
                <a:blip r:embed="rId3"/>
                <a:stretch>
                  <a:fillRect l="-1765" t="-1622" b="-113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6">
                <a:extLst>
                  <a:ext uri="{FF2B5EF4-FFF2-40B4-BE49-F238E27FC236}">
                    <a16:creationId xmlns:a16="http://schemas.microsoft.com/office/drawing/2014/main" id="{175FAAE2-A953-4911-8CD4-6A6659BCFB4C}"/>
                  </a:ext>
                </a:extLst>
              </p:cNvPr>
              <p:cNvSpPr txBox="1"/>
              <p:nvPr/>
            </p:nvSpPr>
            <p:spPr bwMode="auto">
              <a:xfrm>
                <a:off x="1536700" y="3714750"/>
                <a:ext cx="6923732" cy="105868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800" i="1" spc="-100">
                              <a:solidFill>
                                <a:srgbClr val="000000"/>
                              </a:solidFill>
                              <a:latin typeface="Cambria Math" panose="02040503050406030204" pitchFamily="18" charset="0"/>
                            </a:rPr>
                          </m:ctrlPr>
                        </m:naryPr>
                        <m:sub>
                          <m:r>
                            <a:rPr lang="en-US" sz="2800" i="1" spc="-100">
                              <a:solidFill>
                                <a:srgbClr val="000000"/>
                              </a:solidFill>
                              <a:latin typeface="Cambria Math" panose="02040503050406030204" pitchFamily="18" charset="0"/>
                            </a:rPr>
                            <m:t>−∞</m:t>
                          </m:r>
                        </m:sub>
                        <m:sup>
                          <m:r>
                            <a:rPr lang="en-US" sz="2800" i="1" spc="-100">
                              <a:solidFill>
                                <a:srgbClr val="000000"/>
                              </a:solidFill>
                              <a:latin typeface="Cambria Math" panose="02040503050406030204" pitchFamily="18" charset="0"/>
                            </a:rPr>
                            <m:t>𝑇</m:t>
                          </m:r>
                        </m:sup>
                        <m:e>
                          <m:d>
                            <m:dPr>
                              <m:begChr m:val="|"/>
                              <m:endChr m:val="|"/>
                              <m:ctrlPr>
                                <a:rPr lang="en-US" sz="2800" i="1" spc="-100">
                                  <a:solidFill>
                                    <a:srgbClr val="000000"/>
                                  </a:solidFill>
                                  <a:latin typeface="Cambria Math" panose="02040503050406030204" pitchFamily="18" charset="0"/>
                                </a:rPr>
                              </m:ctrlPr>
                            </m:dPr>
                            <m:e>
                              <m:r>
                                <a:rPr lang="en-US" sz="2800" i="1" spc="-100">
                                  <a:solidFill>
                                    <a:srgbClr val="000000"/>
                                  </a:solidFill>
                                  <a:latin typeface="Cambria Math" panose="02040503050406030204" pitchFamily="18" charset="0"/>
                                </a:rPr>
                                <m:t>𝑥</m:t>
                              </m:r>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r>
                                <a:rPr lang="en-US" sz="2800" i="1" spc="-100">
                                  <a:solidFill>
                                    <a:srgbClr val="000000"/>
                                  </a:solidFill>
                                  <a:latin typeface="Cambria Math" panose="02040503050406030204" pitchFamily="18" charset="0"/>
                                </a:rPr>
                                <m:t>)</m:t>
                              </m:r>
                              <m:sSup>
                                <m:sSupPr>
                                  <m:ctrlPr>
                                    <a:rPr lang="en-US" sz="2800" i="1" spc="-100">
                                      <a:solidFill>
                                        <a:srgbClr val="000000"/>
                                      </a:solidFill>
                                      <a:latin typeface="Cambria Math" panose="02040503050406030204" pitchFamily="18" charset="0"/>
                                    </a:rPr>
                                  </m:ctrlPr>
                                </m:sSupPr>
                                <m:e>
                                  <m:r>
                                    <m:rPr>
                                      <m:sty m:val="p"/>
                                    </m:rPr>
                                    <a:rPr lang="en-US" sz="2800" i="0" spc="-100">
                                      <a:solidFill>
                                        <a:srgbClr val="000000"/>
                                      </a:solidFill>
                                      <a:latin typeface="Cambria Math" panose="02040503050406030204" pitchFamily="18" charset="0"/>
                                    </a:rPr>
                                    <m:t>e</m:t>
                                  </m:r>
                                </m:e>
                                <m:sup>
                                  <m:r>
                                    <a:rPr lang="en-US" sz="2800" i="1" spc="-100">
                                      <a:solidFill>
                                        <a:srgbClr val="000000"/>
                                      </a:solidFill>
                                      <a:latin typeface="Cambria Math" panose="02040503050406030204" pitchFamily="18" charset="0"/>
                                    </a:rPr>
                                    <m:t>−</m:t>
                                  </m:r>
                                  <m:sSub>
                                    <m:sSubPr>
                                      <m:ctrlPr>
                                        <a:rPr lang="en-US" sz="2800" i="1" spc="-100">
                                          <a:solidFill>
                                            <a:srgbClr val="000000"/>
                                          </a:solidFill>
                                          <a:latin typeface="Cambria Math" panose="02040503050406030204" pitchFamily="18" charset="0"/>
                                        </a:rPr>
                                      </m:ctrlPr>
                                    </m:sSubPr>
                                    <m:e>
                                      <m:r>
                                        <a:rPr lang="en-US" sz="2800" i="1" spc="-100">
                                          <a:solidFill>
                                            <a:srgbClr val="000000"/>
                                          </a:solidFill>
                                          <a:latin typeface="Cambria Math" panose="02040503050406030204" pitchFamily="18" charset="0"/>
                                        </a:rPr>
                                        <m:t>𝜎</m:t>
                                      </m:r>
                                    </m:e>
                                    <m:sub>
                                      <m:r>
                                        <a:rPr lang="en-US" sz="2800" i="1" spc="-100">
                                          <a:solidFill>
                                            <a:srgbClr val="000000"/>
                                          </a:solidFill>
                                          <a:latin typeface="Cambria Math" panose="02040503050406030204" pitchFamily="18" charset="0"/>
                                        </a:rPr>
                                        <m:t>1</m:t>
                                      </m:r>
                                    </m:sub>
                                  </m:sSub>
                                  <m:r>
                                    <a:rPr lang="en-US" sz="2800" i="1" spc="-100">
                                      <a:solidFill>
                                        <a:srgbClr val="000000"/>
                                      </a:solidFill>
                                      <a:latin typeface="Cambria Math" panose="02040503050406030204" pitchFamily="18" charset="0"/>
                                    </a:rPr>
                                    <m:t>𝑡</m:t>
                                  </m:r>
                                </m:sup>
                              </m:sSup>
                            </m:e>
                          </m:d>
                          <m:r>
                            <m:rPr>
                              <m:sty m:val="p"/>
                            </m:rPr>
                            <a:rPr lang="en-US" sz="2800" i="0" spc="-100">
                              <a:solidFill>
                                <a:srgbClr val="000000"/>
                              </a:solidFill>
                              <a:latin typeface="Cambria Math" panose="02040503050406030204" pitchFamily="18" charset="0"/>
                            </a:rPr>
                            <m:t>d</m:t>
                          </m:r>
                          <m:r>
                            <a:rPr lang="en-US" sz="2800" i="1" spc="-100">
                              <a:solidFill>
                                <a:srgbClr val="000000"/>
                              </a:solidFill>
                              <a:latin typeface="Cambria Math" panose="02040503050406030204" pitchFamily="18" charset="0"/>
                            </a:rPr>
                            <m:t>𝑡</m:t>
                          </m:r>
                        </m:e>
                      </m:nary>
                      <m:r>
                        <a:rPr lang="en-US" sz="2800" i="1" spc="-100">
                          <a:solidFill>
                            <a:srgbClr val="000000"/>
                          </a:solidFill>
                          <a:latin typeface="Cambria Math" panose="02040503050406030204" pitchFamily="18" charset="0"/>
                        </a:rPr>
                        <m:t>=</m:t>
                      </m:r>
                      <m:nary>
                        <m:naryPr>
                          <m:ctrlPr>
                            <a:rPr lang="en-US" sz="2800" i="1" spc="-100">
                              <a:solidFill>
                                <a:srgbClr val="000000"/>
                              </a:solidFill>
                              <a:latin typeface="Cambria Math" panose="02040503050406030204" pitchFamily="18" charset="0"/>
                            </a:rPr>
                          </m:ctrlPr>
                        </m:naryPr>
                        <m:sub>
                          <m:r>
                            <a:rPr lang="en-US" sz="2800" i="1" spc="-100">
                              <a:solidFill>
                                <a:srgbClr val="000000"/>
                              </a:solidFill>
                              <a:latin typeface="Cambria Math" panose="02040503050406030204" pitchFamily="18" charset="0"/>
                            </a:rPr>
                            <m:t>−∞</m:t>
                          </m:r>
                        </m:sub>
                        <m:sup>
                          <m:r>
                            <a:rPr lang="en-US" sz="2800" i="1" spc="-100">
                              <a:solidFill>
                                <a:srgbClr val="000000"/>
                              </a:solidFill>
                              <a:latin typeface="Cambria Math" panose="02040503050406030204" pitchFamily="18" charset="0"/>
                            </a:rPr>
                            <m:t>𝑇</m:t>
                          </m:r>
                        </m:sup>
                        <m:e>
                          <m:d>
                            <m:dPr>
                              <m:begChr m:val="|"/>
                              <m:endChr m:val="|"/>
                              <m:ctrlPr>
                                <a:rPr lang="en-US" sz="2800" i="1" spc="-100">
                                  <a:solidFill>
                                    <a:srgbClr val="000000"/>
                                  </a:solidFill>
                                  <a:latin typeface="Cambria Math" panose="02040503050406030204" pitchFamily="18" charset="0"/>
                                </a:rPr>
                              </m:ctrlPr>
                            </m:dPr>
                            <m:e>
                              <m:r>
                                <a:rPr lang="en-US" sz="2800" i="1" spc="-100">
                                  <a:solidFill>
                                    <a:srgbClr val="000000"/>
                                  </a:solidFill>
                                  <a:latin typeface="Cambria Math" panose="02040503050406030204" pitchFamily="18" charset="0"/>
                                </a:rPr>
                                <m:t>𝑥</m:t>
                              </m:r>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r>
                                <a:rPr lang="en-US" sz="2800" i="1" spc="-100">
                                  <a:solidFill>
                                    <a:srgbClr val="000000"/>
                                  </a:solidFill>
                                  <a:latin typeface="Cambria Math" panose="02040503050406030204" pitchFamily="18" charset="0"/>
                                </a:rPr>
                                <m:t>)</m:t>
                              </m:r>
                              <m:sSup>
                                <m:sSupPr>
                                  <m:ctrlPr>
                                    <a:rPr lang="en-US" sz="2800" i="1" spc="-100">
                                      <a:solidFill>
                                        <a:srgbClr val="000000"/>
                                      </a:solidFill>
                                      <a:latin typeface="Cambria Math" panose="02040503050406030204" pitchFamily="18" charset="0"/>
                                    </a:rPr>
                                  </m:ctrlPr>
                                </m:sSupPr>
                                <m:e>
                                  <m:r>
                                    <m:rPr>
                                      <m:sty m:val="p"/>
                                    </m:rPr>
                                    <a:rPr lang="en-US" sz="2800" i="0" spc="-100">
                                      <a:solidFill>
                                        <a:srgbClr val="000000"/>
                                      </a:solidFill>
                                      <a:latin typeface="Cambria Math" panose="02040503050406030204" pitchFamily="18" charset="0"/>
                                    </a:rPr>
                                    <m:t>e</m:t>
                                  </m:r>
                                </m:e>
                                <m:sup>
                                  <m:r>
                                    <a:rPr lang="en-US" sz="2800" i="1" spc="-100">
                                      <a:solidFill>
                                        <a:srgbClr val="000000"/>
                                      </a:solidFill>
                                      <a:latin typeface="Cambria Math" panose="02040503050406030204" pitchFamily="18" charset="0"/>
                                    </a:rPr>
                                    <m:t>−</m:t>
                                  </m:r>
                                  <m:sSub>
                                    <m:sSubPr>
                                      <m:ctrlPr>
                                        <a:rPr lang="en-US" sz="2800" i="1" spc="-100">
                                          <a:solidFill>
                                            <a:srgbClr val="000000"/>
                                          </a:solidFill>
                                          <a:latin typeface="Cambria Math" panose="02040503050406030204" pitchFamily="18" charset="0"/>
                                        </a:rPr>
                                      </m:ctrlPr>
                                    </m:sSubPr>
                                    <m:e>
                                      <m:r>
                                        <a:rPr lang="en-US" sz="2800" i="1" spc="-100">
                                          <a:solidFill>
                                            <a:srgbClr val="000000"/>
                                          </a:solidFill>
                                          <a:latin typeface="Cambria Math" panose="02040503050406030204" pitchFamily="18" charset="0"/>
                                        </a:rPr>
                                        <m:t>𝜎</m:t>
                                      </m:r>
                                    </m:e>
                                    <m:sub>
                                      <m:r>
                                        <a:rPr lang="en-US" sz="2800" i="1" spc="-100">
                                          <a:solidFill>
                                            <a:srgbClr val="000000"/>
                                          </a:solidFill>
                                          <a:latin typeface="Cambria Math" panose="02040503050406030204" pitchFamily="18" charset="0"/>
                                        </a:rPr>
                                        <m:t>0</m:t>
                                      </m:r>
                                    </m:sub>
                                  </m:sSub>
                                  <m:r>
                                    <a:rPr lang="en-US" sz="2800" i="1" spc="-100">
                                      <a:solidFill>
                                        <a:srgbClr val="000000"/>
                                      </a:solidFill>
                                      <a:latin typeface="Cambria Math" panose="02040503050406030204" pitchFamily="18" charset="0"/>
                                    </a:rPr>
                                    <m:t>𝑡</m:t>
                                  </m:r>
                                </m:sup>
                              </m:sSup>
                              <m:sSup>
                                <m:sSupPr>
                                  <m:ctrlPr>
                                    <a:rPr lang="en-US" sz="2800" i="1" spc="-100">
                                      <a:solidFill>
                                        <a:srgbClr val="000000"/>
                                      </a:solidFill>
                                      <a:latin typeface="Cambria Math" panose="02040503050406030204" pitchFamily="18" charset="0"/>
                                    </a:rPr>
                                  </m:ctrlPr>
                                </m:sSupPr>
                                <m:e>
                                  <m:r>
                                    <m:rPr>
                                      <m:sty m:val="p"/>
                                    </m:rPr>
                                    <a:rPr lang="en-US" sz="2800" i="0" spc="-100">
                                      <a:solidFill>
                                        <a:srgbClr val="000000"/>
                                      </a:solidFill>
                                      <a:latin typeface="Cambria Math" panose="02040503050406030204" pitchFamily="18" charset="0"/>
                                    </a:rPr>
                                    <m:t>e</m:t>
                                  </m:r>
                                </m:e>
                                <m:sup>
                                  <m:r>
                                    <a:rPr lang="en-US" sz="2800" i="1" spc="-100">
                                      <a:solidFill>
                                        <a:srgbClr val="000000"/>
                                      </a:solidFill>
                                      <a:latin typeface="Cambria Math" panose="02040503050406030204" pitchFamily="18" charset="0"/>
                                    </a:rPr>
                                    <m:t>−(</m:t>
                                  </m:r>
                                  <m:sSub>
                                    <m:sSubPr>
                                      <m:ctrlPr>
                                        <a:rPr lang="en-US" sz="2800" i="1" spc="-100">
                                          <a:solidFill>
                                            <a:srgbClr val="000000"/>
                                          </a:solidFill>
                                          <a:latin typeface="Cambria Math" panose="02040503050406030204" pitchFamily="18" charset="0"/>
                                        </a:rPr>
                                      </m:ctrlPr>
                                    </m:sSubPr>
                                    <m:e>
                                      <m:r>
                                        <a:rPr lang="en-US" sz="2800" i="1" spc="-100">
                                          <a:solidFill>
                                            <a:srgbClr val="000000"/>
                                          </a:solidFill>
                                          <a:latin typeface="Cambria Math" panose="02040503050406030204" pitchFamily="18" charset="0"/>
                                        </a:rPr>
                                        <m:t>𝜎</m:t>
                                      </m:r>
                                    </m:e>
                                    <m:sub>
                                      <m:r>
                                        <a:rPr lang="en-US" sz="2800" i="1" spc="-100">
                                          <a:solidFill>
                                            <a:srgbClr val="000000"/>
                                          </a:solidFill>
                                          <a:latin typeface="Cambria Math" panose="02040503050406030204" pitchFamily="18" charset="0"/>
                                        </a:rPr>
                                        <m:t>1</m:t>
                                      </m:r>
                                    </m:sub>
                                  </m:sSub>
                                  <m:r>
                                    <a:rPr lang="en-US" sz="2800" i="1" spc="-100">
                                      <a:solidFill>
                                        <a:srgbClr val="000000"/>
                                      </a:solidFill>
                                      <a:latin typeface="Cambria Math" panose="02040503050406030204" pitchFamily="18" charset="0"/>
                                    </a:rPr>
                                    <m:t>−</m:t>
                                  </m:r>
                                  <m:sSub>
                                    <m:sSubPr>
                                      <m:ctrlPr>
                                        <a:rPr lang="en-US" sz="2800" i="1" spc="-100">
                                          <a:solidFill>
                                            <a:srgbClr val="000000"/>
                                          </a:solidFill>
                                          <a:latin typeface="Cambria Math" panose="02040503050406030204" pitchFamily="18" charset="0"/>
                                        </a:rPr>
                                      </m:ctrlPr>
                                    </m:sSubPr>
                                    <m:e>
                                      <m:r>
                                        <a:rPr lang="en-US" sz="2800" i="1" spc="-100">
                                          <a:solidFill>
                                            <a:srgbClr val="000000"/>
                                          </a:solidFill>
                                          <a:latin typeface="Cambria Math" panose="02040503050406030204" pitchFamily="18" charset="0"/>
                                        </a:rPr>
                                        <m:t>𝜎</m:t>
                                      </m:r>
                                    </m:e>
                                    <m:sub>
                                      <m:r>
                                        <a:rPr lang="en-US" sz="2800" i="1" spc="-100">
                                          <a:solidFill>
                                            <a:srgbClr val="000000"/>
                                          </a:solidFill>
                                          <a:latin typeface="Cambria Math" panose="02040503050406030204" pitchFamily="18" charset="0"/>
                                        </a:rPr>
                                        <m:t>0</m:t>
                                      </m:r>
                                    </m:sub>
                                  </m:sSub>
                                  <m:r>
                                    <a:rPr lang="en-US" sz="2800" i="1" spc="-100">
                                      <a:solidFill>
                                        <a:srgbClr val="000000"/>
                                      </a:solidFill>
                                      <a:latin typeface="Cambria Math" panose="02040503050406030204" pitchFamily="18" charset="0"/>
                                    </a:rPr>
                                    <m:t>)</m:t>
                                  </m:r>
                                  <m:r>
                                    <a:rPr lang="en-US" sz="2800" i="1" spc="-100">
                                      <a:solidFill>
                                        <a:srgbClr val="000000"/>
                                      </a:solidFill>
                                      <a:latin typeface="Cambria Math" panose="02040503050406030204" pitchFamily="18" charset="0"/>
                                    </a:rPr>
                                    <m:t>𝑡</m:t>
                                  </m:r>
                                </m:sup>
                              </m:sSup>
                            </m:e>
                          </m:d>
                          <m:r>
                            <m:rPr>
                              <m:sty m:val="p"/>
                            </m:rPr>
                            <a:rPr lang="en-US" sz="2800" i="0" spc="-100">
                              <a:solidFill>
                                <a:srgbClr val="000000"/>
                              </a:solidFill>
                              <a:latin typeface="Cambria Math" panose="02040503050406030204" pitchFamily="18" charset="0"/>
                            </a:rPr>
                            <m:t>d</m:t>
                          </m:r>
                          <m:r>
                            <a:rPr lang="en-US" sz="2800" i="1" spc="-100">
                              <a:solidFill>
                                <a:srgbClr val="000000"/>
                              </a:solidFill>
                              <a:latin typeface="Cambria Math" panose="02040503050406030204" pitchFamily="18" charset="0"/>
                            </a:rPr>
                            <m:t>𝑡</m:t>
                          </m:r>
                        </m:e>
                      </m:nary>
                    </m:oMath>
                  </m:oMathPara>
                </a14:m>
                <a:endParaRPr lang="en-US" sz="2800" spc="-100" dirty="0"/>
              </a:p>
            </p:txBody>
          </p:sp>
        </mc:Choice>
        <mc:Fallback xmlns="">
          <p:sp>
            <p:nvSpPr>
              <p:cNvPr id="12" name="Object 6">
                <a:extLst>
                  <a:ext uri="{FF2B5EF4-FFF2-40B4-BE49-F238E27FC236}">
                    <a16:creationId xmlns:a16="http://schemas.microsoft.com/office/drawing/2014/main" id="{175FAAE2-A953-4911-8CD4-6A6659BCFB4C}"/>
                  </a:ext>
                </a:extLst>
              </p:cNvPr>
              <p:cNvSpPr txBox="1">
                <a:spLocks noRot="1" noChangeAspect="1" noMove="1" noResize="1" noEditPoints="1" noAdjustHandles="1" noChangeArrowheads="1" noChangeShapeType="1" noTextEdit="1"/>
              </p:cNvSpPr>
              <p:nvPr/>
            </p:nvSpPr>
            <p:spPr bwMode="auto">
              <a:xfrm>
                <a:off x="1536700" y="3714750"/>
                <a:ext cx="6923732" cy="1058688"/>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7">
                <a:extLst>
                  <a:ext uri="{FF2B5EF4-FFF2-40B4-BE49-F238E27FC236}">
                    <a16:creationId xmlns:a16="http://schemas.microsoft.com/office/drawing/2014/main" id="{A55B4CAB-EF09-4E86-A2BA-A414E7F0CE0A}"/>
                  </a:ext>
                </a:extLst>
              </p:cNvPr>
              <p:cNvSpPr txBox="1"/>
              <p:nvPr/>
            </p:nvSpPr>
            <p:spPr bwMode="auto">
              <a:xfrm>
                <a:off x="1547964" y="4772275"/>
                <a:ext cx="5570536" cy="105868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𝑇</m:t>
                          </m:r>
                        </m:sup>
                      </m:sSup>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𝑇</m:t>
                          </m:r>
                        </m:sup>
                        <m:e>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sup>
                              </m:sSup>
                            </m:e>
                          </m:d>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𝑡</m:t>
                          </m:r>
                        </m:e>
                      </m:nary>
                      <m:r>
                        <a:rPr lang="en-US" sz="2800" i="1">
                          <a:solidFill>
                            <a:srgbClr val="000000"/>
                          </a:solidFill>
                          <a:latin typeface="Cambria Math" panose="02040503050406030204" pitchFamily="18" charset="0"/>
                        </a:rPr>
                        <m:t>&lt;∞</m:t>
                      </m:r>
                    </m:oMath>
                  </m:oMathPara>
                </a14:m>
                <a:endParaRPr lang="en-US" sz="2800" dirty="0"/>
              </a:p>
            </p:txBody>
          </p:sp>
        </mc:Choice>
        <mc:Fallback xmlns="">
          <p:sp>
            <p:nvSpPr>
              <p:cNvPr id="13" name="Object 7">
                <a:extLst>
                  <a:ext uri="{FF2B5EF4-FFF2-40B4-BE49-F238E27FC236}">
                    <a16:creationId xmlns:a16="http://schemas.microsoft.com/office/drawing/2014/main" id="{A55B4CAB-EF09-4E86-A2BA-A414E7F0CE0A}"/>
                  </a:ext>
                </a:extLst>
              </p:cNvPr>
              <p:cNvSpPr txBox="1">
                <a:spLocks noRot="1" noChangeAspect="1" noMove="1" noResize="1" noEditPoints="1" noAdjustHandles="1" noChangeArrowheads="1" noChangeShapeType="1" noTextEdit="1"/>
              </p:cNvSpPr>
              <p:nvPr/>
            </p:nvSpPr>
            <p:spPr bwMode="auto">
              <a:xfrm>
                <a:off x="1547964" y="4772275"/>
                <a:ext cx="5570536" cy="1058688"/>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9" name="Text Box 17">
                <a:extLst>
                  <a:ext uri="{FF2B5EF4-FFF2-40B4-BE49-F238E27FC236}">
                    <a16:creationId xmlns:a16="http://schemas.microsoft.com/office/drawing/2014/main" id="{C9D6A7EB-ABDB-4697-9F67-3BBE5CC3A101}"/>
                  </a:ext>
                </a:extLst>
              </p:cNvPr>
              <p:cNvSpPr txBox="1">
                <a:spLocks noChangeArrowheads="1"/>
              </p:cNvSpPr>
              <p:nvPr/>
            </p:nvSpPr>
            <p:spPr bwMode="auto">
              <a:xfrm>
                <a:off x="1160932" y="5949280"/>
                <a:ext cx="3744416" cy="5191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表明</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𝜎</m:t>
                        </m:r>
                      </m:e>
                      <m:sub>
                        <m:r>
                          <a:rPr lang="en-US" sz="2800" i="1">
                            <a:solidFill>
                              <a:srgbClr val="000000"/>
                            </a:solidFill>
                            <a:latin typeface="Cambria Math" panose="02040503050406030204" pitchFamily="18" charset="0"/>
                          </a:rPr>
                          <m:t>1</m:t>
                        </m:r>
                      </m:sub>
                    </m:sSub>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也在收敛域内。</a:t>
                </a:r>
              </a:p>
            </p:txBody>
          </p:sp>
        </mc:Choice>
        <mc:Fallback xmlns="">
          <p:sp>
            <p:nvSpPr>
              <p:cNvPr id="21519" name="Text Box 17">
                <a:extLst>
                  <a:ext uri="{FF2B5EF4-FFF2-40B4-BE49-F238E27FC236}">
                    <a16:creationId xmlns:a16="http://schemas.microsoft.com/office/drawing/2014/main" id="{C9D6A7EB-ABDB-4697-9F67-3BBE5CC3A101}"/>
                  </a:ext>
                </a:extLst>
              </p:cNvPr>
              <p:cNvSpPr txBox="1">
                <a:spLocks noRot="1" noChangeAspect="1" noMove="1" noResize="1" noEditPoints="1" noAdjustHandles="1" noChangeArrowheads="1" noChangeShapeType="1" noTextEdit="1"/>
              </p:cNvSpPr>
              <p:nvPr/>
            </p:nvSpPr>
            <p:spPr bwMode="auto">
              <a:xfrm>
                <a:off x="1160932" y="5949280"/>
                <a:ext cx="3744416" cy="519113"/>
              </a:xfrm>
              <a:prstGeom prst="rect">
                <a:avLst/>
              </a:prstGeom>
              <a:blipFill>
                <a:blip r:embed="rId6"/>
                <a:stretch>
                  <a:fillRect l="-3252" t="-12941" r="-2276"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20"/>
                                        </p:tgtEl>
                                        <p:attrNameLst>
                                          <p:attrName>style.visibility</p:attrName>
                                        </p:attrNameLst>
                                      </p:cBhvr>
                                      <p:to>
                                        <p:strVal val="visible"/>
                                      </p:to>
                                    </p:set>
                                    <p:animEffect transition="in" filter="wipe(down)">
                                      <p:cBhvr>
                                        <p:cTn id="7" dur="500"/>
                                        <p:tgtEl>
                                          <p:spTgt spid="2152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1519"/>
                                        </p:tgtEl>
                                        <p:attrNameLst>
                                          <p:attrName>style.visibility</p:attrName>
                                        </p:attrNameLst>
                                      </p:cBhvr>
                                      <p:to>
                                        <p:strVal val="visible"/>
                                      </p:to>
                                    </p:set>
                                    <p:animEffect transition="in" filter="wipe(down)">
                                      <p:cBhvr>
                                        <p:cTn id="16" dur="500"/>
                                        <p:tgtEl>
                                          <p:spTgt spid="21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0" grpId="0"/>
      <p:bldP spid="12" grpId="0"/>
      <p:bldP spid="13" grpId="0"/>
      <p:bldP spid="215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1" name="标题 1">
            <a:extLst>
              <a:ext uri="{FF2B5EF4-FFF2-40B4-BE49-F238E27FC236}">
                <a16:creationId xmlns:a16="http://schemas.microsoft.com/office/drawing/2014/main" id="{BE269559-AC6C-4097-AAF3-E1A0ACA8E14A}"/>
              </a:ext>
            </a:extLst>
          </p:cNvPr>
          <p:cNvSpPr>
            <a:spLocks noGrp="1"/>
          </p:cNvSpPr>
          <p:nvPr>
            <p:ph type="title"/>
          </p:nvPr>
        </p:nvSpPr>
        <p:spPr/>
        <p:txBody>
          <a:bodyPr/>
          <a:lstStyle/>
          <a:p>
            <a:r>
              <a:rPr lang="en-US" altLang="zh-CN" dirty="0"/>
              <a:t>9.2  </a:t>
            </a:r>
            <a:r>
              <a:rPr lang="zh-CN" altLang="en-US" dirty="0"/>
              <a:t>拉普拉斯变换的收敛域</a:t>
            </a:r>
          </a:p>
        </p:txBody>
      </p:sp>
      <mc:AlternateContent xmlns:mc="http://schemas.openxmlformats.org/markup-compatibility/2006" xmlns:a14="http://schemas.microsoft.com/office/drawing/2010/main">
        <mc:Choice Requires="a14">
          <p:sp>
            <p:nvSpPr>
              <p:cNvPr id="22542" name="内容占位符 2">
                <a:extLst>
                  <a:ext uri="{FF2B5EF4-FFF2-40B4-BE49-F238E27FC236}">
                    <a16:creationId xmlns:a16="http://schemas.microsoft.com/office/drawing/2014/main" id="{58EEE582-9050-449C-8244-20053002DF3E}"/>
                  </a:ext>
                </a:extLst>
              </p:cNvPr>
              <p:cNvSpPr>
                <a:spLocks noGrp="1"/>
              </p:cNvSpPr>
              <p:nvPr>
                <p:ph idx="1"/>
              </p:nvPr>
            </p:nvSpPr>
            <p:spPr>
              <a:xfrm>
                <a:off x="457200" y="1258220"/>
                <a:ext cx="8229600" cy="1319848"/>
              </a:xfrm>
            </p:spPr>
            <p:txBody>
              <a:bodyPr>
                <a:spAutoFit/>
              </a:bodyPr>
              <a:lstStyle/>
              <a:p>
                <a:pPr algn="just">
                  <a:lnSpc>
                    <a:spcPct val="150000"/>
                  </a:lnSpc>
                  <a:spcBef>
                    <a:spcPts val="0"/>
                  </a:spcBef>
                </a:pPr>
                <a:r>
                  <a:rPr lang="en-US" altLang="zh-CN" sz="2800" b="0" dirty="0"/>
                  <a:t>6. </a:t>
                </a:r>
                <a:r>
                  <a:rPr lang="zh-CN" altLang="en-US" sz="2800" b="0" dirty="0"/>
                  <a:t>双边信号的</a:t>
                </a:r>
                <a:r>
                  <a:rPr lang="en-US" altLang="zh-CN" sz="2800" b="0" dirty="0"/>
                  <a:t>ROC</a:t>
                </a:r>
                <a:r>
                  <a:rPr lang="zh-CN" altLang="en-US" sz="2800" b="0" dirty="0"/>
                  <a:t>如果存在，一定是</a:t>
                </a:r>
                <a14:m>
                  <m:oMath xmlns:m="http://schemas.openxmlformats.org/officeDocument/2006/math">
                    <m:r>
                      <a:rPr lang="en-US" altLang="zh-CN" sz="2800" b="0" i="1" dirty="0" smtClean="0">
                        <a:latin typeface="Cambria Math" panose="02040503050406030204" pitchFamily="18" charset="0"/>
                      </a:rPr>
                      <m:t>𝑠</m:t>
                    </m:r>
                  </m:oMath>
                </a14:m>
                <a:r>
                  <a:rPr lang="zh-CN" altLang="en-US" sz="2800" b="0" dirty="0"/>
                  <a:t>平面内平行于</a:t>
                </a:r>
                <a14:m>
                  <m:oMath xmlns:m="http://schemas.openxmlformats.org/officeDocument/2006/math">
                    <m:r>
                      <m:rPr>
                        <m:sty m:val="p"/>
                      </m:rPr>
                      <a:rPr lang="en-US" altLang="zh-CN" sz="2800" b="0" i="0" dirty="0" smtClean="0">
                        <a:latin typeface="Cambria Math" panose="02040503050406030204" pitchFamily="18" charset="0"/>
                      </a:rPr>
                      <m:t>j</m:t>
                    </m:r>
                    <m:r>
                      <a:rPr lang="el-GR" altLang="zh-CN" sz="2800" b="0" i="1" dirty="0">
                        <a:latin typeface="Cambria Math" panose="02040503050406030204" pitchFamily="18" charset="0"/>
                        <a:cs typeface="Times New Roman" panose="02020603050405020304" pitchFamily="18" charset="0"/>
                      </a:rPr>
                      <m:t>𝜔</m:t>
                    </m:r>
                  </m:oMath>
                </a14:m>
                <a:r>
                  <a:rPr lang="zh-CN" altLang="en-US" sz="2800" b="0" dirty="0"/>
                  <a:t>轴的带形区域。</a:t>
                </a:r>
              </a:p>
            </p:txBody>
          </p:sp>
        </mc:Choice>
        <mc:Fallback xmlns="">
          <p:sp>
            <p:nvSpPr>
              <p:cNvPr id="22542" name="内容占位符 2">
                <a:extLst>
                  <a:ext uri="{FF2B5EF4-FFF2-40B4-BE49-F238E27FC236}">
                    <a16:creationId xmlns:a16="http://schemas.microsoft.com/office/drawing/2014/main" id="{58EEE582-9050-449C-8244-20053002DF3E}"/>
                  </a:ext>
                </a:extLst>
              </p:cNvPr>
              <p:cNvSpPr>
                <a:spLocks noGrp="1" noRot="1" noChangeAspect="1" noMove="1" noResize="1" noEditPoints="1" noAdjustHandles="1" noChangeArrowheads="1" noChangeShapeType="1" noTextEdit="1"/>
              </p:cNvSpPr>
              <p:nvPr>
                <p:ph idx="1"/>
              </p:nvPr>
            </p:nvSpPr>
            <p:spPr>
              <a:xfrm>
                <a:off x="457200" y="1258220"/>
                <a:ext cx="8229600" cy="1319848"/>
              </a:xfrm>
              <a:blipFill>
                <a:blip r:embed="rId2"/>
                <a:stretch>
                  <a:fillRect l="-1333" r="-1481" b="-1198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01AE2E2B-EE43-4C98-8F9B-22252351011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3A9BB10-2699-416D-B2E8-86B551A3B36E}" type="slidenum">
              <a:rPr lang="zh-CN" altLang="en-US">
                <a:solidFill>
                  <a:srgbClr val="898989"/>
                </a:solidFill>
                <a:latin typeface="Calibri" panose="020F0502020204030204" pitchFamily="34" charset="0"/>
              </a:rPr>
              <a:pPr eaLnBrk="1" hangingPunct="1"/>
              <a:t>17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2" name="内容占位符 2">
                <a:extLst>
                  <a:ext uri="{FF2B5EF4-FFF2-40B4-BE49-F238E27FC236}">
                    <a16:creationId xmlns:a16="http://schemas.microsoft.com/office/drawing/2014/main" id="{944DD59E-01E8-411E-8626-4F02DE59E7B8}"/>
                  </a:ext>
                </a:extLst>
              </p:cNvPr>
              <p:cNvSpPr txBox="1">
                <a:spLocks/>
              </p:cNvSpPr>
              <p:nvPr/>
            </p:nvSpPr>
            <p:spPr bwMode="auto">
              <a:xfrm>
                <a:off x="457200" y="2578068"/>
                <a:ext cx="8229600" cy="37251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spcBef>
                    <a:spcPts val="0"/>
                  </a:spcBef>
                </a:pPr>
                <a:r>
                  <a:rPr lang="en-US" altLang="zh-CN" sz="2800" b="0" dirty="0"/>
                  <a:t>7. </a:t>
                </a:r>
                <a:r>
                  <a:rPr lang="zh-CN" altLang="en-US" sz="2800" b="0" dirty="0"/>
                  <a:t>当</a:t>
                </a:r>
                <a14:m>
                  <m:oMath xmlns:m="http://schemas.openxmlformats.org/officeDocument/2006/math">
                    <m:r>
                      <a:rPr lang="en-US" altLang="zh-CN" sz="2800" b="0" i="1" dirty="0" smtClean="0">
                        <a:latin typeface="Cambria Math" panose="02040503050406030204" pitchFamily="18" charset="0"/>
                      </a:rPr>
                      <m:t>𝑋</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𝑠</m:t>
                    </m:r>
                    <m:r>
                      <a:rPr lang="en-US" altLang="zh-CN" sz="2800" b="0" i="1" dirty="0" smtClean="0">
                        <a:latin typeface="Cambria Math" panose="02040503050406030204" pitchFamily="18" charset="0"/>
                      </a:rPr>
                      <m:t>)</m:t>
                    </m:r>
                  </m:oMath>
                </a14:m>
                <a:r>
                  <a:rPr lang="zh-CN" altLang="en-US" sz="2800" b="0" dirty="0"/>
                  <a:t>是有理函数时，其</a:t>
                </a:r>
                <a:r>
                  <a:rPr lang="en-US" altLang="zh-CN" sz="2800" b="0" dirty="0"/>
                  <a:t>ROC</a:t>
                </a:r>
                <a:r>
                  <a:rPr lang="zh-CN" altLang="en-US" sz="2800" b="0" dirty="0"/>
                  <a:t>总是由</a:t>
                </a:r>
                <a14:m>
                  <m:oMath xmlns:m="http://schemas.openxmlformats.org/officeDocument/2006/math">
                    <m:r>
                      <a:rPr lang="en-US" altLang="zh-CN" sz="2800" b="0" i="1" dirty="0" smtClean="0">
                        <a:latin typeface="Cambria Math" panose="02040503050406030204" pitchFamily="18" charset="0"/>
                      </a:rPr>
                      <m:t>𝑋</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𝑠</m:t>
                    </m:r>
                    <m:r>
                      <a:rPr lang="en-US" altLang="zh-CN" sz="2800" b="0" i="1" dirty="0" smtClean="0">
                        <a:latin typeface="Cambria Math" panose="02040503050406030204" pitchFamily="18" charset="0"/>
                      </a:rPr>
                      <m:t>)</m:t>
                    </m:r>
                  </m:oMath>
                </a14:m>
                <a:r>
                  <a:rPr lang="zh-CN" altLang="en-US" sz="2800" b="0" dirty="0"/>
                  <a:t>的极点分割的。</a:t>
                </a:r>
                <a:r>
                  <a:rPr lang="en-US" altLang="zh-CN" sz="2800" b="0" dirty="0"/>
                  <a:t>ROC</a:t>
                </a:r>
                <a:r>
                  <a:rPr lang="zh-CN" altLang="en-US" sz="2800" b="0" dirty="0"/>
                  <a:t>必然满足下列规律：</a:t>
                </a:r>
                <a:endParaRPr lang="en-US" altLang="zh-CN" sz="2800" b="0" dirty="0"/>
              </a:p>
              <a:p>
                <a:pPr lvl="1">
                  <a:lnSpc>
                    <a:spcPct val="150000"/>
                  </a:lnSpc>
                  <a:spcBef>
                    <a:spcPts val="0"/>
                  </a:spcBef>
                </a:pPr>
                <a:r>
                  <a:rPr lang="zh-CN" altLang="en-US" sz="2600" b="0" dirty="0"/>
                  <a:t>右边信号的</a:t>
                </a:r>
                <a:r>
                  <a:rPr lang="en-US" altLang="zh-CN" sz="2600" b="0" dirty="0"/>
                  <a:t>ROC</a:t>
                </a:r>
                <a:r>
                  <a:rPr lang="zh-CN" altLang="en-US" sz="2600" b="0" dirty="0"/>
                  <a:t>一定位于</a:t>
                </a:r>
                <a14:m>
                  <m:oMath xmlns:m="http://schemas.openxmlformats.org/officeDocument/2006/math">
                    <m:r>
                      <a:rPr lang="en-US" altLang="zh-CN" sz="2600" b="0" i="1" dirty="0" smtClean="0">
                        <a:latin typeface="Cambria Math" panose="02040503050406030204" pitchFamily="18" charset="0"/>
                      </a:rPr>
                      <m:t>𝑋</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𝑠</m:t>
                    </m:r>
                    <m:r>
                      <a:rPr lang="en-US" altLang="zh-CN" sz="2600" b="0" i="1" dirty="0" smtClean="0">
                        <a:latin typeface="Cambria Math" panose="02040503050406030204" pitchFamily="18" charset="0"/>
                      </a:rPr>
                      <m:t>)</m:t>
                    </m:r>
                  </m:oMath>
                </a14:m>
                <a:r>
                  <a:rPr lang="zh-CN" altLang="en-US" sz="2600" b="0" dirty="0"/>
                  <a:t>最右边极点的右边。</a:t>
                </a:r>
                <a:endParaRPr lang="en-US" altLang="zh-CN" sz="2600" b="0" dirty="0"/>
              </a:p>
              <a:p>
                <a:pPr lvl="1">
                  <a:lnSpc>
                    <a:spcPct val="150000"/>
                  </a:lnSpc>
                  <a:spcBef>
                    <a:spcPts val="0"/>
                  </a:spcBef>
                </a:pPr>
                <a:r>
                  <a:rPr lang="zh-CN" altLang="en-US" sz="2600" b="0" dirty="0"/>
                  <a:t>左边信号的</a:t>
                </a:r>
                <a:r>
                  <a:rPr lang="en-US" altLang="zh-CN" sz="2600" b="0" dirty="0"/>
                  <a:t>ROC</a:t>
                </a:r>
                <a:r>
                  <a:rPr lang="zh-CN" altLang="en-US" sz="2600" b="0" dirty="0"/>
                  <a:t>一定位于</a:t>
                </a:r>
                <a14:m>
                  <m:oMath xmlns:m="http://schemas.openxmlformats.org/officeDocument/2006/math">
                    <m:r>
                      <a:rPr lang="en-US" altLang="zh-CN" sz="2600" b="0" i="1" dirty="0" smtClean="0">
                        <a:latin typeface="Cambria Math" panose="02040503050406030204" pitchFamily="18" charset="0"/>
                      </a:rPr>
                      <m:t>𝑋</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𝑠</m:t>
                    </m:r>
                    <m:r>
                      <a:rPr lang="en-US" altLang="zh-CN" sz="2600" b="0" i="1" dirty="0" smtClean="0">
                        <a:latin typeface="Cambria Math" panose="02040503050406030204" pitchFamily="18" charset="0"/>
                      </a:rPr>
                      <m:t>)</m:t>
                    </m:r>
                  </m:oMath>
                </a14:m>
                <a:r>
                  <a:rPr lang="zh-CN" altLang="en-US" sz="2600" b="0" dirty="0"/>
                  <a:t>最左边极点的左边。</a:t>
                </a:r>
                <a:endParaRPr lang="en-US" altLang="zh-CN" sz="2600" b="0" dirty="0"/>
              </a:p>
              <a:p>
                <a:pPr lvl="1">
                  <a:lnSpc>
                    <a:spcPct val="150000"/>
                  </a:lnSpc>
                  <a:spcBef>
                    <a:spcPts val="0"/>
                  </a:spcBef>
                </a:pPr>
                <a:r>
                  <a:rPr lang="zh-CN" altLang="en-US" sz="2600" b="0" dirty="0"/>
                  <a:t>双边信号的</a:t>
                </a:r>
                <a:r>
                  <a:rPr lang="en-US" altLang="zh-CN" sz="2600" b="0" dirty="0"/>
                  <a:t>ROC</a:t>
                </a:r>
                <a:r>
                  <a:rPr lang="zh-CN" altLang="en-US" sz="2600" b="0" dirty="0"/>
                  <a:t>可以是任意两相邻极点之间的带形区域。</a:t>
                </a:r>
              </a:p>
            </p:txBody>
          </p:sp>
        </mc:Choice>
        <mc:Fallback xmlns="">
          <p:sp>
            <p:nvSpPr>
              <p:cNvPr id="32" name="内容占位符 2">
                <a:extLst>
                  <a:ext uri="{FF2B5EF4-FFF2-40B4-BE49-F238E27FC236}">
                    <a16:creationId xmlns:a16="http://schemas.microsoft.com/office/drawing/2014/main" id="{944DD59E-01E8-411E-8626-4F02DE59E7B8}"/>
                  </a:ext>
                </a:extLst>
              </p:cNvPr>
              <p:cNvSpPr txBox="1">
                <a:spLocks noRot="1" noChangeAspect="1" noMove="1" noResize="1" noEditPoints="1" noAdjustHandles="1" noChangeArrowheads="1" noChangeShapeType="1" noTextEdit="1"/>
              </p:cNvSpPr>
              <p:nvPr/>
            </p:nvSpPr>
            <p:spPr bwMode="auto">
              <a:xfrm>
                <a:off x="457200" y="2578068"/>
                <a:ext cx="8229600" cy="3725187"/>
              </a:xfrm>
              <a:prstGeom prst="rect">
                <a:avLst/>
              </a:prstGeom>
              <a:blipFill>
                <a:blip r:embed="rId3"/>
                <a:stretch>
                  <a:fillRect l="-1333" r="-1481" b="-3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blinds(horizontal)">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blinds(horizontal)">
                                      <p:cBhvr>
                                        <p:cTn id="12" dur="500"/>
                                        <p:tgtEl>
                                          <p:spTgt spid="3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2">
                                            <p:txEl>
                                              <p:pRg st="2" end="2"/>
                                            </p:txEl>
                                          </p:spTgt>
                                        </p:tgtEl>
                                        <p:attrNameLst>
                                          <p:attrName>style.visibility</p:attrName>
                                        </p:attrNameLst>
                                      </p:cBhvr>
                                      <p:to>
                                        <p:strVal val="visible"/>
                                      </p:to>
                                    </p:set>
                                    <p:animEffect transition="in" filter="blinds(horizontal)">
                                      <p:cBhvr>
                                        <p:cTn id="15" dur="500"/>
                                        <p:tgtEl>
                                          <p:spTgt spid="32">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2">
                                            <p:txEl>
                                              <p:pRg st="3" end="3"/>
                                            </p:txEl>
                                          </p:spTgt>
                                        </p:tgtEl>
                                        <p:attrNameLst>
                                          <p:attrName>style.visibility</p:attrName>
                                        </p:attrNameLst>
                                      </p:cBhvr>
                                      <p:to>
                                        <p:strVal val="visible"/>
                                      </p:to>
                                    </p:set>
                                    <p:animEffect transition="in" filter="blinds(horizontal)">
                                      <p:cBhvr>
                                        <p:cTn id="18" dur="500"/>
                                        <p:tgtEl>
                                          <p:spTgt spid="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3" name="Rectangle 30">
                <a:extLst>
                  <a:ext uri="{FF2B5EF4-FFF2-40B4-BE49-F238E27FC236}">
                    <a16:creationId xmlns:a16="http://schemas.microsoft.com/office/drawing/2014/main" id="{2206AE2E-AC26-4F7B-826F-A7BEB5C0E211}"/>
                  </a:ext>
                </a:extLst>
              </p:cNvPr>
              <p:cNvSpPr>
                <a:spLocks noChangeArrowheads="1"/>
              </p:cNvSpPr>
              <p:nvPr/>
            </p:nvSpPr>
            <p:spPr bwMode="auto">
              <a:xfrm>
                <a:off x="4975225" y="4599136"/>
                <a:ext cx="3706912"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此时</a:t>
                </a:r>
                <a14:m>
                  <m:oMath xmlns:m="http://schemas.openxmlformats.org/officeDocument/2006/math">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𝑥</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𝑡</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右边信号</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3" name="Rectangle 30">
                <a:extLst>
                  <a:ext uri="{FF2B5EF4-FFF2-40B4-BE49-F238E27FC236}">
                    <a16:creationId xmlns:a16="http://schemas.microsoft.com/office/drawing/2014/main" id="{2206AE2E-AC26-4F7B-826F-A7BEB5C0E211}"/>
                  </a:ext>
                </a:extLst>
              </p:cNvPr>
              <p:cNvSpPr>
                <a:spLocks noRot="1" noChangeAspect="1" noMove="1" noResize="1" noEditPoints="1" noAdjustHandles="1" noChangeArrowheads="1" noChangeShapeType="1" noTextEdit="1"/>
              </p:cNvSpPr>
              <p:nvPr/>
            </p:nvSpPr>
            <p:spPr bwMode="auto">
              <a:xfrm>
                <a:off x="4975225" y="4599136"/>
                <a:ext cx="3706912" cy="523220"/>
              </a:xfrm>
              <a:prstGeom prst="rect">
                <a:avLst/>
              </a:prstGeom>
              <a:blipFill>
                <a:blip r:embed="rId2"/>
                <a:stretch>
                  <a:fillRect l="-3289" t="-11628" r="-213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3">
                <a:extLst>
                  <a:ext uri="{FF2B5EF4-FFF2-40B4-BE49-F238E27FC236}">
                    <a16:creationId xmlns:a16="http://schemas.microsoft.com/office/drawing/2014/main" id="{63B88F5C-EB59-4D44-B231-131BF9C33A2B}"/>
                  </a:ext>
                </a:extLst>
              </p:cNvPr>
              <p:cNvSpPr>
                <a:spLocks noChangeArrowheads="1"/>
              </p:cNvSpPr>
              <p:nvPr/>
            </p:nvSpPr>
            <p:spPr bwMode="auto">
              <a:xfrm>
                <a:off x="4960938" y="5242074"/>
                <a:ext cx="3706912"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此时</a:t>
                </a:r>
                <a14:m>
                  <m:oMath xmlns:m="http://schemas.openxmlformats.org/officeDocument/2006/math">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𝑥</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𝑡</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左边信号</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6" name="Rectangle 33">
                <a:extLst>
                  <a:ext uri="{FF2B5EF4-FFF2-40B4-BE49-F238E27FC236}">
                    <a16:creationId xmlns:a16="http://schemas.microsoft.com/office/drawing/2014/main" id="{63B88F5C-EB59-4D44-B231-131BF9C33A2B}"/>
                  </a:ext>
                </a:extLst>
              </p:cNvPr>
              <p:cNvSpPr>
                <a:spLocks noRot="1" noChangeAspect="1" noMove="1" noResize="1" noEditPoints="1" noAdjustHandles="1" noChangeArrowheads="1" noChangeShapeType="1" noTextEdit="1"/>
              </p:cNvSpPr>
              <p:nvPr/>
            </p:nvSpPr>
            <p:spPr bwMode="auto">
              <a:xfrm>
                <a:off x="4960938" y="5242074"/>
                <a:ext cx="3706912" cy="523220"/>
              </a:xfrm>
              <a:prstGeom prst="rect">
                <a:avLst/>
              </a:prstGeom>
              <a:blipFill>
                <a:blip r:embed="rId3"/>
                <a:stretch>
                  <a:fillRect l="-3454" t="-12791" r="-1974"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6">
                <a:extLst>
                  <a:ext uri="{FF2B5EF4-FFF2-40B4-BE49-F238E27FC236}">
                    <a16:creationId xmlns:a16="http://schemas.microsoft.com/office/drawing/2014/main" id="{9647887F-BCE1-49CC-8CCB-3DC86A7174C3}"/>
                  </a:ext>
                </a:extLst>
              </p:cNvPr>
              <p:cNvSpPr>
                <a:spLocks noChangeArrowheads="1"/>
              </p:cNvSpPr>
              <p:nvPr/>
            </p:nvSpPr>
            <p:spPr bwMode="auto">
              <a:xfrm>
                <a:off x="4960938" y="5873899"/>
                <a:ext cx="3706912"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此时</a:t>
                </a:r>
                <a14:m>
                  <m:oMath xmlns:m="http://schemas.openxmlformats.org/officeDocument/2006/math">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𝑥</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𝑡</m:t>
                    </m:r>
                    <m:r>
                      <a:rPr lang="en-US" altLang="zh-CN" sz="2800" i="1" dirty="0" smtClean="0">
                        <a:latin typeface="Cambria Math" panose="02040503050406030204" pitchFamily="18" charset="0"/>
                        <a:ea typeface="华文楷体" panose="02010600040101010101" pitchFamily="2" charset="-122"/>
                        <a:cs typeface="楷体_GB2312" panose="02010609030101010101" pitchFamily="49" charset="-122"/>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是</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双边信号</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9" name="Rectangle 36">
                <a:extLst>
                  <a:ext uri="{FF2B5EF4-FFF2-40B4-BE49-F238E27FC236}">
                    <a16:creationId xmlns:a16="http://schemas.microsoft.com/office/drawing/2014/main" id="{9647887F-BCE1-49CC-8CCB-3DC86A7174C3}"/>
                  </a:ext>
                </a:extLst>
              </p:cNvPr>
              <p:cNvSpPr>
                <a:spLocks noRot="1" noChangeAspect="1" noMove="1" noResize="1" noEditPoints="1" noAdjustHandles="1" noChangeArrowheads="1" noChangeShapeType="1" noTextEdit="1"/>
              </p:cNvSpPr>
              <p:nvPr/>
            </p:nvSpPr>
            <p:spPr bwMode="auto">
              <a:xfrm>
                <a:off x="4960938" y="5873899"/>
                <a:ext cx="3706912" cy="523220"/>
              </a:xfrm>
              <a:prstGeom prst="rect">
                <a:avLst/>
              </a:prstGeom>
              <a:blipFill>
                <a:blip r:embed="rId4"/>
                <a:stretch>
                  <a:fillRect l="-3454" t="-12941" r="-1974"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4589" name="标题 1">
            <a:extLst>
              <a:ext uri="{FF2B5EF4-FFF2-40B4-BE49-F238E27FC236}">
                <a16:creationId xmlns:a16="http://schemas.microsoft.com/office/drawing/2014/main" id="{1727A70B-FCB4-4B39-A5DE-3269B3528C07}"/>
              </a:ext>
            </a:extLst>
          </p:cNvPr>
          <p:cNvSpPr>
            <a:spLocks noGrp="1"/>
          </p:cNvSpPr>
          <p:nvPr>
            <p:ph type="title"/>
          </p:nvPr>
        </p:nvSpPr>
        <p:spPr/>
        <p:txBody>
          <a:bodyPr/>
          <a:lstStyle/>
          <a:p>
            <a:r>
              <a:rPr lang="en-US" altLang="zh-CN" dirty="0"/>
              <a:t>9.2  </a:t>
            </a:r>
            <a:r>
              <a:rPr lang="zh-CN" altLang="en-US" dirty="0"/>
              <a:t>拉普拉斯变换的收敛域</a:t>
            </a:r>
          </a:p>
        </p:txBody>
      </p:sp>
      <p:sp>
        <p:nvSpPr>
          <p:cNvPr id="4" name="灯片编号占位符 3">
            <a:extLst>
              <a:ext uri="{FF2B5EF4-FFF2-40B4-BE49-F238E27FC236}">
                <a16:creationId xmlns:a16="http://schemas.microsoft.com/office/drawing/2014/main" id="{4133DCB9-B040-4151-BB1A-4A3254F02E2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363E66-C613-4EAA-B790-764EF192FFD9}" type="slidenum">
              <a:rPr lang="zh-CN" altLang="en-US">
                <a:solidFill>
                  <a:srgbClr val="898989"/>
                </a:solidFill>
                <a:latin typeface="Calibri" panose="020F0502020204030204" pitchFamily="34" charset="0"/>
              </a:rPr>
              <a:pPr eaLnBrk="1" hangingPunct="1"/>
              <a:t>18</a:t>
            </a:fld>
            <a:endParaRPr lang="zh-CN" altLang="en-US">
              <a:solidFill>
                <a:srgbClr val="898989"/>
              </a:solidFill>
              <a:latin typeface="Calibri" panose="020F0502020204030204" pitchFamily="34" charset="0"/>
            </a:endParaRPr>
          </a:p>
        </p:txBody>
      </p:sp>
      <p:grpSp>
        <p:nvGrpSpPr>
          <p:cNvPr id="24591" name="Group 2">
            <a:extLst>
              <a:ext uri="{FF2B5EF4-FFF2-40B4-BE49-F238E27FC236}">
                <a16:creationId xmlns:a16="http://schemas.microsoft.com/office/drawing/2014/main" id="{545FE03D-9FC4-4706-A209-11B7C10EFAD6}"/>
              </a:ext>
            </a:extLst>
          </p:cNvPr>
          <p:cNvGrpSpPr>
            <a:grpSpLocks/>
          </p:cNvGrpSpPr>
          <p:nvPr/>
        </p:nvGrpSpPr>
        <p:grpSpPr bwMode="auto">
          <a:xfrm>
            <a:off x="896938" y="1428751"/>
            <a:ext cx="4013200" cy="1725613"/>
            <a:chOff x="565" y="576"/>
            <a:chExt cx="2528" cy="1087"/>
          </a:xfrm>
        </p:grpSpPr>
        <p:sp>
          <p:nvSpPr>
            <p:cNvPr id="24608" name="Text Box 3">
              <a:extLst>
                <a:ext uri="{FF2B5EF4-FFF2-40B4-BE49-F238E27FC236}">
                  <a16:creationId xmlns:a16="http://schemas.microsoft.com/office/drawing/2014/main" id="{C1E91CAD-0064-4E5F-B175-139B3C597A57}"/>
                </a:ext>
              </a:extLst>
            </p:cNvPr>
            <p:cNvSpPr txBox="1">
              <a:spLocks noChangeArrowheads="1"/>
            </p:cNvSpPr>
            <p:nvPr/>
          </p:nvSpPr>
          <p:spPr bwMode="auto">
            <a:xfrm>
              <a:off x="565" y="715"/>
              <a:ext cx="5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4585" name="Object 2">
                  <a:extLst>
                    <a:ext uri="{FF2B5EF4-FFF2-40B4-BE49-F238E27FC236}">
                      <a16:creationId xmlns:a16="http://schemas.microsoft.com/office/drawing/2014/main" id="{D9B7DC24-FF00-4A53-B20E-774D6DA7AE81}"/>
                    </a:ext>
                  </a:extLst>
                </p:cNvPr>
                <p:cNvSpPr txBox="1"/>
                <p:nvPr/>
              </p:nvSpPr>
              <p:spPr bwMode="auto">
                <a:xfrm>
                  <a:off x="1104" y="576"/>
                  <a:ext cx="1989" cy="108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𝑠</m:t>
                                </m:r>
                              </m:e>
                              <m:sup>
                                <m:r>
                                  <a:rPr lang="en-US" sz="2800" i="1">
                                    <a:solidFill>
                                      <a:srgbClr val="000000"/>
                                    </a:solidFill>
                                    <a:latin typeface="Cambria Math" panose="02040503050406030204" pitchFamily="18" charset="0"/>
                                  </a:rPr>
                                  <m:t>2</m:t>
                                </m:r>
                              </m:sup>
                            </m:sSup>
                            <m:r>
                              <a:rPr lang="en-US" sz="2800" i="1">
                                <a:solidFill>
                                  <a:srgbClr val="000000"/>
                                </a:solidFill>
                                <a:latin typeface="Cambria Math" panose="02040503050406030204" pitchFamily="18" charset="0"/>
                              </a:rPr>
                              <m:t>+3</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+2</m:t>
                            </m:r>
                          </m:den>
                        </m:f>
                      </m:oMath>
                      <m:oMath xmlns:m="http://schemas.openxmlformats.org/officeDocument/2006/math">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+1</m:t>
                            </m:r>
                          </m:den>
                        </m:f>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+2</m:t>
                            </m:r>
                          </m:den>
                        </m:f>
                      </m:oMath>
                    </m:oMathPara>
                  </a14:m>
                  <a:endParaRPr lang="en-US" sz="2800" dirty="0"/>
                </a:p>
              </p:txBody>
            </p:sp>
          </mc:Choice>
          <mc:Fallback xmlns="">
            <p:sp>
              <p:nvSpPr>
                <p:cNvPr id="24585" name="Object 2">
                  <a:extLst>
                    <a:ext uri="{FF2B5EF4-FFF2-40B4-BE49-F238E27FC236}">
                      <a16:creationId xmlns:a16="http://schemas.microsoft.com/office/drawing/2014/main" id="{D9B7DC24-FF00-4A53-B20E-774D6DA7AE81}"/>
                    </a:ext>
                  </a:extLst>
                </p:cNvPr>
                <p:cNvSpPr txBox="1">
                  <a:spLocks noRot="1" noChangeAspect="1" noMove="1" noResize="1" noEditPoints="1" noAdjustHandles="1" noChangeArrowheads="1" noChangeShapeType="1" noTextEdit="1"/>
                </p:cNvSpPr>
                <p:nvPr/>
              </p:nvSpPr>
              <p:spPr bwMode="auto">
                <a:xfrm>
                  <a:off x="1104" y="576"/>
                  <a:ext cx="1989" cy="1087"/>
                </a:xfrm>
                <a:prstGeom prst="rect">
                  <a:avLst/>
                </a:prstGeom>
                <a:blipFill>
                  <a:blip r:embed="rId5"/>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607" name="Text Box 6">
                <a:extLst>
                  <a:ext uri="{FF2B5EF4-FFF2-40B4-BE49-F238E27FC236}">
                    <a16:creationId xmlns:a16="http://schemas.microsoft.com/office/drawing/2014/main" id="{13B94323-6FBD-4AE0-A01E-F02507A395A8}"/>
                  </a:ext>
                </a:extLst>
              </p:cNvPr>
              <p:cNvSpPr txBox="1">
                <a:spLocks noChangeArrowheads="1"/>
              </p:cNvSpPr>
              <p:nvPr/>
            </p:nvSpPr>
            <p:spPr bwMode="auto">
              <a:xfrm>
                <a:off x="900113" y="3795863"/>
                <a:ext cx="4075112" cy="26125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可以形成三种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a:p>
                <a:pPr eaLnBrk="1" hangingPunct="1">
                  <a:lnSpc>
                    <a:spcPct val="150000"/>
                  </a:lnSpc>
                  <a:buFontTx/>
                  <a:buAutoNum type="arabicParen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Re</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]&gt;−1</m:t>
                    </m:r>
                  </m:oMath>
                </a14:m>
                <a:endParaRPr lang="zh-CN" altLang="en-US" sz="2800" dirty="0">
                  <a:latin typeface="Times New Roman" panose="02020603050405020304" pitchFamily="18" charset="0"/>
                  <a:ea typeface="华文楷体" panose="02010600040101010101" pitchFamily="2" charset="-122"/>
                  <a:cs typeface="楷体_GB2312" panose="02010609030101010101" pitchFamily="49" charset="-122"/>
                </a:endParaRPr>
              </a:p>
              <a:p>
                <a:pPr eaLnBrk="1" hangingPunct="1">
                  <a:lnSpc>
                    <a:spcPct val="150000"/>
                  </a:lnSpc>
                  <a:buFontTx/>
                  <a:buAutoNum type="arabicParen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Re</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]&lt;−2</m:t>
                    </m:r>
                  </m:oMath>
                </a14:m>
                <a:endParaRPr lang="zh-CN" altLang="en-US" sz="2800" dirty="0">
                  <a:latin typeface="Times New Roman" panose="02020603050405020304" pitchFamily="18" charset="0"/>
                  <a:ea typeface="华文楷体" panose="02010600040101010101" pitchFamily="2" charset="-122"/>
                  <a:cs typeface="楷体_GB2312" panose="02010609030101010101" pitchFamily="49" charset="-122"/>
                </a:endParaRPr>
              </a:p>
              <a:p>
                <a:pPr eaLnBrk="1" hangingPunct="1">
                  <a:lnSpc>
                    <a:spcPct val="150000"/>
                  </a:lnSpc>
                  <a:buFontTx/>
                  <a:buAutoNum type="arabicParen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r>
                      <a:rPr lang="en-US" sz="2800" i="1" spc="-400">
                        <a:solidFill>
                          <a:srgbClr val="000000"/>
                        </a:solidFill>
                        <a:latin typeface="Cambria Math" panose="02040503050406030204" pitchFamily="18" charset="0"/>
                      </a:rPr>
                      <m:t>−2&lt;</m:t>
                    </m:r>
                    <m:func>
                      <m:funcPr>
                        <m:ctrlPr>
                          <a:rPr lang="en-US" sz="2800" i="1" spc="-200">
                            <a:solidFill>
                              <a:srgbClr val="000000"/>
                            </a:solidFill>
                            <a:latin typeface="Cambria Math" panose="02040503050406030204" pitchFamily="18" charset="0"/>
                          </a:rPr>
                        </m:ctrlPr>
                      </m:funcPr>
                      <m:fName>
                        <m:r>
                          <m:rPr>
                            <m:sty m:val="p"/>
                          </m:rPr>
                          <a:rPr lang="en-US" sz="2800" i="0" spc="-200">
                            <a:solidFill>
                              <a:srgbClr val="000000"/>
                            </a:solidFill>
                            <a:latin typeface="Cambria Math" panose="02040503050406030204" pitchFamily="18" charset="0"/>
                          </a:rPr>
                          <m:t>Re</m:t>
                        </m:r>
                      </m:fName>
                      <m:e>
                        <m:r>
                          <a:rPr lang="en-US" sz="2800" i="1" spc="-200">
                            <a:solidFill>
                              <a:srgbClr val="000000"/>
                            </a:solidFill>
                            <a:latin typeface="Cambria Math" panose="02040503050406030204" pitchFamily="18" charset="0"/>
                          </a:rPr>
                          <m:t>[</m:t>
                        </m:r>
                      </m:e>
                    </m:func>
                    <m:r>
                      <a:rPr lang="en-US" sz="2800" i="1" spc="-200">
                        <a:solidFill>
                          <a:srgbClr val="000000"/>
                        </a:solidFill>
                        <a:latin typeface="Cambria Math" panose="02040503050406030204" pitchFamily="18" charset="0"/>
                      </a:rPr>
                      <m:t>𝑠</m:t>
                    </m:r>
                    <m:r>
                      <a:rPr lang="en-US" sz="2800" i="1" spc="-200">
                        <a:solidFill>
                          <a:srgbClr val="000000"/>
                        </a:solidFill>
                        <a:latin typeface="Cambria Math" panose="02040503050406030204" pitchFamily="18" charset="0"/>
                      </a:rPr>
                      <m:t>]&lt;−1</m:t>
                    </m:r>
                  </m:oMath>
                </a14:m>
                <a:endParaRPr lang="zh-CN" altLang="en-US" sz="2800" spc="-4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24607" name="Text Box 6">
                <a:extLst>
                  <a:ext uri="{FF2B5EF4-FFF2-40B4-BE49-F238E27FC236}">
                    <a16:creationId xmlns:a16="http://schemas.microsoft.com/office/drawing/2014/main" id="{13B94323-6FBD-4AE0-A01E-F02507A395A8}"/>
                  </a:ext>
                </a:extLst>
              </p:cNvPr>
              <p:cNvSpPr txBox="1">
                <a:spLocks noRot="1" noChangeAspect="1" noMove="1" noResize="1" noEditPoints="1" noAdjustHandles="1" noChangeArrowheads="1" noChangeShapeType="1" noTextEdit="1"/>
              </p:cNvSpPr>
              <p:nvPr/>
            </p:nvSpPr>
            <p:spPr bwMode="auto">
              <a:xfrm>
                <a:off x="900113" y="3795863"/>
                <a:ext cx="4075112" cy="2612510"/>
              </a:xfrm>
              <a:prstGeom prst="rect">
                <a:avLst/>
              </a:prstGeom>
              <a:blipFill>
                <a:blip r:embed="rId6"/>
                <a:stretch>
                  <a:fillRect l="-3144" b="-58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5" name="Group 10">
            <a:extLst>
              <a:ext uri="{FF2B5EF4-FFF2-40B4-BE49-F238E27FC236}">
                <a16:creationId xmlns:a16="http://schemas.microsoft.com/office/drawing/2014/main" id="{5AC131BE-75E3-45A9-A041-7489BE444FF8}"/>
              </a:ext>
            </a:extLst>
          </p:cNvPr>
          <p:cNvGrpSpPr>
            <a:grpSpLocks/>
          </p:cNvGrpSpPr>
          <p:nvPr/>
        </p:nvGrpSpPr>
        <p:grpSpPr bwMode="auto">
          <a:xfrm>
            <a:off x="5500688" y="1293813"/>
            <a:ext cx="2971800" cy="2552700"/>
            <a:chOff x="3502" y="362"/>
            <a:chExt cx="1872" cy="1608"/>
          </a:xfrm>
        </p:grpSpPr>
        <p:sp>
          <p:nvSpPr>
            <p:cNvPr id="24594" name="Rectangle 11">
              <a:extLst>
                <a:ext uri="{FF2B5EF4-FFF2-40B4-BE49-F238E27FC236}">
                  <a16:creationId xmlns:a16="http://schemas.microsoft.com/office/drawing/2014/main" id="{58AB88F1-0D36-4F67-8BC4-CEDE7B659C0A}"/>
                </a:ext>
              </a:extLst>
            </p:cNvPr>
            <p:cNvSpPr>
              <a:spLocks noChangeArrowheads="1"/>
            </p:cNvSpPr>
            <p:nvPr/>
          </p:nvSpPr>
          <p:spPr bwMode="auto">
            <a:xfrm>
              <a:off x="3600" y="672"/>
              <a:ext cx="480" cy="1248"/>
            </a:xfrm>
            <a:prstGeom prst="rect">
              <a:avLst/>
            </a:prstGeom>
            <a:solidFill>
              <a:srgbClr val="C4773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24595" name="Rectangle 12">
              <a:extLst>
                <a:ext uri="{FF2B5EF4-FFF2-40B4-BE49-F238E27FC236}">
                  <a16:creationId xmlns:a16="http://schemas.microsoft.com/office/drawing/2014/main" id="{5E41021C-425A-4E7B-BB6C-F53B15AF2478}"/>
                </a:ext>
              </a:extLst>
            </p:cNvPr>
            <p:cNvSpPr>
              <a:spLocks noChangeArrowheads="1"/>
            </p:cNvSpPr>
            <p:nvPr/>
          </p:nvSpPr>
          <p:spPr bwMode="auto">
            <a:xfrm>
              <a:off x="4368" y="672"/>
              <a:ext cx="768" cy="1248"/>
            </a:xfrm>
            <a:prstGeom prst="rect">
              <a:avLst/>
            </a:prstGeom>
            <a:solidFill>
              <a:srgbClr val="2FE5F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24596" name="Rectangle 13">
              <a:extLst>
                <a:ext uri="{FF2B5EF4-FFF2-40B4-BE49-F238E27FC236}">
                  <a16:creationId xmlns:a16="http://schemas.microsoft.com/office/drawing/2014/main" id="{6E7D3D78-CF47-4388-819E-9A30EDC73E8A}"/>
                </a:ext>
              </a:extLst>
            </p:cNvPr>
            <p:cNvSpPr>
              <a:spLocks noChangeArrowheads="1"/>
            </p:cNvSpPr>
            <p:nvPr/>
          </p:nvSpPr>
          <p:spPr bwMode="auto">
            <a:xfrm>
              <a:off x="4080" y="672"/>
              <a:ext cx="288" cy="124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24597" name="Line 14">
              <a:extLst>
                <a:ext uri="{FF2B5EF4-FFF2-40B4-BE49-F238E27FC236}">
                  <a16:creationId xmlns:a16="http://schemas.microsoft.com/office/drawing/2014/main" id="{40885C89-CB4B-4DC6-8F10-69ED81AA406B}"/>
                </a:ext>
              </a:extLst>
            </p:cNvPr>
            <p:cNvSpPr>
              <a:spLocks noChangeShapeType="1"/>
            </p:cNvSpPr>
            <p:nvPr/>
          </p:nvSpPr>
          <p:spPr bwMode="auto">
            <a:xfrm>
              <a:off x="3502" y="1318"/>
              <a:ext cx="187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98" name="Line 15">
              <a:extLst>
                <a:ext uri="{FF2B5EF4-FFF2-40B4-BE49-F238E27FC236}">
                  <a16:creationId xmlns:a16="http://schemas.microsoft.com/office/drawing/2014/main" id="{78837130-E47F-4057-9D68-8ED4CE21DB13}"/>
                </a:ext>
              </a:extLst>
            </p:cNvPr>
            <p:cNvSpPr>
              <a:spLocks noChangeShapeType="1"/>
            </p:cNvSpPr>
            <p:nvPr/>
          </p:nvSpPr>
          <p:spPr bwMode="auto">
            <a:xfrm flipV="1">
              <a:off x="4608" y="576"/>
              <a:ext cx="0" cy="139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4599" name="Group 16">
              <a:extLst>
                <a:ext uri="{FF2B5EF4-FFF2-40B4-BE49-F238E27FC236}">
                  <a16:creationId xmlns:a16="http://schemas.microsoft.com/office/drawing/2014/main" id="{EF712B1C-8AD0-436C-A794-D75E08035892}"/>
                </a:ext>
              </a:extLst>
            </p:cNvPr>
            <p:cNvGrpSpPr>
              <a:grpSpLocks/>
            </p:cNvGrpSpPr>
            <p:nvPr/>
          </p:nvGrpSpPr>
          <p:grpSpPr bwMode="auto">
            <a:xfrm>
              <a:off x="4320" y="1270"/>
              <a:ext cx="88" cy="88"/>
              <a:chOff x="4276" y="2159"/>
              <a:chExt cx="88" cy="88"/>
            </a:xfrm>
          </p:grpSpPr>
          <p:sp>
            <p:nvSpPr>
              <p:cNvPr id="24605" name="Line 17">
                <a:extLst>
                  <a:ext uri="{FF2B5EF4-FFF2-40B4-BE49-F238E27FC236}">
                    <a16:creationId xmlns:a16="http://schemas.microsoft.com/office/drawing/2014/main" id="{1B718D5A-8EA1-4646-BA4A-A7305D9EAA8A}"/>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4606" name="Line 18">
                <a:extLst>
                  <a:ext uri="{FF2B5EF4-FFF2-40B4-BE49-F238E27FC236}">
                    <a16:creationId xmlns:a16="http://schemas.microsoft.com/office/drawing/2014/main" id="{FAED6BA1-F735-4E23-A5D0-55A0E76B06DA}"/>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24600" name="Group 19">
              <a:extLst>
                <a:ext uri="{FF2B5EF4-FFF2-40B4-BE49-F238E27FC236}">
                  <a16:creationId xmlns:a16="http://schemas.microsoft.com/office/drawing/2014/main" id="{1C3F54C8-C374-4E79-81E7-CBEA90888A61}"/>
                </a:ext>
              </a:extLst>
            </p:cNvPr>
            <p:cNvGrpSpPr>
              <a:grpSpLocks/>
            </p:cNvGrpSpPr>
            <p:nvPr/>
          </p:nvGrpSpPr>
          <p:grpSpPr bwMode="auto">
            <a:xfrm>
              <a:off x="4032" y="1270"/>
              <a:ext cx="88" cy="88"/>
              <a:chOff x="4276" y="2159"/>
              <a:chExt cx="88" cy="88"/>
            </a:xfrm>
          </p:grpSpPr>
          <p:sp>
            <p:nvSpPr>
              <p:cNvPr id="24603" name="Line 20">
                <a:extLst>
                  <a:ext uri="{FF2B5EF4-FFF2-40B4-BE49-F238E27FC236}">
                    <a16:creationId xmlns:a16="http://schemas.microsoft.com/office/drawing/2014/main" id="{7B947575-38AC-4081-9A9B-BA117D3FC071}"/>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4604" name="Line 21">
                <a:extLst>
                  <a:ext uri="{FF2B5EF4-FFF2-40B4-BE49-F238E27FC236}">
                    <a16:creationId xmlns:a16="http://schemas.microsoft.com/office/drawing/2014/main" id="{63F788DC-9256-4CB7-8CD7-DB8130185395}"/>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mc:AlternateContent xmlns:mc="http://schemas.openxmlformats.org/markup-compatibility/2006" xmlns:a14="http://schemas.microsoft.com/office/drawing/2010/main">
          <mc:Choice Requires="a14">
            <p:sp>
              <p:nvSpPr>
                <p:cNvPr id="24578" name="Object 6">
                  <a:extLst>
                    <a:ext uri="{FF2B5EF4-FFF2-40B4-BE49-F238E27FC236}">
                      <a16:creationId xmlns:a16="http://schemas.microsoft.com/office/drawing/2014/main" id="{AE34A9C1-962C-4908-B8C9-A11BF0AC844B}"/>
                    </a:ext>
                  </a:extLst>
                </p:cNvPr>
                <p:cNvSpPr txBox="1"/>
                <p:nvPr/>
              </p:nvSpPr>
              <p:spPr bwMode="auto">
                <a:xfrm>
                  <a:off x="5133" y="1000"/>
                  <a:ext cx="233"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𝜎</m:t>
                        </m:r>
                      </m:oMath>
                    </m:oMathPara>
                  </a14:m>
                  <a:endParaRPr lang="en-US" sz="2800" dirty="0"/>
                </a:p>
              </p:txBody>
            </p:sp>
          </mc:Choice>
          <mc:Fallback xmlns="">
            <p:sp>
              <p:nvSpPr>
                <p:cNvPr id="24578" name="Object 6">
                  <a:extLst>
                    <a:ext uri="{FF2B5EF4-FFF2-40B4-BE49-F238E27FC236}">
                      <a16:creationId xmlns:a16="http://schemas.microsoft.com/office/drawing/2014/main" id="{AE34A9C1-962C-4908-B8C9-A11BF0AC844B}"/>
                    </a:ext>
                  </a:extLst>
                </p:cNvPr>
                <p:cNvSpPr txBox="1">
                  <a:spLocks noRot="1" noChangeAspect="1" noMove="1" noResize="1" noEditPoints="1" noAdjustHandles="1" noChangeArrowheads="1" noChangeShapeType="1" noTextEdit="1"/>
                </p:cNvSpPr>
                <p:nvPr/>
              </p:nvSpPr>
              <p:spPr bwMode="auto">
                <a:xfrm>
                  <a:off x="5133" y="1000"/>
                  <a:ext cx="233" cy="330"/>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79" name="Object 7">
                  <a:extLst>
                    <a:ext uri="{FF2B5EF4-FFF2-40B4-BE49-F238E27FC236}">
                      <a16:creationId xmlns:a16="http://schemas.microsoft.com/office/drawing/2014/main" id="{3453354B-F7E6-4002-97CE-BA82D0F8582C}"/>
                    </a:ext>
                  </a:extLst>
                </p:cNvPr>
                <p:cNvSpPr txBox="1"/>
                <p:nvPr/>
              </p:nvSpPr>
              <p:spPr bwMode="auto">
                <a:xfrm>
                  <a:off x="4598" y="362"/>
                  <a:ext cx="307"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oMath>
                    </m:oMathPara>
                  </a14:m>
                  <a:endParaRPr lang="en-US" sz="2800" dirty="0"/>
                </a:p>
              </p:txBody>
            </p:sp>
          </mc:Choice>
          <mc:Fallback xmlns="">
            <p:sp>
              <p:nvSpPr>
                <p:cNvPr id="24579" name="Object 7">
                  <a:extLst>
                    <a:ext uri="{FF2B5EF4-FFF2-40B4-BE49-F238E27FC236}">
                      <a16:creationId xmlns:a16="http://schemas.microsoft.com/office/drawing/2014/main" id="{3453354B-F7E6-4002-97CE-BA82D0F8582C}"/>
                    </a:ext>
                  </a:extLst>
                </p:cNvPr>
                <p:cNvSpPr txBox="1">
                  <a:spLocks noRot="1" noChangeAspect="1" noMove="1" noResize="1" noEditPoints="1" noAdjustHandles="1" noChangeArrowheads="1" noChangeShapeType="1" noTextEdit="1"/>
                </p:cNvSpPr>
                <p:nvPr/>
              </p:nvSpPr>
              <p:spPr bwMode="auto">
                <a:xfrm>
                  <a:off x="4598" y="362"/>
                  <a:ext cx="307" cy="330"/>
                </a:xfrm>
                <a:prstGeom prst="rect">
                  <a:avLst/>
                </a:prstGeom>
                <a:blipFill>
                  <a:blip r:embed="rId8"/>
                  <a:stretch>
                    <a:fillRect/>
                  </a:stretch>
                </a:blipFill>
                <a:ln>
                  <a:noFill/>
                </a:ln>
                <a:effectLst/>
              </p:spPr>
              <p:txBody>
                <a:bodyPr/>
                <a:lstStyle/>
                <a:p>
                  <a:r>
                    <a:rPr lang="en-US">
                      <a:noFill/>
                    </a:rPr>
                    <a:t> </a:t>
                  </a:r>
                </a:p>
              </p:txBody>
            </p:sp>
          </mc:Fallback>
        </mc:AlternateContent>
        <p:sp>
          <p:nvSpPr>
            <p:cNvPr id="24601" name="Line 24">
              <a:extLst>
                <a:ext uri="{FF2B5EF4-FFF2-40B4-BE49-F238E27FC236}">
                  <a16:creationId xmlns:a16="http://schemas.microsoft.com/office/drawing/2014/main" id="{9962D0DA-B948-4085-B61D-FD51F007C77A}"/>
                </a:ext>
              </a:extLst>
            </p:cNvPr>
            <p:cNvSpPr>
              <a:spLocks noChangeShapeType="1"/>
            </p:cNvSpPr>
            <p:nvPr/>
          </p:nvSpPr>
          <p:spPr bwMode="auto">
            <a:xfrm flipV="1">
              <a:off x="4080" y="614"/>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25">
              <a:extLst>
                <a:ext uri="{FF2B5EF4-FFF2-40B4-BE49-F238E27FC236}">
                  <a16:creationId xmlns:a16="http://schemas.microsoft.com/office/drawing/2014/main" id="{B948CF98-EAAD-4EF1-8E1B-D9144BAADF9C}"/>
                </a:ext>
              </a:extLst>
            </p:cNvPr>
            <p:cNvSpPr>
              <a:spLocks noChangeShapeType="1"/>
            </p:cNvSpPr>
            <p:nvPr/>
          </p:nvSpPr>
          <p:spPr bwMode="auto">
            <a:xfrm flipV="1">
              <a:off x="4368" y="626"/>
              <a:ext cx="0" cy="1344"/>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24580" name="Object 8">
                  <a:extLst>
                    <a:ext uri="{FF2B5EF4-FFF2-40B4-BE49-F238E27FC236}">
                      <a16:creationId xmlns:a16="http://schemas.microsoft.com/office/drawing/2014/main" id="{C24DC225-DF76-4B8D-BD54-20C0E86EEA82}"/>
                    </a:ext>
                  </a:extLst>
                </p:cNvPr>
                <p:cNvSpPr txBox="1"/>
                <p:nvPr/>
              </p:nvSpPr>
              <p:spPr bwMode="auto">
                <a:xfrm>
                  <a:off x="4198" y="1303"/>
                  <a:ext cx="363"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−1</m:t>
                        </m:r>
                      </m:oMath>
                    </m:oMathPara>
                  </a14:m>
                  <a:endParaRPr lang="en-US" sz="2800" dirty="0"/>
                </a:p>
              </p:txBody>
            </p:sp>
          </mc:Choice>
          <mc:Fallback xmlns="">
            <p:sp>
              <p:nvSpPr>
                <p:cNvPr id="24580" name="Object 8">
                  <a:extLst>
                    <a:ext uri="{FF2B5EF4-FFF2-40B4-BE49-F238E27FC236}">
                      <a16:creationId xmlns:a16="http://schemas.microsoft.com/office/drawing/2014/main" id="{C24DC225-DF76-4B8D-BD54-20C0E86EEA82}"/>
                    </a:ext>
                  </a:extLst>
                </p:cNvPr>
                <p:cNvSpPr txBox="1">
                  <a:spLocks noRot="1" noChangeAspect="1" noMove="1" noResize="1" noEditPoints="1" noAdjustHandles="1" noChangeArrowheads="1" noChangeShapeType="1" noTextEdit="1"/>
                </p:cNvSpPr>
                <p:nvPr/>
              </p:nvSpPr>
              <p:spPr bwMode="auto">
                <a:xfrm>
                  <a:off x="4198" y="1303"/>
                  <a:ext cx="363" cy="330"/>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1" name="Object 9">
                  <a:extLst>
                    <a:ext uri="{FF2B5EF4-FFF2-40B4-BE49-F238E27FC236}">
                      <a16:creationId xmlns:a16="http://schemas.microsoft.com/office/drawing/2014/main" id="{95AE253F-8CE0-45BA-846D-F068A8F444E7}"/>
                    </a:ext>
                  </a:extLst>
                </p:cNvPr>
                <p:cNvSpPr txBox="1"/>
                <p:nvPr/>
              </p:nvSpPr>
              <p:spPr bwMode="auto">
                <a:xfrm>
                  <a:off x="3861" y="1303"/>
                  <a:ext cx="392"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−2</m:t>
                        </m:r>
                      </m:oMath>
                    </m:oMathPara>
                  </a14:m>
                  <a:endParaRPr lang="en-US" sz="2800" dirty="0"/>
                </a:p>
              </p:txBody>
            </p:sp>
          </mc:Choice>
          <mc:Fallback xmlns="">
            <p:sp>
              <p:nvSpPr>
                <p:cNvPr id="24581" name="Object 9">
                  <a:extLst>
                    <a:ext uri="{FF2B5EF4-FFF2-40B4-BE49-F238E27FC236}">
                      <a16:creationId xmlns:a16="http://schemas.microsoft.com/office/drawing/2014/main" id="{95AE253F-8CE0-45BA-846D-F068A8F444E7}"/>
                    </a:ext>
                  </a:extLst>
                </p:cNvPr>
                <p:cNvSpPr txBox="1">
                  <a:spLocks noRot="1" noChangeAspect="1" noMove="1" noResize="1" noEditPoints="1" noAdjustHandles="1" noChangeArrowheads="1" noChangeShapeType="1" noTextEdit="1"/>
                </p:cNvSpPr>
                <p:nvPr/>
              </p:nvSpPr>
              <p:spPr bwMode="auto">
                <a:xfrm>
                  <a:off x="3861" y="1303"/>
                  <a:ext cx="392" cy="330"/>
                </a:xfrm>
                <a:prstGeom prst="rect">
                  <a:avLst/>
                </a:prstGeom>
                <a:blipFill>
                  <a:blip r:embed="rId10"/>
                  <a:stretch>
                    <a:fillRect/>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blinds(horizontal)">
                                      <p:cBhvr>
                                        <p:cTn id="17" dur="500"/>
                                        <p:tgtEl>
                                          <p:spTgt spid="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linds(horizontal)">
                                      <p:cBhvr>
                                        <p:cTn id="2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BC348D2-20C5-4178-B724-7B7245053B7F}"/>
              </a:ext>
            </a:extLst>
          </p:cNvPr>
          <p:cNvSpPr>
            <a:spLocks noGrp="1"/>
          </p:cNvSpPr>
          <p:nvPr>
            <p:ph idx="1"/>
          </p:nvPr>
        </p:nvSpPr>
        <p:spPr/>
        <p:txBody>
          <a:bodyPr/>
          <a:lstStyle/>
          <a:p>
            <a:pPr lvl="1"/>
            <a:r>
              <a:rPr lang="zh-CN" altLang="en-US" b="0" smtClean="0">
                <a:solidFill>
                  <a:srgbClr val="FF0000"/>
                </a:solidFill>
              </a:rPr>
              <a:t>傅里叶变换</a:t>
            </a:r>
            <a:r>
              <a:rPr lang="zh-CN" altLang="en-US" b="0" dirty="0">
                <a:solidFill>
                  <a:srgbClr val="FF0000"/>
                </a:solidFill>
              </a:rPr>
              <a:t>对</a:t>
            </a:r>
            <a:r>
              <a:rPr lang="zh-CN" altLang="en-US" b="0" dirty="0"/>
              <a:t>：</a:t>
            </a:r>
            <a:r>
              <a:rPr lang="en-US" altLang="zh-CN" b="0" dirty="0"/>
              <a:t/>
            </a:r>
            <a:br>
              <a:rPr lang="en-US" altLang="zh-CN" b="0" dirty="0"/>
            </a:br>
            <a:r>
              <a:rPr lang="zh-CN" altLang="en-US" b="0" dirty="0">
                <a:solidFill>
                  <a:srgbClr val="FF0000"/>
                </a:solidFill>
              </a:rPr>
              <a:t>傅里叶变换</a:t>
            </a:r>
            <a:r>
              <a:rPr lang="zh-CN" altLang="en-US" b="0" dirty="0"/>
              <a:t>（</a:t>
            </a:r>
            <a:r>
              <a:rPr lang="zh-CN" altLang="en-US" b="0" dirty="0">
                <a:solidFill>
                  <a:srgbClr val="FF0000"/>
                </a:solidFill>
              </a:rPr>
              <a:t>傅里叶积分</a:t>
            </a:r>
            <a:r>
              <a:rPr lang="zh-CN" altLang="en-US" b="0" dirty="0"/>
              <a:t>）：</a:t>
            </a:r>
            <a:r>
              <a:rPr lang="en-US" altLang="zh-CN" b="0" dirty="0"/>
              <a:t/>
            </a:r>
            <a:br>
              <a:rPr lang="en-US" altLang="zh-CN" b="0" dirty="0"/>
            </a:br>
            <a:r>
              <a:rPr lang="en-US" altLang="zh-CN" b="0" dirty="0"/>
              <a:t/>
            </a:r>
            <a:br>
              <a:rPr lang="en-US" altLang="zh-CN" b="0" dirty="0"/>
            </a:br>
            <a:r>
              <a:rPr lang="en-US" altLang="zh-CN" b="0" dirty="0"/>
              <a:t/>
            </a:r>
            <a:br>
              <a:rPr lang="en-US" altLang="zh-CN" b="0" dirty="0"/>
            </a:br>
            <a:r>
              <a:rPr lang="en-US" altLang="zh-CN" b="0" dirty="0"/>
              <a:t/>
            </a:r>
            <a:br>
              <a:rPr lang="en-US" altLang="zh-CN" b="0" dirty="0"/>
            </a:br>
            <a:endParaRPr lang="en-US" altLang="zh-CN" b="0" dirty="0"/>
          </a:p>
          <a:p>
            <a:pPr lvl="1"/>
            <a:endParaRPr lang="en-US" altLang="zh-CN" b="0" dirty="0"/>
          </a:p>
          <a:p>
            <a:pPr lvl="1"/>
            <a:endParaRPr lang="en-US" altLang="zh-CN" b="0" dirty="0"/>
          </a:p>
        </p:txBody>
      </p:sp>
      <p:sp>
        <p:nvSpPr>
          <p:cNvPr id="4" name="灯片编号占位符 3">
            <a:extLst>
              <a:ext uri="{FF2B5EF4-FFF2-40B4-BE49-F238E27FC236}">
                <a16:creationId xmlns:a16="http://schemas.microsoft.com/office/drawing/2014/main" id="{646EA5E2-9338-495F-83BD-33D9439795F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1935F9-EB50-41E4-98AC-843E4C0FD2B0}" type="slidenum">
              <a:rPr lang="zh-CN" altLang="en-US">
                <a:solidFill>
                  <a:srgbClr val="898989"/>
                </a:solidFill>
                <a:latin typeface="Calibri" panose="020F0502020204030204" pitchFamily="34" charset="0"/>
              </a:rPr>
              <a:pPr eaLnBrk="1" hangingPunct="1"/>
              <a:t>19</a:t>
            </a:fld>
            <a:endParaRPr lang="zh-CN" altLang="en-US">
              <a:solidFill>
                <a:srgbClr val="898989"/>
              </a:solidFill>
              <a:latin typeface="Calibri" panose="020F0502020204030204" pitchFamily="34" charset="0"/>
            </a:endParaRPr>
          </a:p>
        </p:txBody>
      </p:sp>
      <p:graphicFrame>
        <p:nvGraphicFramePr>
          <p:cNvPr id="7170" name="Object 2">
            <a:extLst>
              <a:ext uri="{FF2B5EF4-FFF2-40B4-BE49-F238E27FC236}">
                <a16:creationId xmlns:a16="http://schemas.microsoft.com/office/drawing/2014/main" id="{EF6EF681-EAB4-47B0-A2E1-4F0FC1C2A30B}"/>
              </a:ext>
            </a:extLst>
          </p:cNvPr>
          <p:cNvGraphicFramePr>
            <a:graphicFrameLocks noChangeAspect="1"/>
          </p:cNvGraphicFramePr>
          <p:nvPr>
            <p:extLst/>
          </p:nvPr>
        </p:nvGraphicFramePr>
        <p:xfrm>
          <a:off x="1714500" y="3929063"/>
          <a:ext cx="3641725" cy="868362"/>
        </p:xfrm>
        <a:graphic>
          <a:graphicData uri="http://schemas.openxmlformats.org/presentationml/2006/ole">
            <mc:AlternateContent xmlns:mc="http://schemas.openxmlformats.org/markup-compatibility/2006">
              <mc:Choice xmlns:v="urn:schemas-microsoft-com:vml" Requires="v">
                <p:oleObj spid="_x0000_s52242" name="Equation" r:id="rId3" imgW="1650960" imgH="393480" progId="Equation.DSMT4">
                  <p:embed/>
                </p:oleObj>
              </mc:Choice>
              <mc:Fallback>
                <p:oleObj name="Equation" r:id="rId3" imgW="1650960" imgH="393480" progId="Equation.DSMT4">
                  <p:embed/>
                  <p:pic>
                    <p:nvPicPr>
                      <p:cNvPr id="7170" name="Object 2">
                        <a:extLst>
                          <a:ext uri="{FF2B5EF4-FFF2-40B4-BE49-F238E27FC236}">
                            <a16:creationId xmlns:a16="http://schemas.microsoft.com/office/drawing/2014/main" id="{EF6EF681-EAB4-47B0-A2E1-4F0FC1C2A3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3929063"/>
                        <a:ext cx="3641725" cy="868362"/>
                      </a:xfrm>
                      <a:prstGeom prst="rect">
                        <a:avLst/>
                      </a:prstGeom>
                      <a:solidFill>
                        <a:srgbClr val="CCFFFF"/>
                      </a:solidFill>
                      <a:ln w="508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3">
            <a:extLst>
              <a:ext uri="{FF2B5EF4-FFF2-40B4-BE49-F238E27FC236}">
                <a16:creationId xmlns:a16="http://schemas.microsoft.com/office/drawing/2014/main" id="{F532B6D9-9551-4A8D-B6C7-0AEFC9AC1AFB}"/>
              </a:ext>
            </a:extLst>
          </p:cNvPr>
          <p:cNvGraphicFramePr>
            <a:graphicFrameLocks noChangeAspect="1"/>
          </p:cNvGraphicFramePr>
          <p:nvPr>
            <p:extLst/>
          </p:nvPr>
        </p:nvGraphicFramePr>
        <p:xfrm>
          <a:off x="1714500" y="2376488"/>
          <a:ext cx="3135313" cy="728662"/>
        </p:xfrm>
        <a:graphic>
          <a:graphicData uri="http://schemas.openxmlformats.org/presentationml/2006/ole">
            <mc:AlternateContent xmlns:mc="http://schemas.openxmlformats.org/markup-compatibility/2006">
              <mc:Choice xmlns:v="urn:schemas-microsoft-com:vml" Requires="v">
                <p:oleObj spid="_x0000_s52243" name="Equation" r:id="rId5" imgW="1422360" imgH="330120" progId="Equation.DSMT4">
                  <p:embed/>
                </p:oleObj>
              </mc:Choice>
              <mc:Fallback>
                <p:oleObj name="Equation" r:id="rId5" imgW="1422360" imgH="330120" progId="Equation.DSMT4">
                  <p:embed/>
                  <p:pic>
                    <p:nvPicPr>
                      <p:cNvPr id="7171" name="Object 3">
                        <a:extLst>
                          <a:ext uri="{FF2B5EF4-FFF2-40B4-BE49-F238E27FC236}">
                            <a16:creationId xmlns:a16="http://schemas.microsoft.com/office/drawing/2014/main" id="{F532B6D9-9551-4A8D-B6C7-0AEFC9AC1A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500" y="2376488"/>
                        <a:ext cx="3135313" cy="728662"/>
                      </a:xfrm>
                      <a:prstGeom prst="rect">
                        <a:avLst/>
                      </a:prstGeom>
                      <a:solidFill>
                        <a:srgbClr val="CCFFFF"/>
                      </a:solidFill>
                      <a:ln w="508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Box 6">
            <a:extLst>
              <a:ext uri="{FF2B5EF4-FFF2-40B4-BE49-F238E27FC236}">
                <a16:creationId xmlns:a16="http://schemas.microsoft.com/office/drawing/2014/main" id="{0FDF689C-ADA0-49B7-AAB7-BC63CB230404}"/>
              </a:ext>
            </a:extLst>
          </p:cNvPr>
          <p:cNvSpPr txBox="1">
            <a:spLocks noChangeArrowheads="1"/>
          </p:cNvSpPr>
          <p:nvPr/>
        </p:nvSpPr>
        <p:spPr bwMode="auto">
          <a:xfrm>
            <a:off x="5491163" y="3786188"/>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anose="02010600040101010101" pitchFamily="2" charset="-122"/>
              </a:rPr>
              <a:t>综合公式</a:t>
            </a:r>
          </a:p>
        </p:txBody>
      </p:sp>
      <p:sp>
        <p:nvSpPr>
          <p:cNvPr id="8" name="TextBox 7">
            <a:extLst>
              <a:ext uri="{FF2B5EF4-FFF2-40B4-BE49-F238E27FC236}">
                <a16:creationId xmlns:a16="http://schemas.microsoft.com/office/drawing/2014/main" id="{58D808BA-EC2D-45E8-935F-55642FB44188}"/>
              </a:ext>
            </a:extLst>
          </p:cNvPr>
          <p:cNvSpPr txBox="1">
            <a:spLocks noChangeArrowheads="1"/>
          </p:cNvSpPr>
          <p:nvPr/>
        </p:nvSpPr>
        <p:spPr bwMode="auto">
          <a:xfrm>
            <a:off x="5500688" y="2214563"/>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anose="02010600040101010101" pitchFamily="2" charset="-122"/>
              </a:rPr>
              <a:t>分析公式</a:t>
            </a:r>
          </a:p>
        </p:txBody>
      </p:sp>
      <p:sp>
        <p:nvSpPr>
          <p:cNvPr id="9" name="TextBox 8">
            <a:extLst>
              <a:ext uri="{FF2B5EF4-FFF2-40B4-BE49-F238E27FC236}">
                <a16:creationId xmlns:a16="http://schemas.microsoft.com/office/drawing/2014/main" id="{47D962BE-EB41-4402-8250-DC68F74CC516}"/>
              </a:ext>
            </a:extLst>
          </p:cNvPr>
          <p:cNvSpPr txBox="1">
            <a:spLocks noChangeArrowheads="1"/>
          </p:cNvSpPr>
          <p:nvPr/>
        </p:nvSpPr>
        <p:spPr bwMode="auto">
          <a:xfrm>
            <a:off x="5500688" y="4403725"/>
            <a:ext cx="2354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ea typeface="华文楷体" panose="02010600040101010101" pitchFamily="2" charset="-122"/>
              </a:rPr>
              <a:t>(e</a:t>
            </a:r>
            <a:r>
              <a:rPr lang="en-US" altLang="zh-CN" sz="2400" baseline="30000">
                <a:solidFill>
                  <a:srgbClr val="FF0000"/>
                </a:solidFill>
                <a:latin typeface="Times New Roman" panose="02020603050405020304" pitchFamily="18" charset="0"/>
                <a:ea typeface="华文楷体" panose="02010600040101010101" pitchFamily="2" charset="-122"/>
              </a:rPr>
              <a:t>j</a:t>
            </a:r>
            <a:r>
              <a:rPr lang="el-GR" altLang="zh-CN" sz="2400" i="1" baseline="30000">
                <a:solidFill>
                  <a:srgbClr val="FF0000"/>
                </a:solidFill>
                <a:latin typeface="Times New Roman" panose="02020603050405020304" pitchFamily="18" charset="0"/>
                <a:ea typeface="华文楷体" panose="02010600040101010101" pitchFamily="2" charset="-122"/>
              </a:rPr>
              <a:t>ω</a:t>
            </a:r>
            <a:r>
              <a:rPr lang="en-US" altLang="zh-CN" sz="2400" i="1" baseline="30000">
                <a:solidFill>
                  <a:srgbClr val="FF0000"/>
                </a:solidFill>
                <a:latin typeface="Times New Roman" panose="02020603050405020304" pitchFamily="18" charset="0"/>
                <a:ea typeface="华文楷体" panose="02010600040101010101" pitchFamily="2" charset="-122"/>
              </a:rPr>
              <a:t>t</a:t>
            </a:r>
            <a:r>
              <a:rPr lang="zh-CN" altLang="en-US"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的线性组合</a:t>
            </a:r>
            <a:r>
              <a:rPr lang="en-US" altLang="zh-CN"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a:solidFill>
                <a:srgbClr val="FF0000"/>
              </a:solidFill>
              <a:latin typeface="Times New Roman" panose="02020603050405020304" pitchFamily="18" charset="0"/>
              <a:ea typeface="华文楷体" panose="02010600040101010101" pitchFamily="2" charset="-122"/>
            </a:endParaRPr>
          </a:p>
        </p:txBody>
      </p:sp>
      <p:sp>
        <p:nvSpPr>
          <p:cNvPr id="10" name="TextBox 9">
            <a:extLst>
              <a:ext uri="{FF2B5EF4-FFF2-40B4-BE49-F238E27FC236}">
                <a16:creationId xmlns:a16="http://schemas.microsoft.com/office/drawing/2014/main" id="{BA005B77-CBEF-45B3-B175-8E9048F49B18}"/>
              </a:ext>
            </a:extLst>
          </p:cNvPr>
          <p:cNvSpPr txBox="1">
            <a:spLocks noChangeArrowheads="1"/>
          </p:cNvSpPr>
          <p:nvPr/>
        </p:nvSpPr>
        <p:spPr bwMode="auto">
          <a:xfrm>
            <a:off x="5500688" y="2728913"/>
            <a:ext cx="2373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latin typeface="Times New Roman" panose="02020603050405020304" pitchFamily="18" charset="0"/>
                <a:ea typeface="华文楷体" panose="02010600040101010101" pitchFamily="2" charset="-122"/>
              </a:rPr>
              <a:t>(</a:t>
            </a:r>
            <a:r>
              <a:rPr lang="zh-CN" altLang="en-US" sz="2400">
                <a:solidFill>
                  <a:srgbClr val="FF0000"/>
                </a:solidFill>
                <a:latin typeface="Times New Roman" panose="02020603050405020304" pitchFamily="18" charset="0"/>
                <a:ea typeface="华文楷体" panose="02010600040101010101" pitchFamily="2" charset="-122"/>
              </a:rPr>
              <a:t>获得</a:t>
            </a:r>
            <a:r>
              <a:rPr lang="en-US" altLang="zh-CN" sz="2400" i="1">
                <a:solidFill>
                  <a:srgbClr val="FF0000"/>
                </a:solidFill>
                <a:latin typeface="Times New Roman" panose="02020603050405020304" pitchFamily="18" charset="0"/>
                <a:ea typeface="华文楷体" panose="02010600040101010101" pitchFamily="2" charset="-122"/>
              </a:rPr>
              <a:t>x</a:t>
            </a:r>
            <a:r>
              <a:rPr lang="en-US" altLang="zh-CN" sz="2400">
                <a:solidFill>
                  <a:srgbClr val="FF0000"/>
                </a:solidFill>
                <a:latin typeface="Times New Roman" panose="02020603050405020304" pitchFamily="18" charset="0"/>
                <a:ea typeface="华文楷体" panose="02010600040101010101" pitchFamily="2" charset="-122"/>
              </a:rPr>
              <a:t>(</a:t>
            </a:r>
            <a:r>
              <a:rPr lang="en-US" altLang="zh-CN" sz="2400" i="1">
                <a:solidFill>
                  <a:srgbClr val="FF0000"/>
                </a:solidFill>
                <a:latin typeface="Times New Roman" panose="02020603050405020304" pitchFamily="18" charset="0"/>
                <a:ea typeface="华文楷体" panose="02010600040101010101" pitchFamily="2" charset="-122"/>
              </a:rPr>
              <a:t>t</a:t>
            </a:r>
            <a:r>
              <a:rPr lang="en-US" altLang="zh-CN" sz="2400">
                <a:solidFill>
                  <a:srgbClr val="FF0000"/>
                </a:solidFill>
                <a:latin typeface="Times New Roman" panose="02020603050405020304" pitchFamily="18" charset="0"/>
                <a:ea typeface="华文楷体" panose="02010600040101010101" pitchFamily="2" charset="-122"/>
              </a:rPr>
              <a:t>)</a:t>
            </a:r>
            <a:r>
              <a:rPr lang="zh-CN" altLang="en-US" sz="2400">
                <a:solidFill>
                  <a:srgbClr val="FF0000"/>
                </a:solidFill>
                <a:latin typeface="Times New Roman" panose="02020603050405020304" pitchFamily="18" charset="0"/>
                <a:ea typeface="华文楷体" panose="02010600040101010101" pitchFamily="2" charset="-122"/>
              </a:rPr>
              <a:t>的频谱</a:t>
            </a:r>
            <a:r>
              <a:rPr lang="en-US" altLang="zh-CN" sz="24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a:solidFill>
                <a:srgbClr val="FF0000"/>
              </a:solidFill>
              <a:latin typeface="Times New Roman" panose="02020603050405020304" pitchFamily="18" charset="0"/>
              <a:ea typeface="华文楷体" panose="02010600040101010101" pitchFamily="2" charset="-122"/>
            </a:endParaRPr>
          </a:p>
        </p:txBody>
      </p:sp>
      <p:sp>
        <p:nvSpPr>
          <p:cNvPr id="7182" name="矩形 11">
            <a:extLst>
              <a:ext uri="{FF2B5EF4-FFF2-40B4-BE49-F238E27FC236}">
                <a16:creationId xmlns:a16="http://schemas.microsoft.com/office/drawing/2014/main" id="{CDA06637-7592-47DD-B7A4-48A4E52EAB6E}"/>
              </a:ext>
            </a:extLst>
          </p:cNvPr>
          <p:cNvSpPr>
            <a:spLocks noChangeArrowheads="1"/>
          </p:cNvSpPr>
          <p:nvPr/>
        </p:nvSpPr>
        <p:spPr bwMode="auto">
          <a:xfrm>
            <a:off x="1214438" y="3286125"/>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FF0000"/>
                </a:solidFill>
                <a:latin typeface="Times New Roman" panose="02020603050405020304" pitchFamily="18" charset="0"/>
                <a:ea typeface="华文楷体" panose="02010600040101010101" pitchFamily="2" charset="-122"/>
              </a:rPr>
              <a:t>傅里叶反变换</a:t>
            </a:r>
            <a:r>
              <a:rPr lang="zh-CN" altLang="en-US" sz="2800">
                <a:solidFill>
                  <a:srgbClr val="000000"/>
                </a:solidFill>
                <a:latin typeface="Times New Roman" panose="02020603050405020304" pitchFamily="18" charset="0"/>
                <a:ea typeface="华文楷体" panose="02010600040101010101" pitchFamily="2" charset="-122"/>
              </a:rPr>
              <a:t>：</a:t>
            </a:r>
            <a:endParaRPr lang="zh-CN" altLang="en-US" sz="1600"/>
          </a:p>
        </p:txBody>
      </p:sp>
    </p:spTree>
    <p:extLst>
      <p:ext uri="{BB962C8B-B14F-4D97-AF65-F5344CB8AC3E}">
        <p14:creationId xmlns:p14="http://schemas.microsoft.com/office/powerpoint/2010/main" val="948103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标题 1">
            <a:extLst>
              <a:ext uri="{FF2B5EF4-FFF2-40B4-BE49-F238E27FC236}">
                <a16:creationId xmlns:a16="http://schemas.microsoft.com/office/drawing/2014/main" id="{4B1AA7B9-6691-4EDE-B803-C6FD77DC19F1}"/>
              </a:ext>
            </a:extLst>
          </p:cNvPr>
          <p:cNvSpPr>
            <a:spLocks noGrp="1"/>
          </p:cNvSpPr>
          <p:nvPr>
            <p:ph type="title"/>
          </p:nvPr>
        </p:nvSpPr>
        <p:spPr/>
        <p:txBody>
          <a:bodyPr/>
          <a:lstStyle/>
          <a:p>
            <a:r>
              <a:rPr lang="en-US" altLang="zh-CN" dirty="0"/>
              <a:t>9.3 </a:t>
            </a:r>
            <a:r>
              <a:rPr lang="zh-CN" altLang="en-US" dirty="0"/>
              <a:t>拉普拉斯反变换</a:t>
            </a:r>
          </a:p>
        </p:txBody>
      </p:sp>
      <p:sp>
        <p:nvSpPr>
          <p:cNvPr id="4" name="灯片编号占位符 3">
            <a:extLst>
              <a:ext uri="{FF2B5EF4-FFF2-40B4-BE49-F238E27FC236}">
                <a16:creationId xmlns:a16="http://schemas.microsoft.com/office/drawing/2014/main" id="{19666BA9-250E-4C8D-B912-EF162487D2B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26B9EA-3A05-4AE0-8319-0AF37D24EC2D}" type="slidenum">
              <a:rPr lang="zh-CN" altLang="en-US">
                <a:solidFill>
                  <a:srgbClr val="898989"/>
                </a:solidFill>
                <a:latin typeface="Calibri" panose="020F0502020204030204" pitchFamily="34" charset="0"/>
              </a:rPr>
              <a:pPr eaLnBrk="1" hangingPunct="1"/>
              <a:t>20</a:t>
            </a:fld>
            <a:endParaRPr lang="zh-CN" altLang="en-US">
              <a:solidFill>
                <a:srgbClr val="898989"/>
              </a:solidFill>
              <a:latin typeface="Calibri" panose="020F0502020204030204" pitchFamily="34" charset="0"/>
            </a:endParaRPr>
          </a:p>
        </p:txBody>
      </p:sp>
      <p:sp>
        <p:nvSpPr>
          <p:cNvPr id="25609" name="Rectangle 3">
            <a:extLst>
              <a:ext uri="{FF2B5EF4-FFF2-40B4-BE49-F238E27FC236}">
                <a16:creationId xmlns:a16="http://schemas.microsoft.com/office/drawing/2014/main" id="{E2AE26DA-CBAF-42D8-A952-BAB2FB70A8B4}"/>
              </a:ext>
            </a:extLst>
          </p:cNvPr>
          <p:cNvSpPr>
            <a:spLocks noRot="1" noChangeArrowheads="1"/>
          </p:cNvSpPr>
          <p:nvPr/>
        </p:nvSpPr>
        <p:spPr bwMode="auto">
          <a:xfrm>
            <a:off x="642938" y="1357313"/>
            <a:ext cx="2195512"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一</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定义</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2" name="Group 4">
            <a:extLst>
              <a:ext uri="{FF2B5EF4-FFF2-40B4-BE49-F238E27FC236}">
                <a16:creationId xmlns:a16="http://schemas.microsoft.com/office/drawing/2014/main" id="{29B31F47-41A9-4B51-AEC0-C542ABDE2A80}"/>
              </a:ext>
            </a:extLst>
          </p:cNvPr>
          <p:cNvGrpSpPr>
            <a:grpSpLocks/>
          </p:cNvGrpSpPr>
          <p:nvPr/>
        </p:nvGrpSpPr>
        <p:grpSpPr bwMode="auto">
          <a:xfrm>
            <a:off x="1214438" y="1905000"/>
            <a:ext cx="3827462" cy="792163"/>
            <a:chOff x="1776" y="1263"/>
            <a:chExt cx="2411" cy="499"/>
          </a:xfrm>
        </p:grpSpPr>
        <p:sp>
          <p:nvSpPr>
            <p:cNvPr id="25613" name="Text Box 5">
              <a:extLst>
                <a:ext uri="{FF2B5EF4-FFF2-40B4-BE49-F238E27FC236}">
                  <a16:creationId xmlns:a16="http://schemas.microsoft.com/office/drawing/2014/main" id="{AFA23465-8F25-43A3-9D87-B0CB989AAFDD}"/>
                </a:ext>
              </a:extLst>
            </p:cNvPr>
            <p:cNvSpPr txBox="1">
              <a:spLocks noChangeArrowheads="1"/>
            </p:cNvSpPr>
            <p:nvPr/>
          </p:nvSpPr>
          <p:spPr bwMode="auto">
            <a:xfrm>
              <a:off x="1776" y="1344"/>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由</a:t>
              </a:r>
            </a:p>
          </p:txBody>
        </p:sp>
        <p:graphicFrame>
          <p:nvGraphicFramePr>
            <p:cNvPr id="25606" name="Object 5">
              <a:extLst>
                <a:ext uri="{FF2B5EF4-FFF2-40B4-BE49-F238E27FC236}">
                  <a16:creationId xmlns:a16="http://schemas.microsoft.com/office/drawing/2014/main" id="{875BA9A1-04F4-4B7C-A04E-8BC358799C82}"/>
                </a:ext>
              </a:extLst>
            </p:cNvPr>
            <p:cNvGraphicFramePr>
              <a:graphicFrameLocks noChangeAspect="1"/>
            </p:cNvGraphicFramePr>
            <p:nvPr/>
          </p:nvGraphicFramePr>
          <p:xfrm>
            <a:off x="2160" y="1263"/>
            <a:ext cx="2027" cy="499"/>
          </p:xfrm>
          <a:graphic>
            <a:graphicData uri="http://schemas.openxmlformats.org/presentationml/2006/ole">
              <mc:AlternateContent xmlns:mc="http://schemas.openxmlformats.org/markup-compatibility/2006">
                <mc:Choice xmlns:v="urn:schemas-microsoft-com:vml" Requires="v">
                  <p:oleObj spid="_x0000_s7695" name="Equation" r:id="rId3" imgW="1257120" imgH="330120" progId="Equation.DSMT4">
                    <p:embed/>
                  </p:oleObj>
                </mc:Choice>
                <mc:Fallback>
                  <p:oleObj name="Equation" r:id="rId3" imgW="1257120" imgH="33012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 y="1263"/>
                          <a:ext cx="202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7">
            <a:extLst>
              <a:ext uri="{FF2B5EF4-FFF2-40B4-BE49-F238E27FC236}">
                <a16:creationId xmlns:a16="http://schemas.microsoft.com/office/drawing/2014/main" id="{6C7DF313-EE52-4EEA-81E1-0A5EAB18F56C}"/>
              </a:ext>
            </a:extLst>
          </p:cNvPr>
          <p:cNvGrpSpPr>
            <a:grpSpLocks/>
          </p:cNvGrpSpPr>
          <p:nvPr/>
        </p:nvGrpSpPr>
        <p:grpSpPr bwMode="auto">
          <a:xfrm>
            <a:off x="1225550" y="2794000"/>
            <a:ext cx="5105400" cy="530225"/>
            <a:chOff x="864" y="1855"/>
            <a:chExt cx="3216" cy="334"/>
          </a:xfrm>
        </p:grpSpPr>
        <p:sp>
          <p:nvSpPr>
            <p:cNvPr id="25612" name="Text Box 8">
              <a:extLst>
                <a:ext uri="{FF2B5EF4-FFF2-40B4-BE49-F238E27FC236}">
                  <a16:creationId xmlns:a16="http://schemas.microsoft.com/office/drawing/2014/main" id="{758E7CCE-AB77-420B-B9D8-EC1A9E5B7E56}"/>
                </a:ext>
              </a:extLst>
            </p:cNvPr>
            <p:cNvSpPr txBox="1">
              <a:spLocks noChangeArrowheads="1"/>
            </p:cNvSpPr>
            <p:nvPr/>
          </p:nvSpPr>
          <p:spPr bwMode="auto">
            <a:xfrm>
              <a:off x="864" y="1855"/>
              <a:ext cx="32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若                  在</a:t>
              </a:r>
              <a:r>
                <a:rPr lang="en-US" altLang="zh-CN" sz="280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内，则有</a:t>
              </a:r>
              <a:r>
                <a:rPr lang="en-US" altLang="zh-CN" sz="2800">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25605" name="Object 6">
              <a:extLst>
                <a:ext uri="{FF2B5EF4-FFF2-40B4-BE49-F238E27FC236}">
                  <a16:creationId xmlns:a16="http://schemas.microsoft.com/office/drawing/2014/main" id="{8315D807-7152-4D65-834D-11C31A5F647C}"/>
                </a:ext>
              </a:extLst>
            </p:cNvPr>
            <p:cNvGraphicFramePr>
              <a:graphicFrameLocks noChangeAspect="1"/>
            </p:cNvGraphicFramePr>
            <p:nvPr/>
          </p:nvGraphicFramePr>
          <p:xfrm>
            <a:off x="1175" y="1902"/>
            <a:ext cx="948" cy="287"/>
          </p:xfrm>
          <a:graphic>
            <a:graphicData uri="http://schemas.openxmlformats.org/presentationml/2006/ole">
              <mc:AlternateContent xmlns:mc="http://schemas.openxmlformats.org/markup-compatibility/2006">
                <mc:Choice xmlns:v="urn:schemas-microsoft-com:vml" Requires="v">
                  <p:oleObj spid="_x0000_s7696" name="Equation" r:id="rId5" imgW="685800" imgH="190440" progId="Equation.DSMT4">
                    <p:embed/>
                  </p:oleObj>
                </mc:Choice>
                <mc:Fallback>
                  <p:oleObj name="Equation" r:id="rId5" imgW="685800" imgH="19044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5" y="1902"/>
                          <a:ext cx="94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 name="Object 7">
            <a:extLst>
              <a:ext uri="{FF2B5EF4-FFF2-40B4-BE49-F238E27FC236}">
                <a16:creationId xmlns:a16="http://schemas.microsoft.com/office/drawing/2014/main" id="{11729B46-AD98-4A26-B6DB-D8AD88D4A0F6}"/>
              </a:ext>
            </a:extLst>
          </p:cNvPr>
          <p:cNvGraphicFramePr>
            <a:graphicFrameLocks noChangeAspect="1"/>
          </p:cNvGraphicFramePr>
          <p:nvPr>
            <p:extLst>
              <p:ext uri="{D42A27DB-BD31-4B8C-83A1-F6EECF244321}">
                <p14:modId xmlns:p14="http://schemas.microsoft.com/office/powerpoint/2010/main" val="1399381561"/>
              </p:ext>
            </p:extLst>
          </p:nvPr>
        </p:nvGraphicFramePr>
        <p:xfrm>
          <a:off x="1225550" y="3419475"/>
          <a:ext cx="6484938" cy="792163"/>
        </p:xfrm>
        <a:graphic>
          <a:graphicData uri="http://schemas.openxmlformats.org/presentationml/2006/ole">
            <mc:AlternateContent xmlns:mc="http://schemas.openxmlformats.org/markup-compatibility/2006">
              <mc:Choice xmlns:v="urn:schemas-microsoft-com:vml" Requires="v">
                <p:oleObj spid="_x0000_s7697" name="Equation" r:id="rId7" imgW="2768400" imgH="330120" progId="Equation.DSMT4">
                  <p:embed/>
                </p:oleObj>
              </mc:Choice>
              <mc:Fallback>
                <p:oleObj name="Equation" r:id="rId7" imgW="2768400" imgH="33012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3419475"/>
                        <a:ext cx="6484938"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8">
            <a:extLst>
              <a:ext uri="{FF2B5EF4-FFF2-40B4-BE49-F238E27FC236}">
                <a16:creationId xmlns:a16="http://schemas.microsoft.com/office/drawing/2014/main" id="{A0776316-97C0-4D1C-A4FD-DF1B4DCCF22A}"/>
              </a:ext>
            </a:extLst>
          </p:cNvPr>
          <p:cNvGraphicFramePr>
            <a:graphicFrameLocks noChangeAspect="1"/>
          </p:cNvGraphicFramePr>
          <p:nvPr>
            <p:extLst>
              <p:ext uri="{D42A27DB-BD31-4B8C-83A1-F6EECF244321}">
                <p14:modId xmlns:p14="http://schemas.microsoft.com/office/powerpoint/2010/main" val="2741026298"/>
              </p:ext>
            </p:extLst>
          </p:nvPr>
        </p:nvGraphicFramePr>
        <p:xfrm>
          <a:off x="1225550" y="4308475"/>
          <a:ext cx="5486400" cy="942975"/>
        </p:xfrm>
        <a:graphic>
          <a:graphicData uri="http://schemas.openxmlformats.org/presentationml/2006/ole">
            <mc:AlternateContent xmlns:mc="http://schemas.openxmlformats.org/markup-compatibility/2006">
              <mc:Choice xmlns:v="urn:schemas-microsoft-com:vml" Requires="v">
                <p:oleObj spid="_x0000_s7698" name="Equation" r:id="rId9" imgW="2273040" imgH="393480" progId="Equation.DSMT4">
                  <p:embed/>
                </p:oleObj>
              </mc:Choice>
              <mc:Fallback>
                <p:oleObj name="Equation" r:id="rId9" imgW="2273040" imgH="39348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25550" y="4308475"/>
                        <a:ext cx="54864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9">
            <a:extLst>
              <a:ext uri="{FF2B5EF4-FFF2-40B4-BE49-F238E27FC236}">
                <a16:creationId xmlns:a16="http://schemas.microsoft.com/office/drawing/2014/main" id="{D95F45EC-EE8D-4BE5-959F-317F78564F96}"/>
              </a:ext>
            </a:extLst>
          </p:cNvPr>
          <p:cNvGraphicFramePr>
            <a:graphicFrameLocks noChangeAspect="1"/>
          </p:cNvGraphicFramePr>
          <p:nvPr>
            <p:extLst>
              <p:ext uri="{D42A27DB-BD31-4B8C-83A1-F6EECF244321}">
                <p14:modId xmlns:p14="http://schemas.microsoft.com/office/powerpoint/2010/main" val="1065790920"/>
              </p:ext>
            </p:extLst>
          </p:nvPr>
        </p:nvGraphicFramePr>
        <p:xfrm>
          <a:off x="1225550" y="5346700"/>
          <a:ext cx="6970713" cy="946150"/>
        </p:xfrm>
        <a:graphic>
          <a:graphicData uri="http://schemas.openxmlformats.org/presentationml/2006/ole">
            <mc:AlternateContent xmlns:mc="http://schemas.openxmlformats.org/markup-compatibility/2006">
              <mc:Choice xmlns:v="urn:schemas-microsoft-com:vml" Requires="v">
                <p:oleObj spid="_x0000_s7699" name="Equation" r:id="rId11" imgW="3288960" imgH="393480" progId="Equation.DSMT4">
                  <p:embed/>
                </p:oleObj>
              </mc:Choice>
              <mc:Fallback>
                <p:oleObj name="Equation" r:id="rId11" imgW="3288960" imgH="39348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5550" y="5346700"/>
                        <a:ext cx="69707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7" name="标题 1">
            <a:extLst>
              <a:ext uri="{FF2B5EF4-FFF2-40B4-BE49-F238E27FC236}">
                <a16:creationId xmlns:a16="http://schemas.microsoft.com/office/drawing/2014/main" id="{8942F24A-6452-4B07-A828-528090E8D037}"/>
              </a:ext>
            </a:extLst>
          </p:cNvPr>
          <p:cNvSpPr>
            <a:spLocks noGrp="1"/>
          </p:cNvSpPr>
          <p:nvPr>
            <p:ph type="title"/>
          </p:nvPr>
        </p:nvSpPr>
        <p:spPr/>
        <p:txBody>
          <a:bodyPr/>
          <a:lstStyle/>
          <a:p>
            <a:r>
              <a:rPr lang="en-US" altLang="zh-CN" dirty="0"/>
              <a:t>9.3 </a:t>
            </a:r>
            <a:r>
              <a:rPr lang="zh-CN" altLang="en-US" dirty="0"/>
              <a:t>拉普拉斯反变换</a:t>
            </a:r>
          </a:p>
        </p:txBody>
      </p:sp>
      <p:sp>
        <p:nvSpPr>
          <p:cNvPr id="4" name="灯片编号占位符 3">
            <a:extLst>
              <a:ext uri="{FF2B5EF4-FFF2-40B4-BE49-F238E27FC236}">
                <a16:creationId xmlns:a16="http://schemas.microsoft.com/office/drawing/2014/main" id="{DC37C80F-1558-4711-888A-0BBCD46B582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356568-DD84-4E10-A3BB-3FF460ECDB66}" type="slidenum">
              <a:rPr lang="zh-CN" altLang="en-US">
                <a:solidFill>
                  <a:srgbClr val="898989"/>
                </a:solidFill>
                <a:latin typeface="Calibri" panose="020F0502020204030204" pitchFamily="34" charset="0"/>
              </a:rPr>
              <a:pPr eaLnBrk="1" hangingPunct="1"/>
              <a:t>21</a:t>
            </a:fld>
            <a:endParaRPr lang="zh-CN" altLang="en-US">
              <a:solidFill>
                <a:srgbClr val="898989"/>
              </a:solidFill>
              <a:latin typeface="Calibri" panose="020F0502020204030204" pitchFamily="34" charset="0"/>
            </a:endParaRPr>
          </a:p>
        </p:txBody>
      </p:sp>
      <p:grpSp>
        <p:nvGrpSpPr>
          <p:cNvPr id="26639" name="Group 2">
            <a:extLst>
              <a:ext uri="{FF2B5EF4-FFF2-40B4-BE49-F238E27FC236}">
                <a16:creationId xmlns:a16="http://schemas.microsoft.com/office/drawing/2014/main" id="{C06159D7-27B0-4D04-B900-A6EA1A00B2E8}"/>
              </a:ext>
            </a:extLst>
          </p:cNvPr>
          <p:cNvGrpSpPr>
            <a:grpSpLocks/>
          </p:cNvGrpSpPr>
          <p:nvPr/>
        </p:nvGrpSpPr>
        <p:grpSpPr bwMode="auto">
          <a:xfrm>
            <a:off x="914400" y="1993900"/>
            <a:ext cx="6754813" cy="584200"/>
            <a:chOff x="720" y="1219"/>
            <a:chExt cx="4255" cy="368"/>
          </a:xfrm>
        </p:grpSpPr>
        <p:sp>
          <p:nvSpPr>
            <p:cNvPr id="26648" name="Text Box 3">
              <a:extLst>
                <a:ext uri="{FF2B5EF4-FFF2-40B4-BE49-F238E27FC236}">
                  <a16:creationId xmlns:a16="http://schemas.microsoft.com/office/drawing/2014/main" id="{FC147F5A-8EF9-4278-A61A-F010F48DF932}"/>
                </a:ext>
              </a:extLst>
            </p:cNvPr>
            <p:cNvSpPr txBox="1">
              <a:spLocks noChangeArrowheads="1"/>
            </p:cNvSpPr>
            <p:nvPr/>
          </p:nvSpPr>
          <p:spPr bwMode="auto">
            <a:xfrm>
              <a:off x="720" y="1219"/>
              <a:ext cx="272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当     从                  时</a:t>
              </a:r>
              <a:r>
                <a:rPr lang="en-US" altLang="zh-CN" sz="280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从</a:t>
              </a:r>
            </a:p>
          </p:txBody>
        </p:sp>
        <p:graphicFrame>
          <p:nvGraphicFramePr>
            <p:cNvPr id="26633" name="Object 2">
              <a:extLst>
                <a:ext uri="{FF2B5EF4-FFF2-40B4-BE49-F238E27FC236}">
                  <a16:creationId xmlns:a16="http://schemas.microsoft.com/office/drawing/2014/main" id="{32931C9B-9E7B-4C6A-92F6-CDBA8905ABDB}"/>
                </a:ext>
              </a:extLst>
            </p:cNvPr>
            <p:cNvGraphicFramePr>
              <a:graphicFrameLocks noChangeAspect="1"/>
            </p:cNvGraphicFramePr>
            <p:nvPr/>
          </p:nvGraphicFramePr>
          <p:xfrm>
            <a:off x="1083" y="1346"/>
            <a:ext cx="231" cy="212"/>
          </p:xfrm>
          <a:graphic>
            <a:graphicData uri="http://schemas.openxmlformats.org/presentationml/2006/ole">
              <mc:AlternateContent xmlns:mc="http://schemas.openxmlformats.org/markup-compatibility/2006">
                <mc:Choice xmlns:v="urn:schemas-microsoft-com:vml" Requires="v">
                  <p:oleObj spid="_x0000_s9139" name="Equation" r:id="rId3" imgW="152280" imgH="139680" progId="Equation.DSMT4">
                    <p:embed/>
                  </p:oleObj>
                </mc:Choice>
                <mc:Fallback>
                  <p:oleObj name="Equation" r:id="rId3" imgW="152280" imgH="1396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 y="1346"/>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4" name="Object 3">
              <a:extLst>
                <a:ext uri="{FF2B5EF4-FFF2-40B4-BE49-F238E27FC236}">
                  <a16:creationId xmlns:a16="http://schemas.microsoft.com/office/drawing/2014/main" id="{C8561B3D-0ECD-47EC-9CC5-C7FDA12DFC06}"/>
                </a:ext>
              </a:extLst>
            </p:cNvPr>
            <p:cNvGraphicFramePr>
              <a:graphicFrameLocks noChangeAspect="1"/>
            </p:cNvGraphicFramePr>
            <p:nvPr/>
          </p:nvGraphicFramePr>
          <p:xfrm>
            <a:off x="2955" y="1337"/>
            <a:ext cx="172" cy="210"/>
          </p:xfrm>
          <a:graphic>
            <a:graphicData uri="http://schemas.openxmlformats.org/presentationml/2006/ole">
              <mc:AlternateContent xmlns:mc="http://schemas.openxmlformats.org/markup-compatibility/2006">
                <mc:Choice xmlns:v="urn:schemas-microsoft-com:vml" Requires="v">
                  <p:oleObj spid="_x0000_s9140" name="Equation" r:id="rId5" imgW="114120" imgH="139680" progId="Equation.DSMT4">
                    <p:embed/>
                  </p:oleObj>
                </mc:Choice>
                <mc:Fallback>
                  <p:oleObj name="Equation" r:id="rId5" imgW="114120" imgH="13968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5" y="1337"/>
                          <a:ext cx="172"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5" name="Object 4">
              <a:extLst>
                <a:ext uri="{FF2B5EF4-FFF2-40B4-BE49-F238E27FC236}">
                  <a16:creationId xmlns:a16="http://schemas.microsoft.com/office/drawing/2014/main" id="{6F635E1A-075D-40A3-9A83-B99E3C70B823}"/>
                </a:ext>
              </a:extLst>
            </p:cNvPr>
            <p:cNvGraphicFramePr>
              <a:graphicFrameLocks noChangeAspect="1"/>
            </p:cNvGraphicFramePr>
            <p:nvPr/>
          </p:nvGraphicFramePr>
          <p:xfrm>
            <a:off x="1643" y="1306"/>
            <a:ext cx="886" cy="231"/>
          </p:xfrm>
          <a:graphic>
            <a:graphicData uri="http://schemas.openxmlformats.org/presentationml/2006/ole">
              <mc:AlternateContent xmlns:mc="http://schemas.openxmlformats.org/markup-compatibility/2006">
                <mc:Choice xmlns:v="urn:schemas-microsoft-com:vml" Requires="v">
                  <p:oleObj spid="_x0000_s9141" name="Equation" r:id="rId7" imgW="647640" imgH="152280" progId="Equation.DSMT4">
                    <p:embed/>
                  </p:oleObj>
                </mc:Choice>
                <mc:Fallback>
                  <p:oleObj name="Equation" r:id="rId7" imgW="647640" imgH="1522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3" y="1306"/>
                          <a:ext cx="88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6" name="Object 5">
              <a:extLst>
                <a:ext uri="{FF2B5EF4-FFF2-40B4-BE49-F238E27FC236}">
                  <a16:creationId xmlns:a16="http://schemas.microsoft.com/office/drawing/2014/main" id="{3A4C9E88-D5F0-4709-A7DB-88BAECDB5244}"/>
                </a:ext>
              </a:extLst>
            </p:cNvPr>
            <p:cNvGraphicFramePr>
              <a:graphicFrameLocks noChangeAspect="1"/>
            </p:cNvGraphicFramePr>
            <p:nvPr/>
          </p:nvGraphicFramePr>
          <p:xfrm>
            <a:off x="3384" y="1296"/>
            <a:ext cx="1591" cy="288"/>
          </p:xfrm>
          <a:graphic>
            <a:graphicData uri="http://schemas.openxmlformats.org/presentationml/2006/ole">
              <mc:AlternateContent xmlns:mc="http://schemas.openxmlformats.org/markup-compatibility/2006">
                <mc:Choice xmlns:v="urn:schemas-microsoft-com:vml" Requires="v">
                  <p:oleObj spid="_x0000_s9142" name="Equation" r:id="rId9" imgW="1117440" imgH="190440" progId="Equation.DSMT4">
                    <p:embed/>
                  </p:oleObj>
                </mc:Choice>
                <mc:Fallback>
                  <p:oleObj name="Equation" r:id="rId9" imgW="1117440" imgH="19044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4" y="1296"/>
                          <a:ext cx="15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640" name="Group 8">
            <a:extLst>
              <a:ext uri="{FF2B5EF4-FFF2-40B4-BE49-F238E27FC236}">
                <a16:creationId xmlns:a16="http://schemas.microsoft.com/office/drawing/2014/main" id="{E6960297-DF29-4A69-B03D-FD94FEC3D351}"/>
              </a:ext>
            </a:extLst>
          </p:cNvPr>
          <p:cNvGrpSpPr>
            <a:grpSpLocks/>
          </p:cNvGrpSpPr>
          <p:nvPr/>
        </p:nvGrpSpPr>
        <p:grpSpPr bwMode="auto">
          <a:xfrm>
            <a:off x="1006475" y="1308100"/>
            <a:ext cx="4295775" cy="571500"/>
            <a:chOff x="600" y="744"/>
            <a:chExt cx="2706" cy="360"/>
          </a:xfrm>
        </p:grpSpPr>
        <p:sp>
          <p:nvSpPr>
            <p:cNvPr id="26646" name="Text Box 9">
              <a:extLst>
                <a:ext uri="{FF2B5EF4-FFF2-40B4-BE49-F238E27FC236}">
                  <a16:creationId xmlns:a16="http://schemas.microsoft.com/office/drawing/2014/main" id="{3876E7B5-7A24-4A4A-84AA-FC015152D410}"/>
                </a:ext>
              </a:extLst>
            </p:cNvPr>
            <p:cNvSpPr txBox="1">
              <a:spLocks noChangeArrowheads="1"/>
            </p:cNvSpPr>
            <p:nvPr/>
          </p:nvSpPr>
          <p:spPr bwMode="auto">
            <a:xfrm>
              <a:off x="600" y="744"/>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由</a:t>
              </a:r>
            </a:p>
          </p:txBody>
        </p:sp>
        <p:graphicFrame>
          <p:nvGraphicFramePr>
            <p:cNvPr id="26631" name="Object 6">
              <a:extLst>
                <a:ext uri="{FF2B5EF4-FFF2-40B4-BE49-F238E27FC236}">
                  <a16:creationId xmlns:a16="http://schemas.microsoft.com/office/drawing/2014/main" id="{EDE979C6-D978-4F70-BBB3-1EF03D04AD9C}"/>
                </a:ext>
              </a:extLst>
            </p:cNvPr>
            <p:cNvGraphicFramePr>
              <a:graphicFrameLocks noChangeAspect="1"/>
            </p:cNvGraphicFramePr>
            <p:nvPr/>
          </p:nvGraphicFramePr>
          <p:xfrm>
            <a:off x="907" y="785"/>
            <a:ext cx="1034" cy="288"/>
          </p:xfrm>
          <a:graphic>
            <a:graphicData uri="http://schemas.openxmlformats.org/presentationml/2006/ole">
              <mc:AlternateContent xmlns:mc="http://schemas.openxmlformats.org/markup-compatibility/2006">
                <mc:Choice xmlns:v="urn:schemas-microsoft-com:vml" Requires="v">
                  <p:oleObj spid="_x0000_s9143" name="Equation" r:id="rId11" imgW="685800" imgH="190440" progId="Equation.DSMT4">
                    <p:embed/>
                  </p:oleObj>
                </mc:Choice>
                <mc:Fallback>
                  <p:oleObj name="Equation" r:id="rId11" imgW="685800" imgH="19044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7" y="785"/>
                          <a:ext cx="10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2" name="Object 7">
              <a:extLst>
                <a:ext uri="{FF2B5EF4-FFF2-40B4-BE49-F238E27FC236}">
                  <a16:creationId xmlns:a16="http://schemas.microsoft.com/office/drawing/2014/main" id="{15EBD7F4-B336-42AB-A1E2-3EF82B52AA1E}"/>
                </a:ext>
              </a:extLst>
            </p:cNvPr>
            <p:cNvGraphicFramePr>
              <a:graphicFrameLocks noChangeAspect="1"/>
            </p:cNvGraphicFramePr>
            <p:nvPr/>
          </p:nvGraphicFramePr>
          <p:xfrm>
            <a:off x="2265" y="798"/>
            <a:ext cx="1041" cy="306"/>
          </p:xfrm>
          <a:graphic>
            <a:graphicData uri="http://schemas.openxmlformats.org/presentationml/2006/ole">
              <mc:AlternateContent xmlns:mc="http://schemas.openxmlformats.org/markup-compatibility/2006">
                <mc:Choice xmlns:v="urn:schemas-microsoft-com:vml" Requires="v">
                  <p:oleObj spid="_x0000_s9144" name="Equation" r:id="rId13" imgW="609480" imgH="203040" progId="Equation.DSMT4">
                    <p:embed/>
                  </p:oleObj>
                </mc:Choice>
                <mc:Fallback>
                  <p:oleObj name="Equation" r:id="rId13" imgW="609480" imgH="20304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5" y="798"/>
                          <a:ext cx="104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47" name="Rectangle 12">
              <a:extLst>
                <a:ext uri="{FF2B5EF4-FFF2-40B4-BE49-F238E27FC236}">
                  <a16:creationId xmlns:a16="http://schemas.microsoft.com/office/drawing/2014/main" id="{BD157FBC-E13A-46D4-A347-2F86A9FBB662}"/>
                </a:ext>
              </a:extLst>
            </p:cNvPr>
            <p:cNvSpPr>
              <a:spLocks noChangeArrowheads="1"/>
            </p:cNvSpPr>
            <p:nvPr/>
          </p:nvSpPr>
          <p:spPr bwMode="auto">
            <a:xfrm>
              <a:off x="1925" y="76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得</a:t>
              </a:r>
            </a:p>
          </p:txBody>
        </p:sp>
      </p:grpSp>
      <p:grpSp>
        <p:nvGrpSpPr>
          <p:cNvPr id="5" name="Group 13">
            <a:extLst>
              <a:ext uri="{FF2B5EF4-FFF2-40B4-BE49-F238E27FC236}">
                <a16:creationId xmlns:a16="http://schemas.microsoft.com/office/drawing/2014/main" id="{57BA8728-EF5C-40FE-81BE-9CE80C51F52E}"/>
              </a:ext>
            </a:extLst>
          </p:cNvPr>
          <p:cNvGrpSpPr>
            <a:grpSpLocks/>
          </p:cNvGrpSpPr>
          <p:nvPr/>
        </p:nvGrpSpPr>
        <p:grpSpPr bwMode="auto">
          <a:xfrm>
            <a:off x="1084263" y="4437211"/>
            <a:ext cx="6773862" cy="2016125"/>
            <a:chOff x="612" y="2448"/>
            <a:chExt cx="4267" cy="1270"/>
          </a:xfrm>
        </p:grpSpPr>
        <p:sp>
          <p:nvSpPr>
            <p:cNvPr id="26645" name="Text Box 14">
              <a:extLst>
                <a:ext uri="{FF2B5EF4-FFF2-40B4-BE49-F238E27FC236}">
                  <a16:creationId xmlns:a16="http://schemas.microsoft.com/office/drawing/2014/main" id="{CA3D4D0B-FD66-423E-9780-129056074AE9}"/>
                </a:ext>
              </a:extLst>
            </p:cNvPr>
            <p:cNvSpPr txBox="1">
              <a:spLocks noChangeArrowheads="1"/>
            </p:cNvSpPr>
            <p:nvPr/>
          </p:nvSpPr>
          <p:spPr bwMode="auto">
            <a:xfrm>
              <a:off x="612" y="2448"/>
              <a:ext cx="4140" cy="1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拉普拉斯反变换表明</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a:t>
              </a:r>
            </a:p>
            <a:p>
              <a:pPr eaLnBrk="1" hangingPunct="1">
                <a:lnSpc>
                  <a:spcPct val="150000"/>
                </a:lnSpc>
              </a:pP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可以被分解成复振幅为</a:t>
              </a:r>
            </a:p>
            <a:p>
              <a:pPr eaLnBrk="1" hangingPunct="1">
                <a:lnSpc>
                  <a:spcPct val="15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的复指数信号       的线性组合。</a:t>
              </a:r>
            </a:p>
          </p:txBody>
        </p:sp>
        <p:graphicFrame>
          <p:nvGraphicFramePr>
            <p:cNvPr id="26628" name="Object 8">
              <a:extLst>
                <a:ext uri="{FF2B5EF4-FFF2-40B4-BE49-F238E27FC236}">
                  <a16:creationId xmlns:a16="http://schemas.microsoft.com/office/drawing/2014/main" id="{4DFB7675-FE1F-414F-A795-FF11B3FEC14F}"/>
                </a:ext>
              </a:extLst>
            </p:cNvPr>
            <p:cNvGraphicFramePr>
              <a:graphicFrameLocks noChangeAspect="1"/>
            </p:cNvGraphicFramePr>
            <p:nvPr/>
          </p:nvGraphicFramePr>
          <p:xfrm>
            <a:off x="665" y="2953"/>
            <a:ext cx="472" cy="307"/>
          </p:xfrm>
          <a:graphic>
            <a:graphicData uri="http://schemas.openxmlformats.org/presentationml/2006/ole">
              <mc:AlternateContent xmlns:mc="http://schemas.openxmlformats.org/markup-compatibility/2006">
                <mc:Choice xmlns:v="urn:schemas-microsoft-com:vml" Requires="v">
                  <p:oleObj spid="_x0000_s9145" name="Equation" r:id="rId15" imgW="279360" imgH="203040" progId="Equation.DSMT4">
                    <p:embed/>
                  </p:oleObj>
                </mc:Choice>
                <mc:Fallback>
                  <p:oleObj name="Equation" r:id="rId15" imgW="279360" imgH="20304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 y="2953"/>
                          <a:ext cx="47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9">
              <a:extLst>
                <a:ext uri="{FF2B5EF4-FFF2-40B4-BE49-F238E27FC236}">
                  <a16:creationId xmlns:a16="http://schemas.microsoft.com/office/drawing/2014/main" id="{8C4B86EA-6DE8-4DB1-A8D4-B6F10A830AF1}"/>
                </a:ext>
              </a:extLst>
            </p:cNvPr>
            <p:cNvGraphicFramePr>
              <a:graphicFrameLocks noChangeAspect="1"/>
            </p:cNvGraphicFramePr>
            <p:nvPr/>
          </p:nvGraphicFramePr>
          <p:xfrm>
            <a:off x="3555" y="2818"/>
            <a:ext cx="1324" cy="635"/>
          </p:xfrm>
          <a:graphic>
            <a:graphicData uri="http://schemas.openxmlformats.org/presentationml/2006/ole">
              <mc:AlternateContent xmlns:mc="http://schemas.openxmlformats.org/markup-compatibility/2006">
                <mc:Choice xmlns:v="urn:schemas-microsoft-com:vml" Requires="v">
                  <p:oleObj spid="_x0000_s9146" name="Equation" r:id="rId17" imgW="787320" imgH="419040" progId="Equation.DSMT4">
                    <p:embed/>
                  </p:oleObj>
                </mc:Choice>
                <mc:Fallback>
                  <p:oleObj name="Equation" r:id="rId17" imgW="787320" imgH="41904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5" y="2818"/>
                          <a:ext cx="1324" cy="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0" name="Object 10">
              <a:extLst>
                <a:ext uri="{FF2B5EF4-FFF2-40B4-BE49-F238E27FC236}">
                  <a16:creationId xmlns:a16="http://schemas.microsoft.com/office/drawing/2014/main" id="{AA214C69-D59B-420C-8CD8-1B5BD96C71E6}"/>
                </a:ext>
              </a:extLst>
            </p:cNvPr>
            <p:cNvGraphicFramePr>
              <a:graphicFrameLocks noChangeAspect="1"/>
            </p:cNvGraphicFramePr>
            <p:nvPr/>
          </p:nvGraphicFramePr>
          <p:xfrm>
            <a:off x="2089" y="3355"/>
            <a:ext cx="317" cy="308"/>
          </p:xfrm>
          <a:graphic>
            <a:graphicData uri="http://schemas.openxmlformats.org/presentationml/2006/ole">
              <mc:AlternateContent xmlns:mc="http://schemas.openxmlformats.org/markup-compatibility/2006">
                <mc:Choice xmlns:v="urn:schemas-microsoft-com:vml" Requires="v">
                  <p:oleObj spid="_x0000_s9147" name="Equation" r:id="rId19" imgW="190440" imgH="203040" progId="Equation.DSMT4">
                    <p:embed/>
                  </p:oleObj>
                </mc:Choice>
                <mc:Fallback>
                  <p:oleObj name="Equation" r:id="rId19" imgW="190440" imgH="203040"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89" y="3355"/>
                          <a:ext cx="31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21" name="Object 11">
                <a:extLst>
                  <a:ext uri="{FF2B5EF4-FFF2-40B4-BE49-F238E27FC236}">
                    <a16:creationId xmlns:a16="http://schemas.microsoft.com/office/drawing/2014/main" id="{0AA59D01-7F4A-4016-A7BC-6FD2B1861E83}"/>
                  </a:ext>
                </a:extLst>
              </p:cNvPr>
              <p:cNvSpPr txBox="1"/>
              <p:nvPr/>
            </p:nvSpPr>
            <p:spPr bwMode="auto">
              <a:xfrm>
                <a:off x="2163775" y="2670899"/>
                <a:ext cx="4816450" cy="1124731"/>
              </a:xfrm>
              <a:prstGeom prst="rect">
                <a:avLst/>
              </a:prstGeom>
              <a:noFill/>
              <a:ln w="50800">
                <a:solidFill>
                  <a:schemeClr val="hlink"/>
                </a:solidFill>
                <a:miter lim="800000"/>
                <a:headEnd/>
                <a:tailEnd/>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m:t>
                      </m:r>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r>
                            <a:rPr lang="en-US" sz="2800" i="1">
                              <a:solidFill>
                                <a:srgbClr val="FF0000"/>
                              </a:solidFill>
                              <a:latin typeface="Cambria Math" panose="02040503050406030204" pitchFamily="18" charset="0"/>
                            </a:rPr>
                            <m:t>2</m:t>
                          </m:r>
                          <m:r>
                            <a:rPr lang="en-US" sz="2800" i="1">
                              <a:solidFill>
                                <a:srgbClr val="FF0000"/>
                              </a:solidFill>
                              <a:latin typeface="Cambria Math" panose="02040503050406030204" pitchFamily="18" charset="0"/>
                            </a:rPr>
                            <m:t>𝜋</m:t>
                          </m:r>
                          <m:r>
                            <m:rPr>
                              <m:sty m:val="p"/>
                            </m:rPr>
                            <a:rPr lang="en-US" sz="2800" i="0">
                              <a:solidFill>
                                <a:srgbClr val="FF0000"/>
                              </a:solidFill>
                              <a:latin typeface="Cambria Math" panose="02040503050406030204" pitchFamily="18" charset="0"/>
                            </a:rPr>
                            <m:t>j</m:t>
                          </m:r>
                        </m:den>
                      </m:f>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𝜎</m:t>
                          </m:r>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𝜎</m:t>
                          </m:r>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𝑠𝑡</m:t>
                              </m:r>
                            </m:sup>
                          </m:sSup>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𝑠</m:t>
                          </m:r>
                        </m:e>
                      </m:nary>
                    </m:oMath>
                  </m:oMathPara>
                </a14:m>
                <a:endParaRPr lang="en-US" sz="2800" dirty="0"/>
              </a:p>
            </p:txBody>
          </p:sp>
        </mc:Choice>
        <mc:Fallback xmlns="">
          <p:sp>
            <p:nvSpPr>
              <p:cNvPr id="21" name="Object 11">
                <a:extLst>
                  <a:ext uri="{FF2B5EF4-FFF2-40B4-BE49-F238E27FC236}">
                    <a16:creationId xmlns:a16="http://schemas.microsoft.com/office/drawing/2014/main" id="{0AA59D01-7F4A-4016-A7BC-6FD2B1861E83}"/>
                  </a:ext>
                </a:extLst>
              </p:cNvPr>
              <p:cNvSpPr txBox="1">
                <a:spLocks noRot="1" noChangeAspect="1" noMove="1" noResize="1" noEditPoints="1" noAdjustHandles="1" noChangeArrowheads="1" noChangeShapeType="1" noTextEdit="1"/>
              </p:cNvSpPr>
              <p:nvPr/>
            </p:nvSpPr>
            <p:spPr bwMode="auto">
              <a:xfrm>
                <a:off x="2163775" y="2670899"/>
                <a:ext cx="4816450" cy="1124731"/>
              </a:xfrm>
              <a:prstGeom prst="rect">
                <a:avLst/>
              </a:prstGeom>
              <a:blipFill>
                <a:blip r:embed="rId21"/>
                <a:stretch>
                  <a:fillRect/>
                </a:stretch>
              </a:blipFill>
              <a:ln w="50800">
                <a:solidFill>
                  <a:schemeClr val="hlink"/>
                </a:solidFill>
                <a:miter lim="800000"/>
                <a:headEnd/>
                <a:tailEnd/>
              </a:ln>
              <a:effectLst/>
            </p:spPr>
            <p:txBody>
              <a:bodyPr/>
              <a:lstStyle/>
              <a:p>
                <a:r>
                  <a:rPr lang="en-US">
                    <a:noFill/>
                  </a:rPr>
                  <a:t> </a:t>
                </a:r>
              </a:p>
            </p:txBody>
          </p:sp>
        </mc:Fallback>
      </mc:AlternateContent>
      <p:grpSp>
        <p:nvGrpSpPr>
          <p:cNvPr id="6" name="Group 19">
            <a:extLst>
              <a:ext uri="{FF2B5EF4-FFF2-40B4-BE49-F238E27FC236}">
                <a16:creationId xmlns:a16="http://schemas.microsoft.com/office/drawing/2014/main" id="{CE8513D8-0E08-4725-A02D-FCC766A771CE}"/>
              </a:ext>
            </a:extLst>
          </p:cNvPr>
          <p:cNvGrpSpPr>
            <a:grpSpLocks/>
          </p:cNvGrpSpPr>
          <p:nvPr/>
        </p:nvGrpSpPr>
        <p:grpSpPr bwMode="auto">
          <a:xfrm>
            <a:off x="4932040" y="3935079"/>
            <a:ext cx="3513138" cy="523875"/>
            <a:chOff x="3312" y="2166"/>
            <a:chExt cx="2213" cy="330"/>
          </a:xfrm>
        </p:grpSpPr>
        <mc:AlternateContent xmlns:mc="http://schemas.openxmlformats.org/markup-compatibility/2006" xmlns:a14="http://schemas.microsoft.com/office/drawing/2010/main">
          <mc:Choice Requires="a14">
            <p:sp>
              <p:nvSpPr>
                <p:cNvPr id="26643" name="Text Box 20">
                  <a:extLst>
                    <a:ext uri="{FF2B5EF4-FFF2-40B4-BE49-F238E27FC236}">
                      <a16:creationId xmlns:a16="http://schemas.microsoft.com/office/drawing/2014/main" id="{3A6451FE-1327-46DB-8447-66FF25893764}"/>
                    </a:ext>
                  </a:extLst>
                </p:cNvPr>
                <p:cNvSpPr txBox="1">
                  <a:spLocks noChangeArrowheads="1"/>
                </p:cNvSpPr>
                <p:nvPr/>
              </p:nvSpPr>
              <p:spPr bwMode="auto">
                <a:xfrm>
                  <a:off x="3995" y="2166"/>
                  <a:ext cx="1530"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 xmlns:m="http://schemas.openxmlformats.org/officeDocument/2006/math">
                      <m:r>
                        <a:rPr lang="en-US" sz="2800" i="1" smtClean="0">
                          <a:solidFill>
                            <a:srgbClr val="FF0000"/>
                          </a:solidFill>
                          <a:latin typeface="Cambria Math" panose="02040503050406030204" pitchFamily="18" charset="0"/>
                        </a:rPr>
                        <m:t>𝑋</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𝑠</m:t>
                      </m:r>
                      <m:r>
                        <a:rPr lang="en-US" sz="2800" i="1" smtClean="0">
                          <a:solidFill>
                            <a:srgbClr val="FF0000"/>
                          </a:solidFill>
                          <a:latin typeface="Cambria Math" panose="02040503050406030204" pitchFamily="18" charset="0"/>
                        </a:rPr>
                        <m:t>)</m:t>
                      </m:r>
                    </m:oMath>
                  </a14:m>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的反变换</a:t>
                  </a:r>
                </a:p>
              </p:txBody>
            </p:sp>
          </mc:Choice>
          <mc:Fallback xmlns="">
            <p:sp>
              <p:nvSpPr>
                <p:cNvPr id="26643" name="Text Box 20">
                  <a:extLst>
                    <a:ext uri="{FF2B5EF4-FFF2-40B4-BE49-F238E27FC236}">
                      <a16:creationId xmlns:a16="http://schemas.microsoft.com/office/drawing/2014/main" id="{3A6451FE-1327-46DB-8447-66FF25893764}"/>
                    </a:ext>
                  </a:extLst>
                </p:cNvPr>
                <p:cNvSpPr txBox="1">
                  <a:spLocks noRot="1" noChangeAspect="1" noMove="1" noResize="1" noEditPoints="1" noAdjustHandles="1" noChangeArrowheads="1" noChangeShapeType="1" noTextEdit="1"/>
                </p:cNvSpPr>
                <p:nvPr/>
              </p:nvSpPr>
              <p:spPr bwMode="auto">
                <a:xfrm>
                  <a:off x="3995" y="2166"/>
                  <a:ext cx="1530" cy="330"/>
                </a:xfrm>
                <a:prstGeom prst="rect">
                  <a:avLst/>
                </a:prstGeom>
                <a:blipFill>
                  <a:blip r:embed="rId22"/>
                  <a:stretch>
                    <a:fillRect t="-12941"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6644" name="Line 22">
              <a:extLst>
                <a:ext uri="{FF2B5EF4-FFF2-40B4-BE49-F238E27FC236}">
                  <a16:creationId xmlns:a16="http://schemas.microsoft.com/office/drawing/2014/main" id="{F826C0B5-E491-43DF-84ED-6989C3C154E5}"/>
                </a:ext>
              </a:extLst>
            </p:cNvPr>
            <p:cNvSpPr>
              <a:spLocks noChangeShapeType="1"/>
            </p:cNvSpPr>
            <p:nvPr/>
          </p:nvSpPr>
          <p:spPr bwMode="auto">
            <a:xfrm>
              <a:off x="3312" y="2317"/>
              <a:ext cx="62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标题 1">
            <a:extLst>
              <a:ext uri="{FF2B5EF4-FFF2-40B4-BE49-F238E27FC236}">
                <a16:creationId xmlns:a16="http://schemas.microsoft.com/office/drawing/2014/main" id="{8F38E0D7-D4EB-4DB1-96B5-084CEA259343}"/>
              </a:ext>
            </a:extLst>
          </p:cNvPr>
          <p:cNvSpPr>
            <a:spLocks noGrp="1"/>
          </p:cNvSpPr>
          <p:nvPr>
            <p:ph type="title"/>
          </p:nvPr>
        </p:nvSpPr>
        <p:spPr/>
        <p:txBody>
          <a:bodyPr/>
          <a:lstStyle/>
          <a:p>
            <a:r>
              <a:rPr lang="en-US" altLang="zh-CN"/>
              <a:t>9.3 </a:t>
            </a:r>
            <a:r>
              <a:rPr lang="zh-CN" altLang="en-US"/>
              <a:t>拉普拉斯反变换</a:t>
            </a:r>
          </a:p>
        </p:txBody>
      </p:sp>
      <p:sp>
        <p:nvSpPr>
          <p:cNvPr id="3" name="内容占位符 2">
            <a:extLst>
              <a:ext uri="{FF2B5EF4-FFF2-40B4-BE49-F238E27FC236}">
                <a16:creationId xmlns:a16="http://schemas.microsoft.com/office/drawing/2014/main" id="{6DF3CEA5-81BE-430A-9CF8-A7DB1EBBD342}"/>
              </a:ext>
            </a:extLst>
          </p:cNvPr>
          <p:cNvSpPr>
            <a:spLocks noGrp="1"/>
          </p:cNvSpPr>
          <p:nvPr>
            <p:ph idx="1"/>
          </p:nvPr>
        </p:nvSpPr>
        <p:spPr>
          <a:xfrm>
            <a:off x="457200" y="1285875"/>
            <a:ext cx="8229600" cy="2571750"/>
          </a:xfrm>
        </p:spPr>
        <p:txBody>
          <a:bodyPr/>
          <a:lstStyle/>
          <a:p>
            <a:pPr marL="0" indent="0">
              <a:buNone/>
            </a:pPr>
            <a:r>
              <a:rPr lang="zh-CN" altLang="en-US" sz="2800" b="0" dirty="0">
                <a:solidFill>
                  <a:srgbClr val="0000FF"/>
                </a:solidFill>
                <a:cs typeface="楷体_GB2312" panose="02010609030101010101" pitchFamily="49" charset="-122"/>
              </a:rPr>
              <a:t>二</a:t>
            </a:r>
            <a:r>
              <a:rPr lang="en-US" altLang="zh-CN" sz="2800" b="0" dirty="0">
                <a:solidFill>
                  <a:srgbClr val="0000FF"/>
                </a:solidFill>
                <a:cs typeface="楷体_GB2312" panose="02010609030101010101" pitchFamily="49" charset="-122"/>
              </a:rPr>
              <a:t>. </a:t>
            </a:r>
            <a:r>
              <a:rPr lang="zh-CN" altLang="en-US" sz="2800" b="0" dirty="0">
                <a:solidFill>
                  <a:srgbClr val="0000FF"/>
                </a:solidFill>
                <a:cs typeface="楷体_GB2312" panose="02010609030101010101" pitchFamily="49" charset="-122"/>
              </a:rPr>
              <a:t>求拉普拉斯反变换的部分分式展开法</a:t>
            </a:r>
            <a:r>
              <a:rPr lang="en-US" altLang="zh-CN" sz="2800" b="0" dirty="0">
                <a:cs typeface="楷体_GB2312" panose="02010609030101010101" pitchFamily="49" charset="-122"/>
              </a:rPr>
              <a:t>:</a:t>
            </a:r>
          </a:p>
          <a:p>
            <a:pPr marL="514350" indent="-514350">
              <a:buFont typeface="+mj-lt"/>
              <a:buAutoNum type="arabicPeriod"/>
            </a:pPr>
            <a:r>
              <a:rPr lang="zh-CN" altLang="en-US" sz="2800" b="0" dirty="0">
                <a:cs typeface="楷体_GB2312" panose="02010609030101010101" pitchFamily="49" charset="-122"/>
              </a:rPr>
              <a:t>将</a:t>
            </a:r>
            <a:r>
              <a:rPr lang="en-US" altLang="zh-CN" sz="2800" b="0" i="1" dirty="0">
                <a:cs typeface="楷体_GB2312" panose="02010609030101010101" pitchFamily="49" charset="-122"/>
              </a:rPr>
              <a:t>X</a:t>
            </a:r>
            <a:r>
              <a:rPr lang="en-US" altLang="zh-CN" sz="2800" b="0" dirty="0">
                <a:cs typeface="楷体_GB2312" panose="02010609030101010101" pitchFamily="49" charset="-122"/>
              </a:rPr>
              <a:t>(</a:t>
            </a:r>
            <a:r>
              <a:rPr lang="en-US" altLang="zh-CN" sz="2800" b="0" i="1" dirty="0">
                <a:cs typeface="楷体_GB2312" panose="02010609030101010101" pitchFamily="49" charset="-122"/>
              </a:rPr>
              <a:t>s</a:t>
            </a:r>
            <a:r>
              <a:rPr lang="en-US" altLang="zh-CN" sz="2800" b="0" dirty="0">
                <a:cs typeface="楷体_GB2312" panose="02010609030101010101" pitchFamily="49" charset="-122"/>
              </a:rPr>
              <a:t>)</a:t>
            </a:r>
            <a:r>
              <a:rPr lang="zh-CN" altLang="en-US" sz="2800" b="0" dirty="0">
                <a:cs typeface="楷体_GB2312" panose="02010609030101010101" pitchFamily="49" charset="-122"/>
              </a:rPr>
              <a:t>展开为部分分式；</a:t>
            </a:r>
            <a:endParaRPr lang="en-US" altLang="zh-CN" sz="2800" b="0" dirty="0">
              <a:cs typeface="楷体_GB2312" panose="02010609030101010101" pitchFamily="49" charset="-122"/>
            </a:endParaRPr>
          </a:p>
          <a:p>
            <a:pPr marL="514350" indent="-514350">
              <a:buFont typeface="+mj-lt"/>
              <a:buAutoNum type="arabicPeriod"/>
            </a:pPr>
            <a:r>
              <a:rPr lang="zh-CN" altLang="en-US" sz="2800" b="0" dirty="0">
                <a:cs typeface="楷体_GB2312" panose="02010609030101010101" pitchFamily="49" charset="-122"/>
              </a:rPr>
              <a:t>根据</a:t>
            </a:r>
            <a:r>
              <a:rPr lang="en-US" altLang="zh-CN" sz="2800" b="0" i="1" dirty="0">
                <a:cs typeface="楷体_GB2312" panose="02010609030101010101" pitchFamily="49" charset="-122"/>
              </a:rPr>
              <a:t>X</a:t>
            </a:r>
            <a:r>
              <a:rPr lang="en-US" altLang="zh-CN" sz="2800" b="0" dirty="0">
                <a:cs typeface="楷体_GB2312" panose="02010609030101010101" pitchFamily="49" charset="-122"/>
              </a:rPr>
              <a:t>(</a:t>
            </a:r>
            <a:r>
              <a:rPr lang="en-US" altLang="zh-CN" sz="2800" b="0" i="1" dirty="0">
                <a:cs typeface="楷体_GB2312" panose="02010609030101010101" pitchFamily="49" charset="-122"/>
              </a:rPr>
              <a:t>s</a:t>
            </a:r>
            <a:r>
              <a:rPr lang="en-US" altLang="zh-CN" sz="2800" b="0" dirty="0">
                <a:cs typeface="楷体_GB2312" panose="02010609030101010101" pitchFamily="49" charset="-122"/>
              </a:rPr>
              <a:t>)</a:t>
            </a:r>
            <a:r>
              <a:rPr lang="zh-CN" altLang="en-US" sz="2800" b="0" dirty="0">
                <a:cs typeface="楷体_GB2312" panose="02010609030101010101" pitchFamily="49" charset="-122"/>
              </a:rPr>
              <a:t>的</a:t>
            </a:r>
            <a:r>
              <a:rPr lang="en-US" altLang="zh-CN" sz="2800" b="0" dirty="0">
                <a:cs typeface="楷体_GB2312" panose="02010609030101010101" pitchFamily="49" charset="-122"/>
              </a:rPr>
              <a:t>ROC</a:t>
            </a:r>
            <a:r>
              <a:rPr lang="zh-CN" altLang="en-US" sz="2800" b="0" dirty="0">
                <a:cs typeface="楷体_GB2312" panose="02010609030101010101" pitchFamily="49" charset="-122"/>
              </a:rPr>
              <a:t>，确定每一项的</a:t>
            </a:r>
            <a:r>
              <a:rPr lang="en-US" altLang="zh-CN" sz="2800" b="0" dirty="0">
                <a:cs typeface="楷体_GB2312" panose="02010609030101010101" pitchFamily="49" charset="-122"/>
              </a:rPr>
              <a:t>ROC</a:t>
            </a:r>
            <a:r>
              <a:rPr lang="zh-CN" altLang="en-US" sz="2800" b="0" dirty="0">
                <a:cs typeface="楷体_GB2312" panose="02010609030101010101" pitchFamily="49" charset="-122"/>
              </a:rPr>
              <a:t>；</a:t>
            </a:r>
            <a:endParaRPr lang="en-US" altLang="zh-CN" sz="2800" b="0" dirty="0">
              <a:cs typeface="楷体_GB2312" panose="02010609030101010101" pitchFamily="49" charset="-122"/>
            </a:endParaRPr>
          </a:p>
          <a:p>
            <a:pPr marL="514350" indent="-514350">
              <a:buFont typeface="+mj-lt"/>
              <a:buAutoNum type="arabicPeriod"/>
            </a:pPr>
            <a:r>
              <a:rPr lang="zh-CN" altLang="en-US" sz="2800" b="0" dirty="0">
                <a:cs typeface="楷体_GB2312" panose="02010609030101010101" pitchFamily="49" charset="-122"/>
              </a:rPr>
              <a:t>利用常用信号的变换对与拉普拉斯变换的性质</a:t>
            </a:r>
            <a:r>
              <a:rPr lang="en-US" altLang="zh-CN" sz="2800" b="0" dirty="0">
                <a:cs typeface="楷体_GB2312" panose="02010609030101010101" pitchFamily="49" charset="-122"/>
              </a:rPr>
              <a:t>, </a:t>
            </a:r>
            <a:r>
              <a:rPr lang="zh-CN" altLang="en-US" sz="2800" b="0" dirty="0">
                <a:cs typeface="楷体_GB2312" panose="02010609030101010101" pitchFamily="49" charset="-122"/>
              </a:rPr>
              <a:t>对每一项进行反变换。</a:t>
            </a:r>
          </a:p>
        </p:txBody>
      </p:sp>
      <p:sp>
        <p:nvSpPr>
          <p:cNvPr id="4" name="灯片编号占位符 3">
            <a:extLst>
              <a:ext uri="{FF2B5EF4-FFF2-40B4-BE49-F238E27FC236}">
                <a16:creationId xmlns:a16="http://schemas.microsoft.com/office/drawing/2014/main" id="{884F5CE9-7D1B-4AE1-87AB-28235455844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7FC605-9CFE-43EB-902D-9A0C5365284D}" type="slidenum">
              <a:rPr lang="zh-CN" altLang="en-US">
                <a:solidFill>
                  <a:srgbClr val="898989"/>
                </a:solidFill>
                <a:latin typeface="Calibri" panose="020F0502020204030204" pitchFamily="34" charset="0"/>
              </a:rPr>
              <a:pPr eaLnBrk="1" hangingPunct="1"/>
              <a:t>22</a:t>
            </a:fld>
            <a:endParaRPr lang="zh-CN" altLang="en-US">
              <a:solidFill>
                <a:srgbClr val="898989"/>
              </a:solidFill>
              <a:latin typeface="Calibri" panose="020F0502020204030204" pitchFamily="34" charset="0"/>
            </a:endParaRPr>
          </a:p>
        </p:txBody>
      </p:sp>
      <p:grpSp>
        <p:nvGrpSpPr>
          <p:cNvPr id="2" name="Group 2">
            <a:extLst>
              <a:ext uri="{FF2B5EF4-FFF2-40B4-BE49-F238E27FC236}">
                <a16:creationId xmlns:a16="http://schemas.microsoft.com/office/drawing/2014/main" id="{5C037240-8987-4DBA-A903-9D897EF60D5C}"/>
              </a:ext>
            </a:extLst>
          </p:cNvPr>
          <p:cNvGrpSpPr>
            <a:grpSpLocks/>
          </p:cNvGrpSpPr>
          <p:nvPr/>
        </p:nvGrpSpPr>
        <p:grpSpPr bwMode="auto">
          <a:xfrm>
            <a:off x="1709656" y="5705304"/>
            <a:ext cx="3490913" cy="519113"/>
            <a:chOff x="912" y="1696"/>
            <a:chExt cx="2199" cy="327"/>
          </a:xfrm>
        </p:grpSpPr>
        <p:graphicFrame>
          <p:nvGraphicFramePr>
            <p:cNvPr id="27651" name="Object 2">
              <a:extLst>
                <a:ext uri="{FF2B5EF4-FFF2-40B4-BE49-F238E27FC236}">
                  <a16:creationId xmlns:a16="http://schemas.microsoft.com/office/drawing/2014/main" id="{3BA7F82D-5CF1-47F9-8495-7364B4F6C613}"/>
                </a:ext>
              </a:extLst>
            </p:cNvPr>
            <p:cNvGraphicFramePr>
              <a:graphicFrameLocks noChangeAspect="1"/>
            </p:cNvGraphicFramePr>
            <p:nvPr>
              <p:extLst>
                <p:ext uri="{D42A27DB-BD31-4B8C-83A1-F6EECF244321}">
                  <p14:modId xmlns:p14="http://schemas.microsoft.com/office/powerpoint/2010/main" val="1804675553"/>
                </p:ext>
              </p:extLst>
            </p:nvPr>
          </p:nvGraphicFramePr>
          <p:xfrm>
            <a:off x="1623" y="1716"/>
            <a:ext cx="1488" cy="307"/>
          </p:xfrm>
          <a:graphic>
            <a:graphicData uri="http://schemas.openxmlformats.org/presentationml/2006/ole">
              <mc:AlternateContent xmlns:mc="http://schemas.openxmlformats.org/markup-compatibility/2006">
                <mc:Choice xmlns:v="urn:schemas-microsoft-com:vml" Requires="v">
                  <p:oleObj spid="_x0000_s9428" name="Equation" r:id="rId3" imgW="990360" imgH="203040" progId="Equation.DSMT4">
                    <p:embed/>
                  </p:oleObj>
                </mc:Choice>
                <mc:Fallback>
                  <p:oleObj name="Equation" r:id="rId3" imgW="990360" imgH="2030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3" y="1716"/>
                          <a:ext cx="1488"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9" name="Text Box 4">
              <a:extLst>
                <a:ext uri="{FF2B5EF4-FFF2-40B4-BE49-F238E27FC236}">
                  <a16:creationId xmlns:a16="http://schemas.microsoft.com/office/drawing/2014/main" id="{73177013-ED07-4371-B752-E72C2FA63DF2}"/>
                </a:ext>
              </a:extLst>
            </p:cNvPr>
            <p:cNvSpPr txBox="1">
              <a:spLocks noChangeArrowheads="1"/>
            </p:cNvSpPr>
            <p:nvPr/>
          </p:nvSpPr>
          <p:spPr bwMode="auto">
            <a:xfrm>
              <a:off x="912" y="1696"/>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华文楷体" panose="02010600040101010101" pitchFamily="2" charset="-122"/>
                  <a:cs typeface="楷体_GB2312" panose="02010609030101010101" pitchFamily="49" charset="-122"/>
                </a:rPr>
                <a:t>极点：</a:t>
              </a:r>
            </a:p>
          </p:txBody>
        </p:sp>
      </p:grpSp>
      <p:grpSp>
        <p:nvGrpSpPr>
          <p:cNvPr id="5" name="Group 5">
            <a:extLst>
              <a:ext uri="{FF2B5EF4-FFF2-40B4-BE49-F238E27FC236}">
                <a16:creationId xmlns:a16="http://schemas.microsoft.com/office/drawing/2014/main" id="{261A38E2-5C3A-4CA8-8ABB-6BFAF3DE0D9D}"/>
              </a:ext>
            </a:extLst>
          </p:cNvPr>
          <p:cNvGrpSpPr>
            <a:grpSpLocks/>
          </p:cNvGrpSpPr>
          <p:nvPr/>
        </p:nvGrpSpPr>
        <p:grpSpPr bwMode="auto">
          <a:xfrm>
            <a:off x="785813" y="3906838"/>
            <a:ext cx="7945437" cy="1628775"/>
            <a:chOff x="624" y="501"/>
            <a:chExt cx="5005" cy="1026"/>
          </a:xfrm>
        </p:grpSpPr>
        <p:sp>
          <p:nvSpPr>
            <p:cNvPr id="27657" name="Text Box 6">
              <a:extLst>
                <a:ext uri="{FF2B5EF4-FFF2-40B4-BE49-F238E27FC236}">
                  <a16:creationId xmlns:a16="http://schemas.microsoft.com/office/drawing/2014/main" id="{CC30FC99-9ECC-4698-ABDB-7C55FAF5585A}"/>
                </a:ext>
              </a:extLst>
            </p:cNvPr>
            <p:cNvSpPr txBox="1">
              <a:spLocks noChangeArrowheads="1"/>
            </p:cNvSpPr>
            <p:nvPr/>
          </p:nvSpPr>
          <p:spPr bwMode="auto">
            <a:xfrm>
              <a:off x="1213" y="1200"/>
              <a:ext cx="44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确定其可能的收敛域及所对应信号。</a:t>
              </a:r>
            </a:p>
          </p:txBody>
        </p:sp>
        <p:graphicFrame>
          <p:nvGraphicFramePr>
            <p:cNvPr id="27650" name="Object 3">
              <a:extLst>
                <a:ext uri="{FF2B5EF4-FFF2-40B4-BE49-F238E27FC236}">
                  <a16:creationId xmlns:a16="http://schemas.microsoft.com/office/drawing/2014/main" id="{824C7359-CFDA-4E77-83F5-E0C080E71352}"/>
                </a:ext>
              </a:extLst>
            </p:cNvPr>
            <p:cNvGraphicFramePr>
              <a:graphicFrameLocks noChangeAspect="1"/>
            </p:cNvGraphicFramePr>
            <p:nvPr/>
          </p:nvGraphicFramePr>
          <p:xfrm>
            <a:off x="1254" y="501"/>
            <a:ext cx="2262" cy="634"/>
          </p:xfrm>
          <a:graphic>
            <a:graphicData uri="http://schemas.openxmlformats.org/presentationml/2006/ole">
              <mc:AlternateContent xmlns:mc="http://schemas.openxmlformats.org/markup-compatibility/2006">
                <mc:Choice xmlns:v="urn:schemas-microsoft-com:vml" Requires="v">
                  <p:oleObj spid="_x0000_s9429" name="Equation" r:id="rId5" imgW="1269720" imgH="419040" progId="Equation.DSMT4">
                    <p:embed/>
                  </p:oleObj>
                </mc:Choice>
                <mc:Fallback>
                  <p:oleObj name="Equation" r:id="rId5" imgW="1269720" imgH="4190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4" y="501"/>
                          <a:ext cx="2262"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8" name="Rectangle 8">
              <a:extLst>
                <a:ext uri="{FF2B5EF4-FFF2-40B4-BE49-F238E27FC236}">
                  <a16:creationId xmlns:a16="http://schemas.microsoft.com/office/drawing/2014/main" id="{FB774CC8-286D-4538-912B-3849D2B64B96}"/>
                </a:ext>
              </a:extLst>
            </p:cNvPr>
            <p:cNvSpPr>
              <a:spLocks noChangeArrowheads="1"/>
            </p:cNvSpPr>
            <p:nvPr/>
          </p:nvSpPr>
          <p:spPr bwMode="auto">
            <a:xfrm>
              <a:off x="624" y="624"/>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a:t>
              </a:r>
              <a:r>
                <a:rPr lang="en-US" altLang="zh-CN"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8" name="标题 1">
            <a:extLst>
              <a:ext uri="{FF2B5EF4-FFF2-40B4-BE49-F238E27FC236}">
                <a16:creationId xmlns:a16="http://schemas.microsoft.com/office/drawing/2014/main" id="{5372B236-CC08-466E-B7FD-874B1B5A3C9F}"/>
              </a:ext>
            </a:extLst>
          </p:cNvPr>
          <p:cNvSpPr>
            <a:spLocks noGrp="1"/>
          </p:cNvSpPr>
          <p:nvPr>
            <p:ph type="title"/>
          </p:nvPr>
        </p:nvSpPr>
        <p:spPr/>
        <p:txBody>
          <a:bodyPr/>
          <a:lstStyle/>
          <a:p>
            <a:r>
              <a:rPr lang="en-US" altLang="zh-CN"/>
              <a:t>9.3 </a:t>
            </a:r>
            <a:r>
              <a:rPr lang="zh-CN" altLang="en-US"/>
              <a:t>拉普拉斯反变换</a:t>
            </a:r>
          </a:p>
        </p:txBody>
      </p:sp>
      <p:sp>
        <p:nvSpPr>
          <p:cNvPr id="4" name="灯片编号占位符 3">
            <a:extLst>
              <a:ext uri="{FF2B5EF4-FFF2-40B4-BE49-F238E27FC236}">
                <a16:creationId xmlns:a16="http://schemas.microsoft.com/office/drawing/2014/main" id="{3587BED1-5C9C-46EE-ADB2-84EBF171959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AA1AC9-7E76-4B35-AA9A-213F23201B7E}" type="slidenum">
              <a:rPr lang="zh-CN" altLang="en-US">
                <a:solidFill>
                  <a:srgbClr val="898989"/>
                </a:solidFill>
                <a:latin typeface="Calibri" panose="020F0502020204030204" pitchFamily="34" charset="0"/>
              </a:rPr>
              <a:pPr eaLnBrk="1" hangingPunct="1"/>
              <a:t>23</a:t>
            </a:fld>
            <a:endParaRPr lang="zh-CN" altLang="en-US">
              <a:solidFill>
                <a:srgbClr val="898989"/>
              </a:solidFill>
              <a:latin typeface="Calibri" panose="020F0502020204030204" pitchFamily="34" charset="0"/>
            </a:endParaRPr>
          </a:p>
        </p:txBody>
      </p:sp>
      <p:grpSp>
        <p:nvGrpSpPr>
          <p:cNvPr id="28690" name="Group 9">
            <a:extLst>
              <a:ext uri="{FF2B5EF4-FFF2-40B4-BE49-F238E27FC236}">
                <a16:creationId xmlns:a16="http://schemas.microsoft.com/office/drawing/2014/main" id="{49261E9F-44FA-4795-A3F8-E0C8D7E98B86}"/>
              </a:ext>
            </a:extLst>
          </p:cNvPr>
          <p:cNvGrpSpPr>
            <a:grpSpLocks/>
          </p:cNvGrpSpPr>
          <p:nvPr/>
        </p:nvGrpSpPr>
        <p:grpSpPr bwMode="auto">
          <a:xfrm>
            <a:off x="857250" y="1513359"/>
            <a:ext cx="2112963" cy="2155825"/>
            <a:chOff x="576" y="2208"/>
            <a:chExt cx="1331" cy="1358"/>
          </a:xfrm>
        </p:grpSpPr>
        <p:sp>
          <p:nvSpPr>
            <p:cNvPr id="28717" name="Rectangle 10">
              <a:extLst>
                <a:ext uri="{FF2B5EF4-FFF2-40B4-BE49-F238E27FC236}">
                  <a16:creationId xmlns:a16="http://schemas.microsoft.com/office/drawing/2014/main" id="{6A923CAF-3EC9-43DE-9C96-B9450A5AC246}"/>
                </a:ext>
              </a:extLst>
            </p:cNvPr>
            <p:cNvSpPr>
              <a:spLocks noChangeArrowheads="1"/>
            </p:cNvSpPr>
            <p:nvPr/>
          </p:nvSpPr>
          <p:spPr bwMode="auto">
            <a:xfrm>
              <a:off x="1220" y="2352"/>
              <a:ext cx="576" cy="1152"/>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grpSp>
          <p:nvGrpSpPr>
            <p:cNvPr id="28718" name="Group 12">
              <a:extLst>
                <a:ext uri="{FF2B5EF4-FFF2-40B4-BE49-F238E27FC236}">
                  <a16:creationId xmlns:a16="http://schemas.microsoft.com/office/drawing/2014/main" id="{6D435A54-30FC-46EB-986D-BA77C601BC92}"/>
                </a:ext>
              </a:extLst>
            </p:cNvPr>
            <p:cNvGrpSpPr>
              <a:grpSpLocks/>
            </p:cNvGrpSpPr>
            <p:nvPr/>
          </p:nvGrpSpPr>
          <p:grpSpPr bwMode="auto">
            <a:xfrm>
              <a:off x="576" y="2208"/>
              <a:ext cx="1331" cy="1358"/>
              <a:chOff x="367" y="2044"/>
              <a:chExt cx="1331" cy="1358"/>
            </a:xfrm>
          </p:grpSpPr>
          <p:sp>
            <p:nvSpPr>
              <p:cNvPr id="28719" name="Line 13">
                <a:extLst>
                  <a:ext uri="{FF2B5EF4-FFF2-40B4-BE49-F238E27FC236}">
                    <a16:creationId xmlns:a16="http://schemas.microsoft.com/office/drawing/2014/main" id="{D05B03B4-80EE-48CD-AAD1-3A68E2CA51E3}"/>
                  </a:ext>
                </a:extLst>
              </p:cNvPr>
              <p:cNvSpPr>
                <a:spLocks noChangeShapeType="1"/>
              </p:cNvSpPr>
              <p:nvPr/>
            </p:nvSpPr>
            <p:spPr bwMode="auto">
              <a:xfrm>
                <a:off x="367" y="2767"/>
                <a:ext cx="133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20" name="Line 14">
                <a:extLst>
                  <a:ext uri="{FF2B5EF4-FFF2-40B4-BE49-F238E27FC236}">
                    <a16:creationId xmlns:a16="http://schemas.microsoft.com/office/drawing/2014/main" id="{F5A4A5A7-D048-4C45-B8FD-B8487422CA78}"/>
                  </a:ext>
                </a:extLst>
              </p:cNvPr>
              <p:cNvSpPr>
                <a:spLocks noChangeShapeType="1"/>
              </p:cNvSpPr>
              <p:nvPr/>
            </p:nvSpPr>
            <p:spPr bwMode="auto">
              <a:xfrm flipV="1">
                <a:off x="1237" y="2071"/>
                <a:ext cx="0" cy="133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8684" name="Object 2">
                <a:extLst>
                  <a:ext uri="{FF2B5EF4-FFF2-40B4-BE49-F238E27FC236}">
                    <a16:creationId xmlns:a16="http://schemas.microsoft.com/office/drawing/2014/main" id="{F5F2D3A5-17D6-41A9-8B0E-7E6C99789DB8}"/>
                  </a:ext>
                </a:extLst>
              </p:cNvPr>
              <p:cNvGraphicFramePr>
                <a:graphicFrameLocks noChangeAspect="1"/>
              </p:cNvGraphicFramePr>
              <p:nvPr/>
            </p:nvGraphicFramePr>
            <p:xfrm>
              <a:off x="877" y="2832"/>
              <a:ext cx="227" cy="164"/>
            </p:xfrm>
            <a:graphic>
              <a:graphicData uri="http://schemas.openxmlformats.org/presentationml/2006/ole">
                <mc:AlternateContent xmlns:mc="http://schemas.openxmlformats.org/markup-compatibility/2006">
                  <mc:Choice xmlns:v="urn:schemas-microsoft-com:vml" Requires="v">
                    <p:oleObj spid="_x0000_s49600" name="Equation" r:id="rId3" imgW="507960" imgH="368280" progId="Equation.3">
                      <p:embed/>
                    </p:oleObj>
                  </mc:Choice>
                  <mc:Fallback>
                    <p:oleObj name="Equation" r:id="rId3" imgW="507960" imgH="3682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 y="2832"/>
                            <a:ext cx="227"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5" name="Object 3">
                <a:extLst>
                  <a:ext uri="{FF2B5EF4-FFF2-40B4-BE49-F238E27FC236}">
                    <a16:creationId xmlns:a16="http://schemas.microsoft.com/office/drawing/2014/main" id="{F413B084-BDD0-418F-B79C-48749B01AC04}"/>
                  </a:ext>
                </a:extLst>
              </p:cNvPr>
              <p:cNvGraphicFramePr>
                <a:graphicFrameLocks noChangeAspect="1"/>
              </p:cNvGraphicFramePr>
              <p:nvPr/>
            </p:nvGraphicFramePr>
            <p:xfrm>
              <a:off x="530" y="2821"/>
              <a:ext cx="260" cy="164"/>
            </p:xfrm>
            <a:graphic>
              <a:graphicData uri="http://schemas.openxmlformats.org/presentationml/2006/ole">
                <mc:AlternateContent xmlns:mc="http://schemas.openxmlformats.org/markup-compatibility/2006">
                  <mc:Choice xmlns:v="urn:schemas-microsoft-com:vml" Requires="v">
                    <p:oleObj spid="_x0000_s49601" name="Equation" r:id="rId5" imgW="583920" imgH="368280" progId="Equation.3">
                      <p:embed/>
                    </p:oleObj>
                  </mc:Choice>
                  <mc:Fallback>
                    <p:oleObj name="Equation" r:id="rId5" imgW="583920" imgH="3682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 y="2821"/>
                            <a:ext cx="26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721" name="Group 17">
                <a:extLst>
                  <a:ext uri="{FF2B5EF4-FFF2-40B4-BE49-F238E27FC236}">
                    <a16:creationId xmlns:a16="http://schemas.microsoft.com/office/drawing/2014/main" id="{2E6DB97A-11B1-4D0B-90D7-B991CBE6F5CF}"/>
                  </a:ext>
                </a:extLst>
              </p:cNvPr>
              <p:cNvGrpSpPr>
                <a:grpSpLocks/>
              </p:cNvGrpSpPr>
              <p:nvPr/>
            </p:nvGrpSpPr>
            <p:grpSpPr bwMode="auto">
              <a:xfrm>
                <a:off x="702" y="2726"/>
                <a:ext cx="88" cy="88"/>
                <a:chOff x="4276" y="2159"/>
                <a:chExt cx="88" cy="88"/>
              </a:xfrm>
            </p:grpSpPr>
            <p:sp>
              <p:nvSpPr>
                <p:cNvPr id="28725" name="Line 18">
                  <a:extLst>
                    <a:ext uri="{FF2B5EF4-FFF2-40B4-BE49-F238E27FC236}">
                      <a16:creationId xmlns:a16="http://schemas.microsoft.com/office/drawing/2014/main" id="{88879103-6A50-405D-B828-B0AB8C81F31C}"/>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26" name="Line 19">
                  <a:extLst>
                    <a:ext uri="{FF2B5EF4-FFF2-40B4-BE49-F238E27FC236}">
                      <a16:creationId xmlns:a16="http://schemas.microsoft.com/office/drawing/2014/main" id="{51EA58D1-D807-475D-A523-F216099BF34D}"/>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28722" name="Group 20">
                <a:extLst>
                  <a:ext uri="{FF2B5EF4-FFF2-40B4-BE49-F238E27FC236}">
                    <a16:creationId xmlns:a16="http://schemas.microsoft.com/office/drawing/2014/main" id="{BC59D7E2-9611-4110-BAC5-F5B2188A9EA7}"/>
                  </a:ext>
                </a:extLst>
              </p:cNvPr>
              <p:cNvGrpSpPr>
                <a:grpSpLocks/>
              </p:cNvGrpSpPr>
              <p:nvPr/>
            </p:nvGrpSpPr>
            <p:grpSpPr bwMode="auto">
              <a:xfrm>
                <a:off x="958" y="2726"/>
                <a:ext cx="88" cy="88"/>
                <a:chOff x="4276" y="2159"/>
                <a:chExt cx="88" cy="88"/>
              </a:xfrm>
            </p:grpSpPr>
            <p:sp>
              <p:nvSpPr>
                <p:cNvPr id="28723" name="Line 21">
                  <a:extLst>
                    <a:ext uri="{FF2B5EF4-FFF2-40B4-BE49-F238E27FC236}">
                      <a16:creationId xmlns:a16="http://schemas.microsoft.com/office/drawing/2014/main" id="{84B9AAA3-983A-43AC-A808-83310D7DF274}"/>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24" name="Line 22">
                  <a:extLst>
                    <a:ext uri="{FF2B5EF4-FFF2-40B4-BE49-F238E27FC236}">
                      <a16:creationId xmlns:a16="http://schemas.microsoft.com/office/drawing/2014/main" id="{53A1149F-373A-47EE-ACAC-385043859BD8}"/>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8686" name="Object 4">
                <a:extLst>
                  <a:ext uri="{FF2B5EF4-FFF2-40B4-BE49-F238E27FC236}">
                    <a16:creationId xmlns:a16="http://schemas.microsoft.com/office/drawing/2014/main" id="{C0954A24-1BF5-4DE3-AA2E-4063E74FFF26}"/>
                  </a:ext>
                </a:extLst>
              </p:cNvPr>
              <p:cNvGraphicFramePr>
                <a:graphicFrameLocks noChangeAspect="1"/>
              </p:cNvGraphicFramePr>
              <p:nvPr/>
            </p:nvGraphicFramePr>
            <p:xfrm>
              <a:off x="1440" y="2592"/>
              <a:ext cx="192" cy="176"/>
            </p:xfrm>
            <a:graphic>
              <a:graphicData uri="http://schemas.openxmlformats.org/presentationml/2006/ole">
                <mc:AlternateContent xmlns:mc="http://schemas.openxmlformats.org/markup-compatibility/2006">
                  <mc:Choice xmlns:v="urn:schemas-microsoft-com:vml" Requires="v">
                    <p:oleObj spid="_x0000_s49602" name="Equation" r:id="rId7" imgW="152280" imgH="139680" progId="Equation.DSMT4">
                      <p:embed/>
                    </p:oleObj>
                  </mc:Choice>
                  <mc:Fallback>
                    <p:oleObj name="Equation" r:id="rId7" imgW="152280" imgH="1396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 y="2592"/>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7" name="Object 5">
                <a:extLst>
                  <a:ext uri="{FF2B5EF4-FFF2-40B4-BE49-F238E27FC236}">
                    <a16:creationId xmlns:a16="http://schemas.microsoft.com/office/drawing/2014/main" id="{F06D0B25-67CB-4156-81F5-D909668F4B89}"/>
                  </a:ext>
                </a:extLst>
              </p:cNvPr>
              <p:cNvGraphicFramePr>
                <a:graphicFrameLocks noChangeAspect="1"/>
              </p:cNvGraphicFramePr>
              <p:nvPr/>
            </p:nvGraphicFramePr>
            <p:xfrm>
              <a:off x="1226" y="2044"/>
              <a:ext cx="336" cy="280"/>
            </p:xfrm>
            <a:graphic>
              <a:graphicData uri="http://schemas.openxmlformats.org/presentationml/2006/ole">
                <mc:AlternateContent xmlns:mc="http://schemas.openxmlformats.org/markup-compatibility/2006">
                  <mc:Choice xmlns:v="urn:schemas-microsoft-com:vml" Requires="v">
                    <p:oleObj spid="_x0000_s49603" name="Equation" r:id="rId9" imgW="228600" imgH="190440" progId="Equation.DSMT4">
                      <p:embed/>
                    </p:oleObj>
                  </mc:Choice>
                  <mc:Fallback>
                    <p:oleObj name="Equation" r:id="rId9" imgW="228600" imgH="19044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26" y="2044"/>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7" name="Group 25">
            <a:extLst>
              <a:ext uri="{FF2B5EF4-FFF2-40B4-BE49-F238E27FC236}">
                <a16:creationId xmlns:a16="http://schemas.microsoft.com/office/drawing/2014/main" id="{DD12F8B6-2E85-4FA9-9378-14D103A7A6B2}"/>
              </a:ext>
            </a:extLst>
          </p:cNvPr>
          <p:cNvGrpSpPr>
            <a:grpSpLocks/>
          </p:cNvGrpSpPr>
          <p:nvPr/>
        </p:nvGrpSpPr>
        <p:grpSpPr bwMode="auto">
          <a:xfrm>
            <a:off x="3600450" y="1500659"/>
            <a:ext cx="2112963" cy="2155825"/>
            <a:chOff x="2304" y="2200"/>
            <a:chExt cx="1331" cy="1358"/>
          </a:xfrm>
        </p:grpSpPr>
        <p:sp>
          <p:nvSpPr>
            <p:cNvPr id="28707" name="Rectangle 26">
              <a:extLst>
                <a:ext uri="{FF2B5EF4-FFF2-40B4-BE49-F238E27FC236}">
                  <a16:creationId xmlns:a16="http://schemas.microsoft.com/office/drawing/2014/main" id="{A8E2AAC0-71C5-4F5C-8951-6B0C0B58A3CF}"/>
                </a:ext>
              </a:extLst>
            </p:cNvPr>
            <p:cNvSpPr>
              <a:spLocks noChangeArrowheads="1"/>
            </p:cNvSpPr>
            <p:nvPr/>
          </p:nvSpPr>
          <p:spPr bwMode="auto">
            <a:xfrm>
              <a:off x="2304" y="2342"/>
              <a:ext cx="384" cy="1180"/>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grpSp>
          <p:nvGrpSpPr>
            <p:cNvPr id="28708" name="Group 28">
              <a:extLst>
                <a:ext uri="{FF2B5EF4-FFF2-40B4-BE49-F238E27FC236}">
                  <a16:creationId xmlns:a16="http://schemas.microsoft.com/office/drawing/2014/main" id="{F78792F9-E8CF-4631-8527-334180DE7BA5}"/>
                </a:ext>
              </a:extLst>
            </p:cNvPr>
            <p:cNvGrpSpPr>
              <a:grpSpLocks/>
            </p:cNvGrpSpPr>
            <p:nvPr/>
          </p:nvGrpSpPr>
          <p:grpSpPr bwMode="auto">
            <a:xfrm>
              <a:off x="2304" y="2200"/>
              <a:ext cx="1331" cy="1358"/>
              <a:chOff x="367" y="2044"/>
              <a:chExt cx="1331" cy="1358"/>
            </a:xfrm>
          </p:grpSpPr>
          <p:sp>
            <p:nvSpPr>
              <p:cNvPr id="28709" name="Line 29">
                <a:extLst>
                  <a:ext uri="{FF2B5EF4-FFF2-40B4-BE49-F238E27FC236}">
                    <a16:creationId xmlns:a16="http://schemas.microsoft.com/office/drawing/2014/main" id="{4E613B8C-0C1E-420B-9126-D24C2D9F87BD}"/>
                  </a:ext>
                </a:extLst>
              </p:cNvPr>
              <p:cNvSpPr>
                <a:spLocks noChangeShapeType="1"/>
              </p:cNvSpPr>
              <p:nvPr/>
            </p:nvSpPr>
            <p:spPr bwMode="auto">
              <a:xfrm>
                <a:off x="367" y="2767"/>
                <a:ext cx="133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10" name="Line 30">
                <a:extLst>
                  <a:ext uri="{FF2B5EF4-FFF2-40B4-BE49-F238E27FC236}">
                    <a16:creationId xmlns:a16="http://schemas.microsoft.com/office/drawing/2014/main" id="{07AD5667-521F-4B22-B2EB-D4127AC65DCC}"/>
                  </a:ext>
                </a:extLst>
              </p:cNvPr>
              <p:cNvSpPr>
                <a:spLocks noChangeShapeType="1"/>
              </p:cNvSpPr>
              <p:nvPr/>
            </p:nvSpPr>
            <p:spPr bwMode="auto">
              <a:xfrm flipV="1">
                <a:off x="1237" y="2071"/>
                <a:ext cx="0" cy="133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8680" name="Object 6">
                <a:extLst>
                  <a:ext uri="{FF2B5EF4-FFF2-40B4-BE49-F238E27FC236}">
                    <a16:creationId xmlns:a16="http://schemas.microsoft.com/office/drawing/2014/main" id="{83A1B19F-0152-476F-9E9E-7CE1FBF061D9}"/>
                  </a:ext>
                </a:extLst>
              </p:cNvPr>
              <p:cNvGraphicFramePr>
                <a:graphicFrameLocks noChangeAspect="1"/>
              </p:cNvGraphicFramePr>
              <p:nvPr/>
            </p:nvGraphicFramePr>
            <p:xfrm>
              <a:off x="877" y="2832"/>
              <a:ext cx="227" cy="164"/>
            </p:xfrm>
            <a:graphic>
              <a:graphicData uri="http://schemas.openxmlformats.org/presentationml/2006/ole">
                <mc:AlternateContent xmlns:mc="http://schemas.openxmlformats.org/markup-compatibility/2006">
                  <mc:Choice xmlns:v="urn:schemas-microsoft-com:vml" Requires="v">
                    <p:oleObj spid="_x0000_s49604" name="Equation" r:id="rId11" imgW="507960" imgH="368280" progId="Equation.3">
                      <p:embed/>
                    </p:oleObj>
                  </mc:Choice>
                  <mc:Fallback>
                    <p:oleObj name="Equation" r:id="rId11" imgW="507960" imgH="36828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 y="2832"/>
                            <a:ext cx="227"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1" name="Object 7">
                <a:extLst>
                  <a:ext uri="{FF2B5EF4-FFF2-40B4-BE49-F238E27FC236}">
                    <a16:creationId xmlns:a16="http://schemas.microsoft.com/office/drawing/2014/main" id="{4434126D-CEA6-4BEB-A2AD-E73263AFD754}"/>
                  </a:ext>
                </a:extLst>
              </p:cNvPr>
              <p:cNvGraphicFramePr>
                <a:graphicFrameLocks noChangeAspect="1"/>
              </p:cNvGraphicFramePr>
              <p:nvPr/>
            </p:nvGraphicFramePr>
            <p:xfrm>
              <a:off x="530" y="2821"/>
              <a:ext cx="260" cy="164"/>
            </p:xfrm>
            <a:graphic>
              <a:graphicData uri="http://schemas.openxmlformats.org/presentationml/2006/ole">
                <mc:AlternateContent xmlns:mc="http://schemas.openxmlformats.org/markup-compatibility/2006">
                  <mc:Choice xmlns:v="urn:schemas-microsoft-com:vml" Requires="v">
                    <p:oleObj spid="_x0000_s49605" name="Equation" r:id="rId12" imgW="583920" imgH="368280" progId="Equation.3">
                      <p:embed/>
                    </p:oleObj>
                  </mc:Choice>
                  <mc:Fallback>
                    <p:oleObj name="Equation" r:id="rId12" imgW="583920" imgH="3682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 y="2821"/>
                            <a:ext cx="26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711" name="Group 33">
                <a:extLst>
                  <a:ext uri="{FF2B5EF4-FFF2-40B4-BE49-F238E27FC236}">
                    <a16:creationId xmlns:a16="http://schemas.microsoft.com/office/drawing/2014/main" id="{F8F3AAEA-1078-42B3-8E25-DCAEC054FCC4}"/>
                  </a:ext>
                </a:extLst>
              </p:cNvPr>
              <p:cNvGrpSpPr>
                <a:grpSpLocks/>
              </p:cNvGrpSpPr>
              <p:nvPr/>
            </p:nvGrpSpPr>
            <p:grpSpPr bwMode="auto">
              <a:xfrm>
                <a:off x="702" y="2726"/>
                <a:ext cx="88" cy="88"/>
                <a:chOff x="4276" y="2159"/>
                <a:chExt cx="88" cy="88"/>
              </a:xfrm>
            </p:grpSpPr>
            <p:sp>
              <p:nvSpPr>
                <p:cNvPr id="28715" name="Line 34">
                  <a:extLst>
                    <a:ext uri="{FF2B5EF4-FFF2-40B4-BE49-F238E27FC236}">
                      <a16:creationId xmlns:a16="http://schemas.microsoft.com/office/drawing/2014/main" id="{1679C0A1-62DF-437A-BCCA-3050CE56D5BA}"/>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16" name="Line 35">
                  <a:extLst>
                    <a:ext uri="{FF2B5EF4-FFF2-40B4-BE49-F238E27FC236}">
                      <a16:creationId xmlns:a16="http://schemas.microsoft.com/office/drawing/2014/main" id="{5972DEEF-23CA-45F0-8AAA-FBD6B5D2A580}"/>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28712" name="Group 36">
                <a:extLst>
                  <a:ext uri="{FF2B5EF4-FFF2-40B4-BE49-F238E27FC236}">
                    <a16:creationId xmlns:a16="http://schemas.microsoft.com/office/drawing/2014/main" id="{2F302FFC-25B8-463C-87E8-02FAEDB8F4E0}"/>
                  </a:ext>
                </a:extLst>
              </p:cNvPr>
              <p:cNvGrpSpPr>
                <a:grpSpLocks/>
              </p:cNvGrpSpPr>
              <p:nvPr/>
            </p:nvGrpSpPr>
            <p:grpSpPr bwMode="auto">
              <a:xfrm>
                <a:off x="958" y="2726"/>
                <a:ext cx="88" cy="88"/>
                <a:chOff x="4276" y="2159"/>
                <a:chExt cx="88" cy="88"/>
              </a:xfrm>
            </p:grpSpPr>
            <p:sp>
              <p:nvSpPr>
                <p:cNvPr id="28713" name="Line 37">
                  <a:extLst>
                    <a:ext uri="{FF2B5EF4-FFF2-40B4-BE49-F238E27FC236}">
                      <a16:creationId xmlns:a16="http://schemas.microsoft.com/office/drawing/2014/main" id="{B149A622-722D-4F80-A553-55FB33A4FA42}"/>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14" name="Line 38">
                  <a:extLst>
                    <a:ext uri="{FF2B5EF4-FFF2-40B4-BE49-F238E27FC236}">
                      <a16:creationId xmlns:a16="http://schemas.microsoft.com/office/drawing/2014/main" id="{F88274E7-1B41-4B40-B764-E525D33A3AB5}"/>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8682" name="Object 8">
                <a:extLst>
                  <a:ext uri="{FF2B5EF4-FFF2-40B4-BE49-F238E27FC236}">
                    <a16:creationId xmlns:a16="http://schemas.microsoft.com/office/drawing/2014/main" id="{B15145A7-DD59-4B0E-B7B6-02F4CAEA346A}"/>
                  </a:ext>
                </a:extLst>
              </p:cNvPr>
              <p:cNvGraphicFramePr>
                <a:graphicFrameLocks noChangeAspect="1"/>
              </p:cNvGraphicFramePr>
              <p:nvPr/>
            </p:nvGraphicFramePr>
            <p:xfrm>
              <a:off x="1440" y="2592"/>
              <a:ext cx="192" cy="176"/>
            </p:xfrm>
            <a:graphic>
              <a:graphicData uri="http://schemas.openxmlformats.org/presentationml/2006/ole">
                <mc:AlternateContent xmlns:mc="http://schemas.openxmlformats.org/markup-compatibility/2006">
                  <mc:Choice xmlns:v="urn:schemas-microsoft-com:vml" Requires="v">
                    <p:oleObj spid="_x0000_s49606" name="Equation" r:id="rId13" imgW="152280" imgH="139680" progId="Equation.DSMT4">
                      <p:embed/>
                    </p:oleObj>
                  </mc:Choice>
                  <mc:Fallback>
                    <p:oleObj name="Equation" r:id="rId13" imgW="152280" imgH="13968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 y="2592"/>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83" name="Object 9">
                <a:extLst>
                  <a:ext uri="{FF2B5EF4-FFF2-40B4-BE49-F238E27FC236}">
                    <a16:creationId xmlns:a16="http://schemas.microsoft.com/office/drawing/2014/main" id="{5BE075D9-2BE0-4DA5-B8AA-FCD72E9FF4A5}"/>
                  </a:ext>
                </a:extLst>
              </p:cNvPr>
              <p:cNvGraphicFramePr>
                <a:graphicFrameLocks noChangeAspect="1"/>
              </p:cNvGraphicFramePr>
              <p:nvPr/>
            </p:nvGraphicFramePr>
            <p:xfrm>
              <a:off x="1226" y="2044"/>
              <a:ext cx="336" cy="280"/>
            </p:xfrm>
            <a:graphic>
              <a:graphicData uri="http://schemas.openxmlformats.org/presentationml/2006/ole">
                <mc:AlternateContent xmlns:mc="http://schemas.openxmlformats.org/markup-compatibility/2006">
                  <mc:Choice xmlns:v="urn:schemas-microsoft-com:vml" Requires="v">
                    <p:oleObj spid="_x0000_s49607" name="Equation" r:id="rId14" imgW="228600" imgH="190440" progId="Equation.DSMT4">
                      <p:embed/>
                    </p:oleObj>
                  </mc:Choice>
                  <mc:Fallback>
                    <p:oleObj name="Equation" r:id="rId14" imgW="228600" imgH="19044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26" y="2044"/>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1" name="Group 41">
            <a:extLst>
              <a:ext uri="{FF2B5EF4-FFF2-40B4-BE49-F238E27FC236}">
                <a16:creationId xmlns:a16="http://schemas.microsoft.com/office/drawing/2014/main" id="{DF0A39A7-C987-4BF0-9812-CF4B8A8F0761}"/>
              </a:ext>
            </a:extLst>
          </p:cNvPr>
          <p:cNvGrpSpPr>
            <a:grpSpLocks/>
          </p:cNvGrpSpPr>
          <p:nvPr/>
        </p:nvGrpSpPr>
        <p:grpSpPr bwMode="auto">
          <a:xfrm>
            <a:off x="6191250" y="1484784"/>
            <a:ext cx="2112963" cy="2162175"/>
            <a:chOff x="3936" y="2190"/>
            <a:chExt cx="1331" cy="1362"/>
          </a:xfrm>
        </p:grpSpPr>
        <p:sp>
          <p:nvSpPr>
            <p:cNvPr id="28698" name="Rectangle 42">
              <a:extLst>
                <a:ext uri="{FF2B5EF4-FFF2-40B4-BE49-F238E27FC236}">
                  <a16:creationId xmlns:a16="http://schemas.microsoft.com/office/drawing/2014/main" id="{994AF1DA-3E51-4F4E-912A-9846119D5320}"/>
                </a:ext>
              </a:extLst>
            </p:cNvPr>
            <p:cNvSpPr>
              <a:spLocks noChangeArrowheads="1"/>
            </p:cNvSpPr>
            <p:nvPr/>
          </p:nvSpPr>
          <p:spPr bwMode="auto">
            <a:xfrm>
              <a:off x="4330" y="2304"/>
              <a:ext cx="250" cy="1248"/>
            </a:xfrm>
            <a:prstGeom prst="rect">
              <a:avLst/>
            </a:prstGeom>
            <a:solidFill>
              <a:schemeClr val="accent5">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楷体" panose="02010600040101010101" pitchFamily="2" charset="-122"/>
              </a:endParaRPr>
            </a:p>
          </p:txBody>
        </p:sp>
        <p:sp>
          <p:nvSpPr>
            <p:cNvPr id="28699" name="Line 44">
              <a:extLst>
                <a:ext uri="{FF2B5EF4-FFF2-40B4-BE49-F238E27FC236}">
                  <a16:creationId xmlns:a16="http://schemas.microsoft.com/office/drawing/2014/main" id="{0488787E-24EE-40F0-9467-3FE08BFC61D8}"/>
                </a:ext>
              </a:extLst>
            </p:cNvPr>
            <p:cNvSpPr>
              <a:spLocks noChangeShapeType="1"/>
            </p:cNvSpPr>
            <p:nvPr/>
          </p:nvSpPr>
          <p:spPr bwMode="auto">
            <a:xfrm>
              <a:off x="3936" y="2913"/>
              <a:ext cx="133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00" name="Line 45">
              <a:extLst>
                <a:ext uri="{FF2B5EF4-FFF2-40B4-BE49-F238E27FC236}">
                  <a16:creationId xmlns:a16="http://schemas.microsoft.com/office/drawing/2014/main" id="{DD2783EF-ED8E-413C-9015-66030012CEA2}"/>
                </a:ext>
              </a:extLst>
            </p:cNvPr>
            <p:cNvSpPr>
              <a:spLocks noChangeShapeType="1"/>
            </p:cNvSpPr>
            <p:nvPr/>
          </p:nvSpPr>
          <p:spPr bwMode="auto">
            <a:xfrm flipV="1">
              <a:off x="4806" y="2217"/>
              <a:ext cx="0" cy="133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8676" name="Object 10">
              <a:extLst>
                <a:ext uri="{FF2B5EF4-FFF2-40B4-BE49-F238E27FC236}">
                  <a16:creationId xmlns:a16="http://schemas.microsoft.com/office/drawing/2014/main" id="{84F8233D-F9D7-46D5-94C7-C2D1C64AC743}"/>
                </a:ext>
              </a:extLst>
            </p:cNvPr>
            <p:cNvGraphicFramePr>
              <a:graphicFrameLocks noChangeAspect="1"/>
            </p:cNvGraphicFramePr>
            <p:nvPr/>
          </p:nvGraphicFramePr>
          <p:xfrm>
            <a:off x="4446" y="2978"/>
            <a:ext cx="227" cy="164"/>
          </p:xfrm>
          <a:graphic>
            <a:graphicData uri="http://schemas.openxmlformats.org/presentationml/2006/ole">
              <mc:AlternateContent xmlns:mc="http://schemas.openxmlformats.org/markup-compatibility/2006">
                <mc:Choice xmlns:v="urn:schemas-microsoft-com:vml" Requires="v">
                  <p:oleObj spid="_x0000_s49608" name="Equation" r:id="rId15" imgW="507960" imgH="368280" progId="Equation.3">
                    <p:embed/>
                  </p:oleObj>
                </mc:Choice>
                <mc:Fallback>
                  <p:oleObj name="Equation" r:id="rId15" imgW="507960" imgH="36828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6" y="2978"/>
                          <a:ext cx="227"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11">
              <a:extLst>
                <a:ext uri="{FF2B5EF4-FFF2-40B4-BE49-F238E27FC236}">
                  <a16:creationId xmlns:a16="http://schemas.microsoft.com/office/drawing/2014/main" id="{B51D2941-991E-4F96-8CE9-A1192889AE19}"/>
                </a:ext>
              </a:extLst>
            </p:cNvPr>
            <p:cNvGraphicFramePr>
              <a:graphicFrameLocks noChangeAspect="1"/>
            </p:cNvGraphicFramePr>
            <p:nvPr/>
          </p:nvGraphicFramePr>
          <p:xfrm>
            <a:off x="4099" y="2967"/>
            <a:ext cx="260" cy="164"/>
          </p:xfrm>
          <a:graphic>
            <a:graphicData uri="http://schemas.openxmlformats.org/presentationml/2006/ole">
              <mc:AlternateContent xmlns:mc="http://schemas.openxmlformats.org/markup-compatibility/2006">
                <mc:Choice xmlns:v="urn:schemas-microsoft-com:vml" Requires="v">
                  <p:oleObj spid="_x0000_s49609" name="Equation" r:id="rId16" imgW="583920" imgH="368280" progId="Equation.3">
                    <p:embed/>
                  </p:oleObj>
                </mc:Choice>
                <mc:Fallback>
                  <p:oleObj name="Equation" r:id="rId16" imgW="583920" imgH="36828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9" y="2967"/>
                          <a:ext cx="26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701" name="Group 48">
              <a:extLst>
                <a:ext uri="{FF2B5EF4-FFF2-40B4-BE49-F238E27FC236}">
                  <a16:creationId xmlns:a16="http://schemas.microsoft.com/office/drawing/2014/main" id="{11AA5D48-AD14-4691-89B3-843C7634B893}"/>
                </a:ext>
              </a:extLst>
            </p:cNvPr>
            <p:cNvGrpSpPr>
              <a:grpSpLocks/>
            </p:cNvGrpSpPr>
            <p:nvPr/>
          </p:nvGrpSpPr>
          <p:grpSpPr bwMode="auto">
            <a:xfrm>
              <a:off x="4271" y="2872"/>
              <a:ext cx="88" cy="88"/>
              <a:chOff x="4276" y="2159"/>
              <a:chExt cx="88" cy="88"/>
            </a:xfrm>
          </p:grpSpPr>
          <p:sp>
            <p:nvSpPr>
              <p:cNvPr id="28705" name="Line 49">
                <a:extLst>
                  <a:ext uri="{FF2B5EF4-FFF2-40B4-BE49-F238E27FC236}">
                    <a16:creationId xmlns:a16="http://schemas.microsoft.com/office/drawing/2014/main" id="{A269566A-CA6F-4D96-B1A7-BA7FEC75435A}"/>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06" name="Line 50">
                <a:extLst>
                  <a:ext uri="{FF2B5EF4-FFF2-40B4-BE49-F238E27FC236}">
                    <a16:creationId xmlns:a16="http://schemas.microsoft.com/office/drawing/2014/main" id="{69FE1403-58CD-46C3-8577-CBFE8F134AEA}"/>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28702" name="Group 51">
              <a:extLst>
                <a:ext uri="{FF2B5EF4-FFF2-40B4-BE49-F238E27FC236}">
                  <a16:creationId xmlns:a16="http://schemas.microsoft.com/office/drawing/2014/main" id="{61F1F71C-012A-4DF0-9702-544929D48635}"/>
                </a:ext>
              </a:extLst>
            </p:cNvPr>
            <p:cNvGrpSpPr>
              <a:grpSpLocks/>
            </p:cNvGrpSpPr>
            <p:nvPr/>
          </p:nvGrpSpPr>
          <p:grpSpPr bwMode="auto">
            <a:xfrm>
              <a:off x="4527" y="2872"/>
              <a:ext cx="88" cy="88"/>
              <a:chOff x="4276" y="2159"/>
              <a:chExt cx="88" cy="88"/>
            </a:xfrm>
          </p:grpSpPr>
          <p:sp>
            <p:nvSpPr>
              <p:cNvPr id="28703" name="Line 52">
                <a:extLst>
                  <a:ext uri="{FF2B5EF4-FFF2-40B4-BE49-F238E27FC236}">
                    <a16:creationId xmlns:a16="http://schemas.microsoft.com/office/drawing/2014/main" id="{9E674984-3EE2-419F-BE41-8EE2D8EBF521}"/>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704" name="Line 53">
                <a:extLst>
                  <a:ext uri="{FF2B5EF4-FFF2-40B4-BE49-F238E27FC236}">
                    <a16:creationId xmlns:a16="http://schemas.microsoft.com/office/drawing/2014/main" id="{DE1297C0-96E7-4447-A3DB-5E52DE21C226}"/>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8678" name="Object 12">
              <a:extLst>
                <a:ext uri="{FF2B5EF4-FFF2-40B4-BE49-F238E27FC236}">
                  <a16:creationId xmlns:a16="http://schemas.microsoft.com/office/drawing/2014/main" id="{A5D9C150-DC11-415B-BE98-78F51B952C06}"/>
                </a:ext>
              </a:extLst>
            </p:cNvPr>
            <p:cNvGraphicFramePr>
              <a:graphicFrameLocks noChangeAspect="1"/>
            </p:cNvGraphicFramePr>
            <p:nvPr/>
          </p:nvGraphicFramePr>
          <p:xfrm>
            <a:off x="5009" y="2738"/>
            <a:ext cx="192" cy="176"/>
          </p:xfrm>
          <a:graphic>
            <a:graphicData uri="http://schemas.openxmlformats.org/presentationml/2006/ole">
              <mc:AlternateContent xmlns:mc="http://schemas.openxmlformats.org/markup-compatibility/2006">
                <mc:Choice xmlns:v="urn:schemas-microsoft-com:vml" Requires="v">
                  <p:oleObj spid="_x0000_s49610" name="Equation" r:id="rId17" imgW="152280" imgH="139680" progId="Equation.DSMT4">
                    <p:embed/>
                  </p:oleObj>
                </mc:Choice>
                <mc:Fallback>
                  <p:oleObj name="Equation" r:id="rId17" imgW="152280" imgH="13968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9" y="2738"/>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9" name="Object 13">
              <a:extLst>
                <a:ext uri="{FF2B5EF4-FFF2-40B4-BE49-F238E27FC236}">
                  <a16:creationId xmlns:a16="http://schemas.microsoft.com/office/drawing/2014/main" id="{8DFF917A-D5CD-4108-AA1C-FD531CE2FAB1}"/>
                </a:ext>
              </a:extLst>
            </p:cNvPr>
            <p:cNvGraphicFramePr>
              <a:graphicFrameLocks noChangeAspect="1"/>
            </p:cNvGraphicFramePr>
            <p:nvPr/>
          </p:nvGraphicFramePr>
          <p:xfrm>
            <a:off x="4795" y="2190"/>
            <a:ext cx="336" cy="280"/>
          </p:xfrm>
          <a:graphic>
            <a:graphicData uri="http://schemas.openxmlformats.org/presentationml/2006/ole">
              <mc:AlternateContent xmlns:mc="http://schemas.openxmlformats.org/markup-compatibility/2006">
                <mc:Choice xmlns:v="urn:schemas-microsoft-com:vml" Requires="v">
                  <p:oleObj spid="_x0000_s49611" name="Equation" r:id="rId18" imgW="228600" imgH="190440" progId="Equation.DSMT4">
                    <p:embed/>
                  </p:oleObj>
                </mc:Choice>
                <mc:Fallback>
                  <p:oleObj name="Equation" r:id="rId18" imgW="228600" imgH="19044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95" y="2190"/>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 name="组合 54">
            <a:extLst>
              <a:ext uri="{FF2B5EF4-FFF2-40B4-BE49-F238E27FC236}">
                <a16:creationId xmlns:a16="http://schemas.microsoft.com/office/drawing/2014/main" id="{065729A6-FDA0-484C-884C-BC359C714A74}"/>
              </a:ext>
            </a:extLst>
          </p:cNvPr>
          <p:cNvGrpSpPr>
            <a:grpSpLocks/>
          </p:cNvGrpSpPr>
          <p:nvPr/>
        </p:nvGrpSpPr>
        <p:grpSpPr bwMode="auto">
          <a:xfrm>
            <a:off x="857250" y="4629150"/>
            <a:ext cx="4262438" cy="538163"/>
            <a:chOff x="857224" y="4629165"/>
            <a:chExt cx="4262444" cy="538846"/>
          </a:xfrm>
        </p:grpSpPr>
        <p:sp>
          <p:nvSpPr>
            <p:cNvPr id="28697" name="TextBox 51">
              <a:extLst>
                <a:ext uri="{FF2B5EF4-FFF2-40B4-BE49-F238E27FC236}">
                  <a16:creationId xmlns:a16="http://schemas.microsoft.com/office/drawing/2014/main" id="{3E6BD935-B76D-4372-85FC-67B2B3FB21C3}"/>
                </a:ext>
              </a:extLst>
            </p:cNvPr>
            <p:cNvSpPr txBox="1">
              <a:spLocks noChangeArrowheads="1"/>
            </p:cNvSpPr>
            <p:nvPr/>
          </p:nvSpPr>
          <p:spPr bwMode="auto">
            <a:xfrm>
              <a:off x="857224" y="4629165"/>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华文楷体" panose="02010600040101010101" pitchFamily="2" charset="-122"/>
                  <a:ea typeface="华文楷体" panose="02010600040101010101" pitchFamily="2" charset="-122"/>
                </a:rPr>
                <a:t>假设</a:t>
              </a:r>
            </a:p>
          </p:txBody>
        </p:sp>
        <p:graphicFrame>
          <p:nvGraphicFramePr>
            <p:cNvPr id="28675" name="Object 14">
              <a:extLst>
                <a:ext uri="{FF2B5EF4-FFF2-40B4-BE49-F238E27FC236}">
                  <a16:creationId xmlns:a16="http://schemas.microsoft.com/office/drawing/2014/main" id="{8E51C4BA-B10C-434A-BFF0-7FAE9AA875DB}"/>
                </a:ext>
              </a:extLst>
            </p:cNvPr>
            <p:cNvGraphicFramePr>
              <a:graphicFrameLocks noChangeAspect="1"/>
            </p:cNvGraphicFramePr>
            <p:nvPr/>
          </p:nvGraphicFramePr>
          <p:xfrm>
            <a:off x="1714480" y="4677473"/>
            <a:ext cx="3405188" cy="490538"/>
          </p:xfrm>
          <a:graphic>
            <a:graphicData uri="http://schemas.openxmlformats.org/presentationml/2006/ole">
              <mc:AlternateContent xmlns:mc="http://schemas.openxmlformats.org/markup-compatibility/2006">
                <mc:Choice xmlns:v="urn:schemas-microsoft-com:vml" Requires="v">
                  <p:oleObj spid="_x0000_s49612" name="Equation" r:id="rId19" imgW="1409400" imgH="203040" progId="Equation.DSMT4">
                    <p:embed/>
                  </p:oleObj>
                </mc:Choice>
                <mc:Fallback>
                  <p:oleObj name="Equation" r:id="rId19" imgW="1409400" imgH="203040" progId="Equation.DSMT4">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14480" y="4677473"/>
                          <a:ext cx="3405188"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7359" name="Object 15">
            <a:extLst>
              <a:ext uri="{FF2B5EF4-FFF2-40B4-BE49-F238E27FC236}">
                <a16:creationId xmlns:a16="http://schemas.microsoft.com/office/drawing/2014/main" id="{BDDC250C-7AD4-4FF5-BA23-484EDE45B2B6}"/>
              </a:ext>
            </a:extLst>
          </p:cNvPr>
          <p:cNvGraphicFramePr>
            <a:graphicFrameLocks noChangeAspect="1"/>
          </p:cNvGraphicFramePr>
          <p:nvPr>
            <p:extLst>
              <p:ext uri="{D42A27DB-BD31-4B8C-83A1-F6EECF244321}">
                <p14:modId xmlns:p14="http://schemas.microsoft.com/office/powerpoint/2010/main" val="617059832"/>
              </p:ext>
            </p:extLst>
          </p:nvPr>
        </p:nvGraphicFramePr>
        <p:xfrm>
          <a:off x="2970213" y="5357341"/>
          <a:ext cx="3562350" cy="942975"/>
        </p:xfrm>
        <a:graphic>
          <a:graphicData uri="http://schemas.openxmlformats.org/presentationml/2006/ole">
            <mc:AlternateContent xmlns:mc="http://schemas.openxmlformats.org/markup-compatibility/2006">
              <mc:Choice xmlns:v="urn:schemas-microsoft-com:vml" Requires="v">
                <p:oleObj spid="_x0000_s49613" name="Equation" r:id="rId21" imgW="1218960" imgH="393480" progId="Equation.DSMT4">
                  <p:embed/>
                </p:oleObj>
              </mc:Choice>
              <mc:Fallback>
                <p:oleObj name="Equation" r:id="rId21" imgW="1218960" imgH="393480" progId="Equation.DSMT4">
                  <p:embed/>
                  <p:pic>
                    <p:nvPicPr>
                      <p:cNvPr id="0" name="Object 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70213" y="5357341"/>
                        <a:ext cx="35623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 name="Text Box 27">
            <a:extLst>
              <a:ext uri="{FF2B5EF4-FFF2-40B4-BE49-F238E27FC236}">
                <a16:creationId xmlns:a16="http://schemas.microsoft.com/office/drawing/2014/main" id="{E998F1F1-B85B-4F09-900A-D9F1C4725593}"/>
              </a:ext>
            </a:extLst>
          </p:cNvPr>
          <p:cNvSpPr txBox="1">
            <a:spLocks noChangeArrowheads="1"/>
          </p:cNvSpPr>
          <p:nvPr/>
        </p:nvSpPr>
        <p:spPr bwMode="auto">
          <a:xfrm>
            <a:off x="4159255" y="3790641"/>
            <a:ext cx="16271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latin typeface="Times New Roman" panose="02020603050405020304" pitchFamily="18" charset="0"/>
                <a:ea typeface="华文楷体" panose="02010600040101010101" pitchFamily="2" charset="-122"/>
                <a:cs typeface="楷体_GB2312" panose="02010609030101010101" pitchFamily="49" charset="-122"/>
              </a:rPr>
              <a:t>左边信号</a:t>
            </a:r>
          </a:p>
        </p:txBody>
      </p:sp>
      <p:sp>
        <p:nvSpPr>
          <p:cNvPr id="57" name="Text Box 43">
            <a:extLst>
              <a:ext uri="{FF2B5EF4-FFF2-40B4-BE49-F238E27FC236}">
                <a16:creationId xmlns:a16="http://schemas.microsoft.com/office/drawing/2014/main" id="{84396431-E3CC-49B0-8234-87DD12963104}"/>
              </a:ext>
            </a:extLst>
          </p:cNvPr>
          <p:cNvSpPr txBox="1">
            <a:spLocks noChangeArrowheads="1"/>
          </p:cNvSpPr>
          <p:nvPr/>
        </p:nvSpPr>
        <p:spPr bwMode="auto">
          <a:xfrm>
            <a:off x="6758784" y="3794749"/>
            <a:ext cx="1627181"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双边信号</a:t>
            </a:r>
          </a:p>
        </p:txBody>
      </p:sp>
      <p:sp>
        <p:nvSpPr>
          <p:cNvPr id="58" name="Text Box 11">
            <a:extLst>
              <a:ext uri="{FF2B5EF4-FFF2-40B4-BE49-F238E27FC236}">
                <a16:creationId xmlns:a16="http://schemas.microsoft.com/office/drawing/2014/main" id="{13B765AB-212F-4E68-9FF1-105DD9875CB9}"/>
              </a:ext>
            </a:extLst>
          </p:cNvPr>
          <p:cNvSpPr txBox="1">
            <a:spLocks noChangeArrowheads="1"/>
          </p:cNvSpPr>
          <p:nvPr/>
        </p:nvSpPr>
        <p:spPr bwMode="auto">
          <a:xfrm>
            <a:off x="1406745" y="3795713"/>
            <a:ext cx="166918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dirty="0">
                <a:latin typeface="Times New Roman" panose="02020603050405020304" pitchFamily="18" charset="0"/>
                <a:ea typeface="华文楷体" panose="02010600040101010101" pitchFamily="2" charset="-122"/>
                <a:cs typeface="楷体_GB2312" panose="02010609030101010101" pitchFamily="49" charset="-122"/>
              </a:rPr>
              <a:t>右边信号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linds(horizontal)">
                                      <p:cBhvr>
                                        <p:cTn id="7" dur="500"/>
                                        <p:tgtEl>
                                          <p:spTgt spid="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blinds(horizontal)">
                                      <p:cBhvr>
                                        <p:cTn id="15" dur="500"/>
                                        <p:tgtEl>
                                          <p:spTgt spid="5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blinds(horizontal)">
                                      <p:cBhvr>
                                        <p:cTn id="23" dur="500"/>
                                        <p:tgtEl>
                                          <p:spTgt spid="5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linds(horizontal)">
                                      <p:cBhvr>
                                        <p:cTn id="28" dur="500"/>
                                        <p:tgtEl>
                                          <p:spTgt spid="14"/>
                                        </p:tgtEl>
                                      </p:cBhvr>
                                    </p:animEffect>
                                  </p:childTnLst>
                                </p:cTn>
                              </p:par>
                              <p:par>
                                <p:cTn id="29" presetID="3" presetClass="entr" presetSubtype="10" fill="hold" nodeType="withEffect">
                                  <p:stCondLst>
                                    <p:cond delay="0"/>
                                  </p:stCondLst>
                                  <p:childTnLst>
                                    <p:set>
                                      <p:cBhvr>
                                        <p:cTn id="30" dur="1" fill="hold">
                                          <p:stCondLst>
                                            <p:cond delay="0"/>
                                          </p:stCondLst>
                                        </p:cTn>
                                        <p:tgtEl>
                                          <p:spTgt spid="57359"/>
                                        </p:tgtEl>
                                        <p:attrNameLst>
                                          <p:attrName>style.visibility</p:attrName>
                                        </p:attrNameLst>
                                      </p:cBhvr>
                                      <p:to>
                                        <p:strVal val="visible"/>
                                      </p:to>
                                    </p:set>
                                    <p:animEffect transition="in" filter="blinds(horizontal)">
                                      <p:cBhvr>
                                        <p:cTn id="31" dur="500"/>
                                        <p:tgtEl>
                                          <p:spTgt spid="57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5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3" name="标题 1">
            <a:extLst>
              <a:ext uri="{FF2B5EF4-FFF2-40B4-BE49-F238E27FC236}">
                <a16:creationId xmlns:a16="http://schemas.microsoft.com/office/drawing/2014/main" id="{0DCEF125-2A0E-4E29-82D2-F260A662DF2A}"/>
              </a:ext>
            </a:extLst>
          </p:cNvPr>
          <p:cNvSpPr>
            <a:spLocks noGrp="1"/>
          </p:cNvSpPr>
          <p:nvPr>
            <p:ph type="title"/>
          </p:nvPr>
        </p:nvSpPr>
        <p:spPr/>
        <p:txBody>
          <a:bodyPr/>
          <a:lstStyle/>
          <a:p>
            <a:r>
              <a:rPr lang="en-US" altLang="zh-CN"/>
              <a:t>9.3 </a:t>
            </a:r>
            <a:r>
              <a:rPr lang="zh-CN" altLang="en-US"/>
              <a:t>拉普拉斯反变换</a:t>
            </a:r>
          </a:p>
        </p:txBody>
      </p:sp>
      <p:sp>
        <p:nvSpPr>
          <p:cNvPr id="4" name="灯片编号占位符 3">
            <a:extLst>
              <a:ext uri="{FF2B5EF4-FFF2-40B4-BE49-F238E27FC236}">
                <a16:creationId xmlns:a16="http://schemas.microsoft.com/office/drawing/2014/main" id="{2DB06732-9957-4F3E-B79A-ED5380B6FA6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88284C-E13D-41C0-9607-626588621C47}" type="slidenum">
              <a:rPr lang="zh-CN" altLang="en-US">
                <a:solidFill>
                  <a:srgbClr val="898989"/>
                </a:solidFill>
                <a:latin typeface="Calibri" panose="020F0502020204030204" pitchFamily="34" charset="0"/>
              </a:rPr>
              <a:pPr eaLnBrk="1" hangingPunct="1"/>
              <a:t>24</a:t>
            </a:fld>
            <a:endParaRPr lang="zh-CN" altLang="en-US">
              <a:solidFill>
                <a:srgbClr val="898989"/>
              </a:solidFill>
              <a:latin typeface="Calibri" panose="020F0502020204030204" pitchFamily="34" charset="0"/>
            </a:endParaRPr>
          </a:p>
        </p:txBody>
      </p:sp>
      <p:graphicFrame>
        <p:nvGraphicFramePr>
          <p:cNvPr id="58370" name="Object 2">
            <a:extLst>
              <a:ext uri="{FF2B5EF4-FFF2-40B4-BE49-F238E27FC236}">
                <a16:creationId xmlns:a16="http://schemas.microsoft.com/office/drawing/2014/main" id="{79338507-2523-4B70-B979-06AEAFB17431}"/>
              </a:ext>
            </a:extLst>
          </p:cNvPr>
          <p:cNvGraphicFramePr>
            <a:graphicFrameLocks noChangeAspect="1"/>
          </p:cNvGraphicFramePr>
          <p:nvPr>
            <p:extLst>
              <p:ext uri="{D42A27DB-BD31-4B8C-83A1-F6EECF244321}">
                <p14:modId xmlns:p14="http://schemas.microsoft.com/office/powerpoint/2010/main" val="3516382403"/>
              </p:ext>
            </p:extLst>
          </p:nvPr>
        </p:nvGraphicFramePr>
        <p:xfrm>
          <a:off x="1446213" y="2734022"/>
          <a:ext cx="5991225" cy="976313"/>
        </p:xfrm>
        <a:graphic>
          <a:graphicData uri="http://schemas.openxmlformats.org/presentationml/2006/ole">
            <mc:AlternateContent xmlns:mc="http://schemas.openxmlformats.org/markup-compatibility/2006">
              <mc:Choice xmlns:v="urn:schemas-microsoft-com:vml" Requires="v">
                <p:oleObj spid="_x0000_s11786" name="Equation" r:id="rId3" imgW="2412720" imgH="393480" progId="Equation.DSMT4">
                  <p:embed/>
                </p:oleObj>
              </mc:Choice>
              <mc:Fallback>
                <p:oleObj name="Equation" r:id="rId3" imgW="2412720" imgH="393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6213" y="2734022"/>
                        <a:ext cx="5991225"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71" name="Object 3">
            <a:extLst>
              <a:ext uri="{FF2B5EF4-FFF2-40B4-BE49-F238E27FC236}">
                <a16:creationId xmlns:a16="http://schemas.microsoft.com/office/drawing/2014/main" id="{41573192-11F1-4533-891D-8FA187746550}"/>
              </a:ext>
            </a:extLst>
          </p:cNvPr>
          <p:cNvGraphicFramePr>
            <a:graphicFrameLocks noChangeAspect="1"/>
          </p:cNvGraphicFramePr>
          <p:nvPr>
            <p:extLst>
              <p:ext uri="{D42A27DB-BD31-4B8C-83A1-F6EECF244321}">
                <p14:modId xmlns:p14="http://schemas.microsoft.com/office/powerpoint/2010/main" val="4238708425"/>
              </p:ext>
            </p:extLst>
          </p:nvPr>
        </p:nvGraphicFramePr>
        <p:xfrm>
          <a:off x="1446213" y="3988147"/>
          <a:ext cx="5949950" cy="987425"/>
        </p:xfrm>
        <a:graphic>
          <a:graphicData uri="http://schemas.openxmlformats.org/presentationml/2006/ole">
            <mc:AlternateContent xmlns:mc="http://schemas.openxmlformats.org/markup-compatibility/2006">
              <mc:Choice xmlns:v="urn:schemas-microsoft-com:vml" Requires="v">
                <p:oleObj spid="_x0000_s11787" name="Equation" r:id="rId5" imgW="2286000" imgH="393480" progId="Equation.DSMT4">
                  <p:embed/>
                </p:oleObj>
              </mc:Choice>
              <mc:Fallback>
                <p:oleObj name="Equation" r:id="rId5" imgW="2286000" imgH="39348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6213" y="3988147"/>
                        <a:ext cx="5949950"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72" name="Object 4">
            <a:extLst>
              <a:ext uri="{FF2B5EF4-FFF2-40B4-BE49-F238E27FC236}">
                <a16:creationId xmlns:a16="http://schemas.microsoft.com/office/drawing/2014/main" id="{EC014EF0-C970-45CD-ACD1-B4E104F19579}"/>
              </a:ext>
            </a:extLst>
          </p:cNvPr>
          <p:cNvGraphicFramePr>
            <a:graphicFrameLocks noChangeAspect="1"/>
          </p:cNvGraphicFramePr>
          <p:nvPr>
            <p:extLst>
              <p:ext uri="{D42A27DB-BD31-4B8C-83A1-F6EECF244321}">
                <p14:modId xmlns:p14="http://schemas.microsoft.com/office/powerpoint/2010/main" val="393864444"/>
              </p:ext>
            </p:extLst>
          </p:nvPr>
        </p:nvGraphicFramePr>
        <p:xfrm>
          <a:off x="1446213" y="5251797"/>
          <a:ext cx="4651375" cy="625475"/>
        </p:xfrm>
        <a:graphic>
          <a:graphicData uri="http://schemas.openxmlformats.org/presentationml/2006/ole">
            <mc:AlternateContent xmlns:mc="http://schemas.openxmlformats.org/markup-compatibility/2006">
              <mc:Choice xmlns:v="urn:schemas-microsoft-com:vml" Requires="v">
                <p:oleObj spid="_x0000_s11788" name="Equation" r:id="rId7" imgW="1726920" imgH="228600" progId="Equation.DSMT4">
                  <p:embed/>
                </p:oleObj>
              </mc:Choice>
              <mc:Fallback>
                <p:oleObj name="Equation" r:id="rId7" imgW="1726920" imgH="2286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6213" y="5251797"/>
                        <a:ext cx="465137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5">
            <a:extLst>
              <a:ext uri="{FF2B5EF4-FFF2-40B4-BE49-F238E27FC236}">
                <a16:creationId xmlns:a16="http://schemas.microsoft.com/office/drawing/2014/main" id="{10E89E05-B7FB-4A2F-B651-B8919385F113}"/>
              </a:ext>
            </a:extLst>
          </p:cNvPr>
          <p:cNvGraphicFramePr>
            <a:graphicFrameLocks noChangeAspect="1"/>
          </p:cNvGraphicFramePr>
          <p:nvPr>
            <p:extLst>
              <p:ext uri="{D42A27DB-BD31-4B8C-83A1-F6EECF244321}">
                <p14:modId xmlns:p14="http://schemas.microsoft.com/office/powerpoint/2010/main" val="360646421"/>
              </p:ext>
            </p:extLst>
          </p:nvPr>
        </p:nvGraphicFramePr>
        <p:xfrm>
          <a:off x="642938" y="1591022"/>
          <a:ext cx="2678112" cy="708025"/>
        </p:xfrm>
        <a:graphic>
          <a:graphicData uri="http://schemas.openxmlformats.org/presentationml/2006/ole">
            <mc:AlternateContent xmlns:mc="http://schemas.openxmlformats.org/markup-compatibility/2006">
              <mc:Choice xmlns:v="urn:schemas-microsoft-com:vml" Requires="v">
                <p:oleObj spid="_x0000_s11789" name="Equation" r:id="rId9" imgW="1218960" imgH="393480" progId="Equation.DSMT4">
                  <p:embed/>
                </p:oleObj>
              </mc:Choice>
              <mc:Fallback>
                <p:oleObj name="Equation" r:id="rId9" imgW="1218960" imgH="39348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938" y="1591022"/>
                        <a:ext cx="267811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6">
            <a:extLst>
              <a:ext uri="{FF2B5EF4-FFF2-40B4-BE49-F238E27FC236}">
                <a16:creationId xmlns:a16="http://schemas.microsoft.com/office/drawing/2014/main" id="{15D41694-84AE-41A9-ABF9-6534EA5A3B95}"/>
              </a:ext>
            </a:extLst>
          </p:cNvPr>
          <p:cNvGraphicFramePr>
            <a:graphicFrameLocks noChangeAspect="1"/>
          </p:cNvGraphicFramePr>
          <p:nvPr>
            <p:extLst>
              <p:ext uri="{D42A27DB-BD31-4B8C-83A1-F6EECF244321}">
                <p14:modId xmlns:p14="http://schemas.microsoft.com/office/powerpoint/2010/main" val="2851790565"/>
              </p:ext>
            </p:extLst>
          </p:nvPr>
        </p:nvGraphicFramePr>
        <p:xfrm>
          <a:off x="3714750" y="1767235"/>
          <a:ext cx="1774825" cy="363537"/>
        </p:xfrm>
        <a:graphic>
          <a:graphicData uri="http://schemas.openxmlformats.org/presentationml/2006/ole">
            <mc:AlternateContent xmlns:mc="http://schemas.openxmlformats.org/markup-compatibility/2006">
              <mc:Choice xmlns:v="urn:schemas-microsoft-com:vml" Requires="v">
                <p:oleObj spid="_x0000_s11790" name="Equation" r:id="rId11" imgW="990360" imgH="203040" progId="Equation.DSMT4">
                  <p:embed/>
                </p:oleObj>
              </mc:Choice>
              <mc:Fallback>
                <p:oleObj name="Equation" r:id="rId11" imgW="990360" imgH="20304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14750" y="1767235"/>
                        <a:ext cx="17748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blinds(horizontal)">
                                      <p:cBhvr>
                                        <p:cTn id="7" dur="500"/>
                                        <p:tgtEl>
                                          <p:spTgt spid="58370"/>
                                        </p:tgtEl>
                                      </p:cBhvr>
                                    </p:animEffect>
                                  </p:childTnLst>
                                </p:cTn>
                              </p:par>
                              <p:par>
                                <p:cTn id="8" presetID="3" presetClass="entr" presetSubtype="10" fill="hold" nodeType="withEffect">
                                  <p:stCondLst>
                                    <p:cond delay="0"/>
                                  </p:stCondLst>
                                  <p:childTnLst>
                                    <p:set>
                                      <p:cBhvr>
                                        <p:cTn id="9" dur="1" fill="hold">
                                          <p:stCondLst>
                                            <p:cond delay="0"/>
                                          </p:stCondLst>
                                        </p:cTn>
                                        <p:tgtEl>
                                          <p:spTgt spid="58371"/>
                                        </p:tgtEl>
                                        <p:attrNameLst>
                                          <p:attrName>style.visibility</p:attrName>
                                        </p:attrNameLst>
                                      </p:cBhvr>
                                      <p:to>
                                        <p:strVal val="visible"/>
                                      </p:to>
                                    </p:set>
                                    <p:animEffect transition="in" filter="blinds(horizontal)">
                                      <p:cBhvr>
                                        <p:cTn id="10" dur="500"/>
                                        <p:tgtEl>
                                          <p:spTgt spid="5837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8372"/>
                                        </p:tgtEl>
                                        <p:attrNameLst>
                                          <p:attrName>style.visibility</p:attrName>
                                        </p:attrNameLst>
                                      </p:cBhvr>
                                      <p:to>
                                        <p:strVal val="visible"/>
                                      </p:to>
                                    </p:set>
                                    <p:animEffect transition="in" filter="blinds(horizontal)">
                                      <p:cBhvr>
                                        <p:cTn id="15"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6" name="标题 1">
            <a:extLst>
              <a:ext uri="{FF2B5EF4-FFF2-40B4-BE49-F238E27FC236}">
                <a16:creationId xmlns:a16="http://schemas.microsoft.com/office/drawing/2014/main" id="{78056DA8-89E5-4196-AE78-39B2B4E64EA7}"/>
              </a:ext>
            </a:extLst>
          </p:cNvPr>
          <p:cNvSpPr>
            <a:spLocks noGrp="1"/>
          </p:cNvSpPr>
          <p:nvPr>
            <p:ph type="title"/>
          </p:nvPr>
        </p:nvSpPr>
        <p:spPr/>
        <p:txBody>
          <a:bodyPr/>
          <a:lstStyle/>
          <a:p>
            <a:r>
              <a:rPr lang="en-US" altLang="zh-CN" sz="3600" dirty="0"/>
              <a:t>9.4  </a:t>
            </a:r>
            <a:r>
              <a:rPr lang="zh-CN" altLang="en-US" sz="3600" dirty="0"/>
              <a:t>由零极点图对傅里叶变换几何求值</a:t>
            </a:r>
            <a:endParaRPr lang="zh-CN" altLang="en-US" sz="1800" dirty="0"/>
          </a:p>
        </p:txBody>
      </p:sp>
      <p:sp>
        <p:nvSpPr>
          <p:cNvPr id="30737" name="内容占位符 2">
            <a:extLst>
              <a:ext uri="{FF2B5EF4-FFF2-40B4-BE49-F238E27FC236}">
                <a16:creationId xmlns:a16="http://schemas.microsoft.com/office/drawing/2014/main" id="{3CAF69A0-EA14-4E10-972D-ACF997FDA8F3}"/>
              </a:ext>
            </a:extLst>
          </p:cNvPr>
          <p:cNvSpPr>
            <a:spLocks noGrp="1"/>
          </p:cNvSpPr>
          <p:nvPr>
            <p:ph idx="1"/>
          </p:nvPr>
        </p:nvSpPr>
        <p:spPr>
          <a:xfrm>
            <a:off x="457200" y="1285875"/>
            <a:ext cx="8229600" cy="2127762"/>
          </a:xfrm>
        </p:spPr>
        <p:txBody>
          <a:bodyPr>
            <a:spAutoFit/>
          </a:bodyPr>
          <a:lstStyle/>
          <a:p>
            <a:pPr algn="just">
              <a:lnSpc>
                <a:spcPct val="120000"/>
              </a:lnSpc>
              <a:spcBef>
                <a:spcPts val="0"/>
              </a:spcBef>
            </a:pPr>
            <a:r>
              <a:rPr lang="zh-CN" altLang="en-US" sz="2800" b="0" dirty="0"/>
              <a:t>可以用零极点图表示</a:t>
            </a:r>
            <a:r>
              <a:rPr lang="en-US" altLang="zh-CN" sz="2800" b="0" i="1" dirty="0"/>
              <a:t>X</a:t>
            </a:r>
            <a:r>
              <a:rPr lang="en-US" altLang="zh-CN" sz="2800" b="0" dirty="0"/>
              <a:t>(</a:t>
            </a:r>
            <a:r>
              <a:rPr lang="en-US" altLang="zh-CN" sz="2800" b="0" i="1" dirty="0"/>
              <a:t>s</a:t>
            </a:r>
            <a:r>
              <a:rPr lang="en-US" altLang="zh-CN" sz="2800" b="0" dirty="0"/>
              <a:t>)</a:t>
            </a:r>
            <a:r>
              <a:rPr lang="zh-CN" altLang="en-US" sz="2800" b="0" dirty="0"/>
              <a:t>的特征，则</a:t>
            </a:r>
            <a:r>
              <a:rPr lang="en-US" altLang="zh-CN" sz="2800" b="0" dirty="0"/>
              <a:t>j</a:t>
            </a:r>
            <a:r>
              <a:rPr lang="el-GR" altLang="zh-CN" sz="2800" b="0" i="1" dirty="0">
                <a:cs typeface="Times New Roman" panose="02020603050405020304" pitchFamily="18" charset="0"/>
              </a:rPr>
              <a:t>ω</a:t>
            </a:r>
            <a:r>
              <a:rPr lang="zh-CN" altLang="en-US" sz="2800" b="0" dirty="0"/>
              <a:t>轴上的</a:t>
            </a:r>
            <a:r>
              <a:rPr lang="en-US" altLang="zh-CN" sz="2800" b="0" i="1" dirty="0"/>
              <a:t>X</a:t>
            </a:r>
            <a:r>
              <a:rPr lang="en-US" altLang="zh-CN" sz="2800" b="0" dirty="0"/>
              <a:t>(</a:t>
            </a:r>
            <a:r>
              <a:rPr lang="en-US" altLang="zh-CN" sz="2800" b="0" i="1" dirty="0"/>
              <a:t>s</a:t>
            </a:r>
            <a:r>
              <a:rPr lang="en-US" altLang="zh-CN" sz="2800" b="0" dirty="0"/>
              <a:t>)</a:t>
            </a:r>
            <a:r>
              <a:rPr lang="zh-CN" altLang="en-US" sz="2800" b="0" dirty="0"/>
              <a:t>（若收敛）就是</a:t>
            </a:r>
            <a:r>
              <a:rPr lang="en-US" altLang="zh-CN" sz="2800" b="0" i="1" dirty="0"/>
              <a:t>X</a:t>
            </a:r>
            <a:r>
              <a:rPr lang="en-US" altLang="zh-CN" sz="2800" b="0" dirty="0"/>
              <a:t>(j</a:t>
            </a:r>
            <a:r>
              <a:rPr lang="el-GR" altLang="zh-CN" sz="2800" b="0" i="1" dirty="0"/>
              <a:t>ω</a:t>
            </a:r>
            <a:r>
              <a:rPr lang="en-US" altLang="zh-CN" sz="2800" b="0" dirty="0"/>
              <a:t>)</a:t>
            </a:r>
            <a:r>
              <a:rPr lang="zh-CN" altLang="en-US" sz="2800" b="0" dirty="0"/>
              <a:t>。以此为基础可以用几何求值的方法从零极点图求得</a:t>
            </a:r>
            <a:r>
              <a:rPr lang="en-US" altLang="zh-CN" sz="2800" b="0" i="1" dirty="0"/>
              <a:t>X</a:t>
            </a:r>
            <a:r>
              <a:rPr lang="en-US" altLang="zh-CN" sz="2800" b="0" dirty="0"/>
              <a:t>(j</a:t>
            </a:r>
            <a:r>
              <a:rPr lang="el-GR" altLang="zh-CN" sz="2800" b="0" i="1" dirty="0"/>
              <a:t>ω</a:t>
            </a:r>
            <a:r>
              <a:rPr lang="en-US" altLang="zh-CN" sz="2800" b="0" dirty="0"/>
              <a:t>)</a:t>
            </a:r>
            <a:r>
              <a:rPr lang="zh-CN" altLang="en-US" sz="2800" b="0" dirty="0"/>
              <a:t>的特性。这在定性分析系统频率特性时有很大用处。</a:t>
            </a:r>
          </a:p>
        </p:txBody>
      </p:sp>
      <p:sp>
        <p:nvSpPr>
          <p:cNvPr id="4" name="灯片编号占位符 3">
            <a:extLst>
              <a:ext uri="{FF2B5EF4-FFF2-40B4-BE49-F238E27FC236}">
                <a16:creationId xmlns:a16="http://schemas.microsoft.com/office/drawing/2014/main" id="{4FEB1ADC-D730-4817-9208-D49C75ADA5E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212F13-C807-4F60-A82C-7FACF09FE585}" type="slidenum">
              <a:rPr lang="zh-CN" altLang="en-US">
                <a:solidFill>
                  <a:srgbClr val="898989"/>
                </a:solidFill>
                <a:latin typeface="Calibri" panose="020F0502020204030204" pitchFamily="34" charset="0"/>
              </a:rPr>
              <a:pPr eaLnBrk="1" hangingPunct="1"/>
              <a:t>25</a:t>
            </a:fld>
            <a:endParaRPr lang="zh-CN" altLang="en-US">
              <a:solidFill>
                <a:srgbClr val="898989"/>
              </a:solidFill>
              <a:latin typeface="Calibri" panose="020F0502020204030204" pitchFamily="34" charset="0"/>
            </a:endParaRPr>
          </a:p>
        </p:txBody>
      </p:sp>
      <p:grpSp>
        <p:nvGrpSpPr>
          <p:cNvPr id="2" name="Group 2">
            <a:extLst>
              <a:ext uri="{FF2B5EF4-FFF2-40B4-BE49-F238E27FC236}">
                <a16:creationId xmlns:a16="http://schemas.microsoft.com/office/drawing/2014/main" id="{C3330B87-4514-45FE-AF7D-58C938D4C594}"/>
              </a:ext>
            </a:extLst>
          </p:cNvPr>
          <p:cNvGrpSpPr>
            <a:grpSpLocks/>
          </p:cNvGrpSpPr>
          <p:nvPr/>
        </p:nvGrpSpPr>
        <p:grpSpPr bwMode="auto">
          <a:xfrm>
            <a:off x="885825" y="3617913"/>
            <a:ext cx="4972050" cy="525462"/>
            <a:chOff x="672" y="589"/>
            <a:chExt cx="3132" cy="331"/>
          </a:xfrm>
        </p:grpSpPr>
        <p:graphicFrame>
          <p:nvGraphicFramePr>
            <p:cNvPr id="30735" name="Object 2">
              <a:extLst>
                <a:ext uri="{FF2B5EF4-FFF2-40B4-BE49-F238E27FC236}">
                  <a16:creationId xmlns:a16="http://schemas.microsoft.com/office/drawing/2014/main" id="{08B48C9C-D100-4409-8363-1B6FC8DDCB65}"/>
                </a:ext>
              </a:extLst>
            </p:cNvPr>
            <p:cNvGraphicFramePr>
              <a:graphicFrameLocks noChangeAspect="1"/>
            </p:cNvGraphicFramePr>
            <p:nvPr/>
          </p:nvGraphicFramePr>
          <p:xfrm>
            <a:off x="2544" y="614"/>
            <a:ext cx="1260" cy="306"/>
          </p:xfrm>
          <a:graphic>
            <a:graphicData uri="http://schemas.openxmlformats.org/presentationml/2006/ole">
              <mc:AlternateContent xmlns:mc="http://schemas.openxmlformats.org/markup-compatibility/2006">
                <mc:Choice xmlns:v="urn:schemas-microsoft-com:vml" Requires="v">
                  <p:oleObj spid="_x0000_s50610" name="Equation" r:id="rId3" imgW="787320" imgH="203040" progId="Equation.DSMT4">
                    <p:embed/>
                  </p:oleObj>
                </mc:Choice>
                <mc:Fallback>
                  <p:oleObj name="Equation" r:id="rId3" imgW="787320" imgH="2030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 y="614"/>
                          <a:ext cx="126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3" name="Rectangle 4">
              <a:extLst>
                <a:ext uri="{FF2B5EF4-FFF2-40B4-BE49-F238E27FC236}">
                  <a16:creationId xmlns:a16="http://schemas.microsoft.com/office/drawing/2014/main" id="{A4A26C1B-8018-4E52-B8BF-1B54983DC881}"/>
                </a:ext>
              </a:extLst>
            </p:cNvPr>
            <p:cNvSpPr>
              <a:spLocks noChangeArrowheads="1"/>
            </p:cNvSpPr>
            <p:nvPr/>
          </p:nvSpPr>
          <p:spPr bwMode="auto">
            <a:xfrm>
              <a:off x="672" y="589"/>
              <a:ext cx="17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1.  </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单零点情况：</a:t>
              </a:r>
            </a:p>
          </p:txBody>
        </p:sp>
      </p:grpSp>
      <p:grpSp>
        <p:nvGrpSpPr>
          <p:cNvPr id="3" name="Group 25">
            <a:extLst>
              <a:ext uri="{FF2B5EF4-FFF2-40B4-BE49-F238E27FC236}">
                <a16:creationId xmlns:a16="http://schemas.microsoft.com/office/drawing/2014/main" id="{79DF87BD-E5D0-4816-9282-222B28389255}"/>
              </a:ext>
            </a:extLst>
          </p:cNvPr>
          <p:cNvGrpSpPr>
            <a:grpSpLocks/>
          </p:cNvGrpSpPr>
          <p:nvPr/>
        </p:nvGrpSpPr>
        <p:grpSpPr bwMode="auto">
          <a:xfrm>
            <a:off x="1339850" y="4191000"/>
            <a:ext cx="3859213" cy="2166938"/>
            <a:chOff x="432" y="864"/>
            <a:chExt cx="2480" cy="1365"/>
          </a:xfrm>
        </p:grpSpPr>
        <p:sp>
          <p:nvSpPr>
            <p:cNvPr id="30751" name="Rectangle 26">
              <a:extLst>
                <a:ext uri="{FF2B5EF4-FFF2-40B4-BE49-F238E27FC236}">
                  <a16:creationId xmlns:a16="http://schemas.microsoft.com/office/drawing/2014/main" id="{1675C89E-F5FD-4AD5-923D-F4CA4AE02A5B}"/>
                </a:ext>
              </a:extLst>
            </p:cNvPr>
            <p:cNvSpPr>
              <a:spLocks noChangeArrowheads="1"/>
            </p:cNvSpPr>
            <p:nvPr/>
          </p:nvSpPr>
          <p:spPr bwMode="auto">
            <a:xfrm>
              <a:off x="432" y="864"/>
              <a:ext cx="2480"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chemeClr val="hlink"/>
                </a:buClr>
                <a:buSzPct val="70000"/>
                <a:buFont typeface="Wingdings" panose="05000000000000000000" pitchFamily="2" charset="2"/>
                <a:buNone/>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零点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要求出          时的          ，可以作两个矢量      和    ，则                       。</a:t>
              </a:r>
            </a:p>
          </p:txBody>
        </p:sp>
        <p:grpSp>
          <p:nvGrpSpPr>
            <p:cNvPr id="30752" name="Group 27">
              <a:extLst>
                <a:ext uri="{FF2B5EF4-FFF2-40B4-BE49-F238E27FC236}">
                  <a16:creationId xmlns:a16="http://schemas.microsoft.com/office/drawing/2014/main" id="{3588BC90-B3E5-42A0-A650-75228D01CE24}"/>
                </a:ext>
              </a:extLst>
            </p:cNvPr>
            <p:cNvGrpSpPr>
              <a:grpSpLocks/>
            </p:cNvGrpSpPr>
            <p:nvPr/>
          </p:nvGrpSpPr>
          <p:grpSpPr bwMode="auto">
            <a:xfrm>
              <a:off x="778" y="909"/>
              <a:ext cx="2124" cy="1320"/>
              <a:chOff x="778" y="909"/>
              <a:chExt cx="2124" cy="1320"/>
            </a:xfrm>
          </p:grpSpPr>
          <p:graphicFrame>
            <p:nvGraphicFramePr>
              <p:cNvPr id="30729" name="Object 3">
                <a:extLst>
                  <a:ext uri="{FF2B5EF4-FFF2-40B4-BE49-F238E27FC236}">
                    <a16:creationId xmlns:a16="http://schemas.microsoft.com/office/drawing/2014/main" id="{B71DF410-53FF-4D1F-AC30-D31E616EAA38}"/>
                  </a:ext>
                </a:extLst>
              </p:cNvPr>
              <p:cNvGraphicFramePr>
                <a:graphicFrameLocks noChangeAspect="1"/>
              </p:cNvGraphicFramePr>
              <p:nvPr/>
            </p:nvGraphicFramePr>
            <p:xfrm>
              <a:off x="2347" y="909"/>
              <a:ext cx="555" cy="327"/>
            </p:xfrm>
            <a:graphic>
              <a:graphicData uri="http://schemas.openxmlformats.org/presentationml/2006/ole">
                <mc:AlternateContent xmlns:mc="http://schemas.openxmlformats.org/markup-compatibility/2006">
                  <mc:Choice xmlns:v="urn:schemas-microsoft-com:vml" Requires="v">
                    <p:oleObj spid="_x0000_s50611" name="Equation" r:id="rId5" imgW="355320" imgH="215640" progId="Equation.DSMT4">
                      <p:embed/>
                    </p:oleObj>
                  </mc:Choice>
                  <mc:Fallback>
                    <p:oleObj name="Equation" r:id="rId5" imgW="355320" imgH="2156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7" y="909"/>
                            <a:ext cx="55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0" name="Object 4">
                <a:extLst>
                  <a:ext uri="{FF2B5EF4-FFF2-40B4-BE49-F238E27FC236}">
                    <a16:creationId xmlns:a16="http://schemas.microsoft.com/office/drawing/2014/main" id="{4F713E87-7899-4911-9055-80DEF3CEBF45}"/>
                  </a:ext>
                </a:extLst>
              </p:cNvPr>
              <p:cNvGraphicFramePr>
                <a:graphicFrameLocks noChangeAspect="1"/>
              </p:cNvGraphicFramePr>
              <p:nvPr/>
            </p:nvGraphicFramePr>
            <p:xfrm>
              <a:off x="778" y="1885"/>
              <a:ext cx="1256" cy="344"/>
            </p:xfrm>
            <a:graphic>
              <a:graphicData uri="http://schemas.openxmlformats.org/presentationml/2006/ole">
                <mc:AlternateContent xmlns:mc="http://schemas.openxmlformats.org/markup-compatibility/2006">
                  <mc:Choice xmlns:v="urn:schemas-microsoft-com:vml" Requires="v">
                    <p:oleObj spid="_x0000_s50612" name="Equation" r:id="rId7" imgW="863280" imgH="228600" progId="Equation.DSMT4">
                      <p:embed/>
                    </p:oleObj>
                  </mc:Choice>
                  <mc:Fallback>
                    <p:oleObj name="Equation" r:id="rId7" imgW="863280" imgH="2286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8" y="1885"/>
                            <a:ext cx="1256"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1" name="Object 5">
                <a:extLst>
                  <a:ext uri="{FF2B5EF4-FFF2-40B4-BE49-F238E27FC236}">
                    <a16:creationId xmlns:a16="http://schemas.microsoft.com/office/drawing/2014/main" id="{A33B2873-9C2E-4572-8BB7-1B29788DDA1E}"/>
                  </a:ext>
                </a:extLst>
              </p:cNvPr>
              <p:cNvGraphicFramePr>
                <a:graphicFrameLocks noChangeAspect="1"/>
              </p:cNvGraphicFramePr>
              <p:nvPr/>
            </p:nvGraphicFramePr>
            <p:xfrm>
              <a:off x="976" y="1234"/>
              <a:ext cx="597" cy="327"/>
            </p:xfrm>
            <a:graphic>
              <a:graphicData uri="http://schemas.openxmlformats.org/presentationml/2006/ole">
                <mc:AlternateContent xmlns:mc="http://schemas.openxmlformats.org/markup-compatibility/2006">
                  <mc:Choice xmlns:v="urn:schemas-microsoft-com:vml" Requires="v">
                    <p:oleObj spid="_x0000_s50613" name="Equation" r:id="rId9" imgW="393480" imgH="215640" progId="Equation.DSMT4">
                      <p:embed/>
                    </p:oleObj>
                  </mc:Choice>
                  <mc:Fallback>
                    <p:oleObj name="Equation" r:id="rId9" imgW="393480" imgH="21564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6" y="1234"/>
                            <a:ext cx="5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2" name="Object 6">
                <a:extLst>
                  <a:ext uri="{FF2B5EF4-FFF2-40B4-BE49-F238E27FC236}">
                    <a16:creationId xmlns:a16="http://schemas.microsoft.com/office/drawing/2014/main" id="{F617DC69-ED11-4C3D-8B86-9CB23C468464}"/>
                  </a:ext>
                </a:extLst>
              </p:cNvPr>
              <p:cNvGraphicFramePr>
                <a:graphicFrameLocks noChangeAspect="1"/>
              </p:cNvGraphicFramePr>
              <p:nvPr/>
            </p:nvGraphicFramePr>
            <p:xfrm>
              <a:off x="1218" y="1539"/>
              <a:ext cx="351" cy="364"/>
            </p:xfrm>
            <a:graphic>
              <a:graphicData uri="http://schemas.openxmlformats.org/presentationml/2006/ole">
                <mc:AlternateContent xmlns:mc="http://schemas.openxmlformats.org/markup-compatibility/2006">
                  <mc:Choice xmlns:v="urn:schemas-microsoft-com:vml" Requires="v">
                    <p:oleObj spid="_x0000_s50614" name="Equation" r:id="rId11" imgW="139680" imgH="228600" progId="Equation.DSMT4">
                      <p:embed/>
                    </p:oleObj>
                  </mc:Choice>
                  <mc:Fallback>
                    <p:oleObj name="Equation" r:id="rId11" imgW="139680" imgH="2286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8" y="1539"/>
                            <a:ext cx="351"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3" name="Object 7">
                <a:extLst>
                  <a:ext uri="{FF2B5EF4-FFF2-40B4-BE49-F238E27FC236}">
                    <a16:creationId xmlns:a16="http://schemas.microsoft.com/office/drawing/2014/main" id="{D21B7E47-EEFC-47E9-A93D-47951E87F296}"/>
                  </a:ext>
                </a:extLst>
              </p:cNvPr>
              <p:cNvGraphicFramePr>
                <a:graphicFrameLocks noChangeAspect="1"/>
              </p:cNvGraphicFramePr>
              <p:nvPr/>
            </p:nvGraphicFramePr>
            <p:xfrm>
              <a:off x="1801" y="1584"/>
              <a:ext cx="263" cy="269"/>
            </p:xfrm>
            <a:graphic>
              <a:graphicData uri="http://schemas.openxmlformats.org/presentationml/2006/ole">
                <mc:AlternateContent xmlns:mc="http://schemas.openxmlformats.org/markup-compatibility/2006">
                  <mc:Choice xmlns:v="urn:schemas-microsoft-com:vml" Requires="v">
                    <p:oleObj spid="_x0000_s50615" name="Equation" r:id="rId13" imgW="126720" imgH="177480" progId="Equation.DSMT4">
                      <p:embed/>
                    </p:oleObj>
                  </mc:Choice>
                  <mc:Fallback>
                    <p:oleObj name="Equation" r:id="rId13" imgW="126720" imgH="17748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01" y="1584"/>
                            <a:ext cx="26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4" name="Object 8">
                <a:extLst>
                  <a:ext uri="{FF2B5EF4-FFF2-40B4-BE49-F238E27FC236}">
                    <a16:creationId xmlns:a16="http://schemas.microsoft.com/office/drawing/2014/main" id="{EAD059EC-8DDA-4DDF-B3C7-A607E60D4B53}"/>
                  </a:ext>
                </a:extLst>
              </p:cNvPr>
              <p:cNvGraphicFramePr>
                <a:graphicFrameLocks noChangeAspect="1"/>
              </p:cNvGraphicFramePr>
              <p:nvPr/>
            </p:nvGraphicFramePr>
            <p:xfrm>
              <a:off x="983" y="978"/>
              <a:ext cx="537" cy="211"/>
            </p:xfrm>
            <a:graphic>
              <a:graphicData uri="http://schemas.openxmlformats.org/presentationml/2006/ole">
                <mc:AlternateContent xmlns:mc="http://schemas.openxmlformats.org/markup-compatibility/2006">
                  <mc:Choice xmlns:v="urn:schemas-microsoft-com:vml" Requires="v">
                    <p:oleObj spid="_x0000_s50616" name="Equation" r:id="rId15" imgW="355320" imgH="139680" progId="Equation.DSMT4">
                      <p:embed/>
                    </p:oleObj>
                  </mc:Choice>
                  <mc:Fallback>
                    <p:oleObj name="Equation" r:id="rId15" imgW="355320" imgH="13968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3" y="978"/>
                            <a:ext cx="537"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 name="Group 11">
            <a:extLst>
              <a:ext uri="{FF2B5EF4-FFF2-40B4-BE49-F238E27FC236}">
                <a16:creationId xmlns:a16="http://schemas.microsoft.com/office/drawing/2014/main" id="{A78566D9-E56D-497C-8614-0E1920A992A9}"/>
              </a:ext>
            </a:extLst>
          </p:cNvPr>
          <p:cNvGrpSpPr>
            <a:grpSpLocks/>
          </p:cNvGrpSpPr>
          <p:nvPr/>
        </p:nvGrpSpPr>
        <p:grpSpPr bwMode="auto">
          <a:xfrm>
            <a:off x="4610100" y="4214813"/>
            <a:ext cx="3962400" cy="2179637"/>
            <a:chOff x="1632" y="1728"/>
            <a:chExt cx="2496" cy="1373"/>
          </a:xfrm>
        </p:grpSpPr>
        <p:sp>
          <p:nvSpPr>
            <p:cNvPr id="30744" name="Line 12">
              <a:extLst>
                <a:ext uri="{FF2B5EF4-FFF2-40B4-BE49-F238E27FC236}">
                  <a16:creationId xmlns:a16="http://schemas.microsoft.com/office/drawing/2014/main" id="{26EA3CCB-EF69-4B90-8595-EB4B8FF21524}"/>
                </a:ext>
              </a:extLst>
            </p:cNvPr>
            <p:cNvSpPr>
              <a:spLocks noChangeShapeType="1"/>
            </p:cNvSpPr>
            <p:nvPr/>
          </p:nvSpPr>
          <p:spPr bwMode="auto">
            <a:xfrm>
              <a:off x="1632" y="2842"/>
              <a:ext cx="249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5" name="Line 13">
              <a:extLst>
                <a:ext uri="{FF2B5EF4-FFF2-40B4-BE49-F238E27FC236}">
                  <a16:creationId xmlns:a16="http://schemas.microsoft.com/office/drawing/2014/main" id="{C25C1A75-82C0-4F32-A99F-7EE96AE8C802}"/>
                </a:ext>
              </a:extLst>
            </p:cNvPr>
            <p:cNvSpPr>
              <a:spLocks noChangeShapeType="1"/>
            </p:cNvSpPr>
            <p:nvPr/>
          </p:nvSpPr>
          <p:spPr bwMode="auto">
            <a:xfrm flipV="1">
              <a:off x="2381" y="1808"/>
              <a:ext cx="0" cy="12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6" name="Oval 14">
              <a:extLst>
                <a:ext uri="{FF2B5EF4-FFF2-40B4-BE49-F238E27FC236}">
                  <a16:creationId xmlns:a16="http://schemas.microsoft.com/office/drawing/2014/main" id="{5F3A410A-7B7C-46B5-B3C6-1C81DE04891E}"/>
                </a:ext>
              </a:extLst>
            </p:cNvPr>
            <p:cNvSpPr>
              <a:spLocks noChangeAspect="1" noChangeArrowheads="1"/>
            </p:cNvSpPr>
            <p:nvPr/>
          </p:nvSpPr>
          <p:spPr bwMode="auto">
            <a:xfrm>
              <a:off x="3529" y="2139"/>
              <a:ext cx="95" cy="95"/>
            </a:xfrm>
            <a:prstGeom prst="ellipse">
              <a:avLst/>
            </a:prstGeom>
            <a:solidFill>
              <a:srgbClr val="FF6600"/>
            </a:solidFill>
            <a:ln w="38100">
              <a:solidFill>
                <a:srgbClr val="3366FF"/>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23" name="Object 9">
              <a:extLst>
                <a:ext uri="{FF2B5EF4-FFF2-40B4-BE49-F238E27FC236}">
                  <a16:creationId xmlns:a16="http://schemas.microsoft.com/office/drawing/2014/main" id="{93366A2B-04A8-4EBE-85C2-111ACD5A5589}"/>
                </a:ext>
              </a:extLst>
            </p:cNvPr>
            <p:cNvGraphicFramePr>
              <a:graphicFrameLocks noChangeAspect="1"/>
            </p:cNvGraphicFramePr>
            <p:nvPr/>
          </p:nvGraphicFramePr>
          <p:xfrm>
            <a:off x="3662" y="1960"/>
            <a:ext cx="252" cy="320"/>
          </p:xfrm>
          <a:graphic>
            <a:graphicData uri="http://schemas.openxmlformats.org/presentationml/2006/ole">
              <mc:AlternateContent xmlns:mc="http://schemas.openxmlformats.org/markup-compatibility/2006">
                <mc:Choice xmlns:v="urn:schemas-microsoft-com:vml" Requires="v">
                  <p:oleObj spid="_x0000_s50617" name="Equation" r:id="rId17" imgW="139680" imgH="215640" progId="Equation.DSMT4">
                    <p:embed/>
                  </p:oleObj>
                </mc:Choice>
                <mc:Fallback>
                  <p:oleObj name="Equation" r:id="rId17" imgW="139680" imgH="21564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62" y="1960"/>
                          <a:ext cx="252"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4" name="Object 10">
              <a:extLst>
                <a:ext uri="{FF2B5EF4-FFF2-40B4-BE49-F238E27FC236}">
                  <a16:creationId xmlns:a16="http://schemas.microsoft.com/office/drawing/2014/main" id="{5719E33B-83B0-4484-8414-88BC531C76E1}"/>
                </a:ext>
              </a:extLst>
            </p:cNvPr>
            <p:cNvGraphicFramePr>
              <a:graphicFrameLocks noChangeAspect="1"/>
            </p:cNvGraphicFramePr>
            <p:nvPr/>
          </p:nvGraphicFramePr>
          <p:xfrm>
            <a:off x="3229" y="2842"/>
            <a:ext cx="223" cy="203"/>
          </p:xfrm>
          <a:graphic>
            <a:graphicData uri="http://schemas.openxmlformats.org/presentationml/2006/ole">
              <mc:AlternateContent xmlns:mc="http://schemas.openxmlformats.org/markup-compatibility/2006">
                <mc:Choice xmlns:v="urn:schemas-microsoft-com:vml" Requires="v">
                  <p:oleObj spid="_x0000_s50618" name="Equation" r:id="rId19" imgW="126720" imgH="139680" progId="Equation.3">
                    <p:embed/>
                  </p:oleObj>
                </mc:Choice>
                <mc:Fallback>
                  <p:oleObj name="Equation" r:id="rId19" imgW="126720" imgH="13968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29" y="2842"/>
                          <a:ext cx="223"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7" name="Line 17">
              <a:extLst>
                <a:ext uri="{FF2B5EF4-FFF2-40B4-BE49-F238E27FC236}">
                  <a16:creationId xmlns:a16="http://schemas.microsoft.com/office/drawing/2014/main" id="{C8B59035-45CC-495F-B1A3-DCA912D51911}"/>
                </a:ext>
              </a:extLst>
            </p:cNvPr>
            <p:cNvSpPr>
              <a:spLocks noChangeShapeType="1"/>
            </p:cNvSpPr>
            <p:nvPr/>
          </p:nvSpPr>
          <p:spPr bwMode="auto">
            <a:xfrm flipV="1">
              <a:off x="2381" y="2180"/>
              <a:ext cx="1198" cy="662"/>
            </a:xfrm>
            <a:prstGeom prst="line">
              <a:avLst/>
            </a:prstGeom>
            <a:noFill/>
            <a:ln w="3810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8" name="Line 18">
              <a:extLst>
                <a:ext uri="{FF2B5EF4-FFF2-40B4-BE49-F238E27FC236}">
                  <a16:creationId xmlns:a16="http://schemas.microsoft.com/office/drawing/2014/main" id="{42674E67-57C0-46F0-86A9-E4298F376545}"/>
                </a:ext>
              </a:extLst>
            </p:cNvPr>
            <p:cNvSpPr>
              <a:spLocks noChangeShapeType="1"/>
            </p:cNvSpPr>
            <p:nvPr/>
          </p:nvSpPr>
          <p:spPr bwMode="auto">
            <a:xfrm>
              <a:off x="2381" y="2842"/>
              <a:ext cx="799" cy="0"/>
            </a:xfrm>
            <a:prstGeom prst="line">
              <a:avLst/>
            </a:prstGeom>
            <a:noFill/>
            <a:ln w="3810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9" name="Text Box 19">
              <a:extLst>
                <a:ext uri="{FF2B5EF4-FFF2-40B4-BE49-F238E27FC236}">
                  <a16:creationId xmlns:a16="http://schemas.microsoft.com/office/drawing/2014/main" id="{2B5B0A92-74B6-4974-9268-2068F865B57D}"/>
                </a:ext>
              </a:extLst>
            </p:cNvPr>
            <p:cNvSpPr txBox="1">
              <a:spLocks noChangeArrowheads="1"/>
            </p:cNvSpPr>
            <p:nvPr/>
          </p:nvSpPr>
          <p:spPr bwMode="auto">
            <a:xfrm>
              <a:off x="2164" y="2812"/>
              <a:ext cx="35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solidFill>
                    <a:srgbClr val="001212"/>
                  </a:solidFill>
                  <a:latin typeface="Times New Roman" panose="02020603050405020304" pitchFamily="18" charset="0"/>
                </a:rPr>
                <a:t>0</a:t>
              </a:r>
            </a:p>
          </p:txBody>
        </p:sp>
        <p:graphicFrame>
          <p:nvGraphicFramePr>
            <p:cNvPr id="30725" name="Object 11">
              <a:extLst>
                <a:ext uri="{FF2B5EF4-FFF2-40B4-BE49-F238E27FC236}">
                  <a16:creationId xmlns:a16="http://schemas.microsoft.com/office/drawing/2014/main" id="{591CDED3-AEEF-424D-AF05-DB5B7AC72DC8}"/>
                </a:ext>
              </a:extLst>
            </p:cNvPr>
            <p:cNvGraphicFramePr>
              <a:graphicFrameLocks noChangeAspect="1"/>
            </p:cNvGraphicFramePr>
            <p:nvPr/>
          </p:nvGraphicFramePr>
          <p:xfrm>
            <a:off x="2688" y="2832"/>
            <a:ext cx="232" cy="269"/>
          </p:xfrm>
          <a:graphic>
            <a:graphicData uri="http://schemas.openxmlformats.org/presentationml/2006/ole">
              <mc:AlternateContent xmlns:mc="http://schemas.openxmlformats.org/markup-compatibility/2006">
                <mc:Choice xmlns:v="urn:schemas-microsoft-com:vml" Requires="v">
                  <p:oleObj spid="_x0000_s50619" name="Equation" r:id="rId21" imgW="126720" imgH="177480" progId="Equation.3">
                    <p:embed/>
                  </p:oleObj>
                </mc:Choice>
                <mc:Fallback>
                  <p:oleObj name="Equation" r:id="rId21" imgW="126720" imgH="17748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88" y="2832"/>
                          <a:ext cx="23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6" name="Object 12">
              <a:extLst>
                <a:ext uri="{FF2B5EF4-FFF2-40B4-BE49-F238E27FC236}">
                  <a16:creationId xmlns:a16="http://schemas.microsoft.com/office/drawing/2014/main" id="{BF55F351-EB77-4BE6-8CFC-E861E7CC165E}"/>
                </a:ext>
              </a:extLst>
            </p:cNvPr>
            <p:cNvGraphicFramePr>
              <a:graphicFrameLocks noChangeAspect="1"/>
            </p:cNvGraphicFramePr>
            <p:nvPr/>
          </p:nvGraphicFramePr>
          <p:xfrm>
            <a:off x="2751" y="2217"/>
            <a:ext cx="252" cy="321"/>
          </p:xfrm>
          <a:graphic>
            <a:graphicData uri="http://schemas.openxmlformats.org/presentationml/2006/ole">
              <mc:AlternateContent xmlns:mc="http://schemas.openxmlformats.org/markup-compatibility/2006">
                <mc:Choice xmlns:v="urn:schemas-microsoft-com:vml" Requires="v">
                  <p:oleObj spid="_x0000_s50620" name="Equation" r:id="rId23" imgW="139680" imgH="215640" progId="Equation.DSMT4">
                    <p:embed/>
                  </p:oleObj>
                </mc:Choice>
                <mc:Fallback>
                  <p:oleObj name="Equation" r:id="rId23" imgW="139680" imgH="215640" progId="Equation.DSMT4">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51" y="2217"/>
                          <a:ext cx="252"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50" name="Oval 22">
              <a:extLst>
                <a:ext uri="{FF2B5EF4-FFF2-40B4-BE49-F238E27FC236}">
                  <a16:creationId xmlns:a16="http://schemas.microsoft.com/office/drawing/2014/main" id="{D550B968-2765-4AA5-AEBF-8D101C56ADE3}"/>
                </a:ext>
              </a:extLst>
            </p:cNvPr>
            <p:cNvSpPr>
              <a:spLocks noChangeArrowheads="1"/>
            </p:cNvSpPr>
            <p:nvPr/>
          </p:nvSpPr>
          <p:spPr bwMode="auto">
            <a:xfrm>
              <a:off x="3138" y="2784"/>
              <a:ext cx="96" cy="96"/>
            </a:xfrm>
            <a:prstGeom prst="ellipse">
              <a:avLst/>
            </a:prstGeom>
            <a:solidFill>
              <a:schemeClr val="accent1"/>
            </a:solidFill>
            <a:ln w="38100">
              <a:solidFill>
                <a:srgbClr val="001212"/>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27" name="Object 13">
              <a:extLst>
                <a:ext uri="{FF2B5EF4-FFF2-40B4-BE49-F238E27FC236}">
                  <a16:creationId xmlns:a16="http://schemas.microsoft.com/office/drawing/2014/main" id="{33159537-6156-4841-96D4-B00E071EDC92}"/>
                </a:ext>
              </a:extLst>
            </p:cNvPr>
            <p:cNvGraphicFramePr>
              <a:graphicFrameLocks noChangeAspect="1"/>
            </p:cNvGraphicFramePr>
            <p:nvPr/>
          </p:nvGraphicFramePr>
          <p:xfrm>
            <a:off x="2400" y="1728"/>
            <a:ext cx="336" cy="280"/>
          </p:xfrm>
          <a:graphic>
            <a:graphicData uri="http://schemas.openxmlformats.org/presentationml/2006/ole">
              <mc:AlternateContent xmlns:mc="http://schemas.openxmlformats.org/markup-compatibility/2006">
                <mc:Choice xmlns:v="urn:schemas-microsoft-com:vml" Requires="v">
                  <p:oleObj spid="_x0000_s50621" name="Equation" r:id="rId25" imgW="228600" imgH="190440" progId="Equation.DSMT4">
                    <p:embed/>
                  </p:oleObj>
                </mc:Choice>
                <mc:Fallback>
                  <p:oleObj name="Equation" r:id="rId25" imgW="228600" imgH="190440" progId="Equation.DSMT4">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00" y="1728"/>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8" name="Object 14">
              <a:extLst>
                <a:ext uri="{FF2B5EF4-FFF2-40B4-BE49-F238E27FC236}">
                  <a16:creationId xmlns:a16="http://schemas.microsoft.com/office/drawing/2014/main" id="{2BAC64CD-5702-45F6-9563-F64D51D19D31}"/>
                </a:ext>
              </a:extLst>
            </p:cNvPr>
            <p:cNvGraphicFramePr>
              <a:graphicFrameLocks noChangeAspect="1"/>
            </p:cNvGraphicFramePr>
            <p:nvPr/>
          </p:nvGraphicFramePr>
          <p:xfrm>
            <a:off x="3936" y="2650"/>
            <a:ext cx="192" cy="176"/>
          </p:xfrm>
          <a:graphic>
            <a:graphicData uri="http://schemas.openxmlformats.org/presentationml/2006/ole">
              <mc:AlternateContent xmlns:mc="http://schemas.openxmlformats.org/markup-compatibility/2006">
                <mc:Choice xmlns:v="urn:schemas-microsoft-com:vml" Requires="v">
                  <p:oleObj spid="_x0000_s50622" name="Equation" r:id="rId27" imgW="152280" imgH="139680" progId="Equation.DSMT4">
                    <p:embed/>
                  </p:oleObj>
                </mc:Choice>
                <mc:Fallback>
                  <p:oleObj name="Equation" r:id="rId27" imgW="152280" imgH="139680" progId="Equation.DSMT4">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36" y="265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34">
            <a:extLst>
              <a:ext uri="{FF2B5EF4-FFF2-40B4-BE49-F238E27FC236}">
                <a16:creationId xmlns:a16="http://schemas.microsoft.com/office/drawing/2014/main" id="{166B54E9-CE36-4F45-95FE-4309461E5A9E}"/>
              </a:ext>
            </a:extLst>
          </p:cNvPr>
          <p:cNvGrpSpPr>
            <a:grpSpLocks/>
          </p:cNvGrpSpPr>
          <p:nvPr/>
        </p:nvGrpSpPr>
        <p:grpSpPr bwMode="auto">
          <a:xfrm>
            <a:off x="7070725" y="4900613"/>
            <a:ext cx="1035050" cy="1082675"/>
            <a:chOff x="4761" y="2160"/>
            <a:chExt cx="652" cy="682"/>
          </a:xfrm>
        </p:grpSpPr>
        <p:sp>
          <p:nvSpPr>
            <p:cNvPr id="30743" name="Line 35">
              <a:extLst>
                <a:ext uri="{FF2B5EF4-FFF2-40B4-BE49-F238E27FC236}">
                  <a16:creationId xmlns:a16="http://schemas.microsoft.com/office/drawing/2014/main" id="{CA6FA069-C029-45A2-9FF3-30B353F0F8C2}"/>
                </a:ext>
              </a:extLst>
            </p:cNvPr>
            <p:cNvSpPr>
              <a:spLocks noChangeShapeType="1"/>
            </p:cNvSpPr>
            <p:nvPr/>
          </p:nvSpPr>
          <p:spPr bwMode="auto">
            <a:xfrm flipV="1">
              <a:off x="4761" y="2160"/>
              <a:ext cx="432" cy="682"/>
            </a:xfrm>
            <a:prstGeom prst="line">
              <a:avLst/>
            </a:prstGeom>
            <a:noFill/>
            <a:ln w="412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30722" name="Object 15">
              <a:extLst>
                <a:ext uri="{FF2B5EF4-FFF2-40B4-BE49-F238E27FC236}">
                  <a16:creationId xmlns:a16="http://schemas.microsoft.com/office/drawing/2014/main" id="{5420274A-240A-41F5-8187-B4BCCDED46D7}"/>
                </a:ext>
              </a:extLst>
            </p:cNvPr>
            <p:cNvGraphicFramePr>
              <a:graphicFrameLocks noChangeAspect="1"/>
            </p:cNvGraphicFramePr>
            <p:nvPr/>
          </p:nvGraphicFramePr>
          <p:xfrm>
            <a:off x="4999" y="2456"/>
            <a:ext cx="414" cy="299"/>
          </p:xfrm>
          <a:graphic>
            <a:graphicData uri="http://schemas.openxmlformats.org/presentationml/2006/ole">
              <mc:AlternateContent xmlns:mc="http://schemas.openxmlformats.org/markup-compatibility/2006">
                <mc:Choice xmlns:v="urn:schemas-microsoft-com:vml" Requires="v">
                  <p:oleObj spid="_x0000_s50623" name="Equation" r:id="rId29" imgW="368280" imgH="228600" progId="Equation.DSMT4">
                    <p:embed/>
                  </p:oleObj>
                </mc:Choice>
                <mc:Fallback>
                  <p:oleObj name="Equation" r:id="rId29" imgW="368280" imgH="228600" progId="Equation.DSMT4">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999" y="2456"/>
                          <a:ext cx="414"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99B5C2A-50FC-4670-AB55-61356054575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08DDBC4-2CB0-42D3-A757-31D1A71F65AD}" type="slidenum">
              <a:rPr lang="zh-CN" altLang="en-US">
                <a:solidFill>
                  <a:srgbClr val="898989"/>
                </a:solidFill>
                <a:latin typeface="Calibri" panose="020F0502020204030204" pitchFamily="34" charset="0"/>
              </a:rPr>
              <a:pPr eaLnBrk="1" hangingPunct="1"/>
              <a:t>26</a:t>
            </a:fld>
            <a:endParaRPr lang="zh-CN" altLang="en-US">
              <a:solidFill>
                <a:srgbClr val="898989"/>
              </a:solidFill>
              <a:latin typeface="Calibri" panose="020F0502020204030204" pitchFamily="34" charset="0"/>
            </a:endParaRPr>
          </a:p>
        </p:txBody>
      </p:sp>
      <p:grpSp>
        <p:nvGrpSpPr>
          <p:cNvPr id="31765" name="组合 11">
            <a:extLst>
              <a:ext uri="{FF2B5EF4-FFF2-40B4-BE49-F238E27FC236}">
                <a16:creationId xmlns:a16="http://schemas.microsoft.com/office/drawing/2014/main" id="{C309C7E6-2BBC-4D8D-9488-2AC2E5CFA56C}"/>
              </a:ext>
            </a:extLst>
          </p:cNvPr>
          <p:cNvGrpSpPr>
            <a:grpSpLocks/>
          </p:cNvGrpSpPr>
          <p:nvPr/>
        </p:nvGrpSpPr>
        <p:grpSpPr bwMode="auto">
          <a:xfrm>
            <a:off x="642938" y="388938"/>
            <a:ext cx="7391400" cy="1195387"/>
            <a:chOff x="714348" y="1285860"/>
            <a:chExt cx="7391400" cy="1195846"/>
          </a:xfrm>
        </p:grpSpPr>
        <p:sp>
          <p:nvSpPr>
            <p:cNvPr id="31783" name="Text Box 6">
              <a:extLst>
                <a:ext uri="{FF2B5EF4-FFF2-40B4-BE49-F238E27FC236}">
                  <a16:creationId xmlns:a16="http://schemas.microsoft.com/office/drawing/2014/main" id="{9762BA22-17AA-43AD-8B33-827A3F80FAAE}"/>
                </a:ext>
              </a:extLst>
            </p:cNvPr>
            <p:cNvSpPr txBox="1">
              <a:spLocks noChangeArrowheads="1"/>
            </p:cNvSpPr>
            <p:nvPr/>
          </p:nvSpPr>
          <p:spPr bwMode="auto">
            <a:xfrm>
              <a:off x="714348" y="1285860"/>
              <a:ext cx="7391400" cy="1093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矢量           称为</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零点矢量</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，它的长度             表示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其幅角即为                。</a:t>
              </a:r>
            </a:p>
          </p:txBody>
        </p:sp>
        <p:graphicFrame>
          <p:nvGraphicFramePr>
            <p:cNvPr id="31760" name="Object 2">
              <a:extLst>
                <a:ext uri="{FF2B5EF4-FFF2-40B4-BE49-F238E27FC236}">
                  <a16:creationId xmlns:a16="http://schemas.microsoft.com/office/drawing/2014/main" id="{9CB90E14-534B-45B6-927B-98E52F3D454D}"/>
                </a:ext>
              </a:extLst>
            </p:cNvPr>
            <p:cNvGraphicFramePr>
              <a:graphicFrameLocks noChangeAspect="1"/>
            </p:cNvGraphicFramePr>
            <p:nvPr/>
          </p:nvGraphicFramePr>
          <p:xfrm>
            <a:off x="4429124" y="1873693"/>
            <a:ext cx="1363663" cy="517525"/>
          </p:xfrm>
          <a:graphic>
            <a:graphicData uri="http://schemas.openxmlformats.org/presentationml/2006/ole">
              <mc:AlternateContent xmlns:mc="http://schemas.openxmlformats.org/markup-compatibility/2006">
                <mc:Choice xmlns:v="urn:schemas-microsoft-com:vml" Requires="v">
                  <p:oleObj spid="_x0000_s46930" name="Equation" r:id="rId3" imgW="495000" imgH="215640" progId="Equation.DSMT4">
                    <p:embed/>
                  </p:oleObj>
                </mc:Choice>
                <mc:Fallback>
                  <p:oleObj name="Equation" r:id="rId3" imgW="495000" imgH="2156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24" y="1873693"/>
                          <a:ext cx="13636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61" name="Object 3">
              <a:extLst>
                <a:ext uri="{FF2B5EF4-FFF2-40B4-BE49-F238E27FC236}">
                  <a16:creationId xmlns:a16="http://schemas.microsoft.com/office/drawing/2014/main" id="{A7A30AC9-7DA3-4E90-89C8-8DD0401274F4}"/>
                </a:ext>
              </a:extLst>
            </p:cNvPr>
            <p:cNvGraphicFramePr>
              <a:graphicFrameLocks noChangeAspect="1"/>
            </p:cNvGraphicFramePr>
            <p:nvPr/>
          </p:nvGraphicFramePr>
          <p:xfrm>
            <a:off x="1247072" y="1873693"/>
            <a:ext cx="1066800" cy="608013"/>
          </p:xfrm>
          <a:graphic>
            <a:graphicData uri="http://schemas.openxmlformats.org/presentationml/2006/ole">
              <mc:AlternateContent xmlns:mc="http://schemas.openxmlformats.org/markup-compatibility/2006">
                <mc:Choice xmlns:v="urn:schemas-microsoft-com:vml" Requires="v">
                  <p:oleObj spid="_x0000_s46931" name="Equation" r:id="rId5" imgW="444240" imgH="253800" progId="Equation.DSMT4">
                    <p:embed/>
                  </p:oleObj>
                </mc:Choice>
                <mc:Fallback>
                  <p:oleObj name="Equation" r:id="rId5" imgW="444240" imgH="253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7072" y="1873693"/>
                          <a:ext cx="106680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62" name="Object 4">
              <a:extLst>
                <a:ext uri="{FF2B5EF4-FFF2-40B4-BE49-F238E27FC236}">
                  <a16:creationId xmlns:a16="http://schemas.microsoft.com/office/drawing/2014/main" id="{53A42C9C-1043-4895-B654-68B5B999C5B8}"/>
                </a:ext>
              </a:extLst>
            </p:cNvPr>
            <p:cNvGraphicFramePr>
              <a:graphicFrameLocks noChangeAspect="1"/>
            </p:cNvGraphicFramePr>
            <p:nvPr/>
          </p:nvGraphicFramePr>
          <p:xfrm>
            <a:off x="1561397" y="1389956"/>
            <a:ext cx="849312" cy="527050"/>
          </p:xfrm>
          <a:graphic>
            <a:graphicData uri="http://schemas.openxmlformats.org/presentationml/2006/ole">
              <mc:AlternateContent xmlns:mc="http://schemas.openxmlformats.org/markup-compatibility/2006">
                <mc:Choice xmlns:v="urn:schemas-microsoft-com:vml" Requires="v">
                  <p:oleObj spid="_x0000_s46932" name="Equation" r:id="rId7" imgW="368280" imgH="228600" progId="Equation.DSMT4">
                    <p:embed/>
                  </p:oleObj>
                </mc:Choice>
                <mc:Fallback>
                  <p:oleObj name="Equation" r:id="rId7" imgW="368280" imgH="2286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1397" y="1389956"/>
                          <a:ext cx="849312"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63" name="Object 6">
              <a:extLst>
                <a:ext uri="{FF2B5EF4-FFF2-40B4-BE49-F238E27FC236}">
                  <a16:creationId xmlns:a16="http://schemas.microsoft.com/office/drawing/2014/main" id="{F4A21546-8EDF-43AB-8C83-5B34AF13BA09}"/>
                </a:ext>
              </a:extLst>
            </p:cNvPr>
            <p:cNvGraphicFramePr>
              <a:graphicFrameLocks noChangeAspect="1"/>
            </p:cNvGraphicFramePr>
            <p:nvPr/>
          </p:nvGraphicFramePr>
          <p:xfrm>
            <a:off x="6534171" y="1373627"/>
            <a:ext cx="966787" cy="585787"/>
          </p:xfrm>
          <a:graphic>
            <a:graphicData uri="http://schemas.openxmlformats.org/presentationml/2006/ole">
              <mc:AlternateContent xmlns:mc="http://schemas.openxmlformats.org/markup-compatibility/2006">
                <mc:Choice xmlns:v="urn:schemas-microsoft-com:vml" Requires="v">
                  <p:oleObj spid="_x0000_s46933" name="Equation" r:id="rId9" imgW="419040" imgH="253800" progId="Equation.DSMT4">
                    <p:embed/>
                  </p:oleObj>
                </mc:Choice>
                <mc:Fallback>
                  <p:oleObj name="Equation" r:id="rId9" imgW="419040" imgH="253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4171" y="1373627"/>
                          <a:ext cx="966787"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2">
            <a:extLst>
              <a:ext uri="{FF2B5EF4-FFF2-40B4-BE49-F238E27FC236}">
                <a16:creationId xmlns:a16="http://schemas.microsoft.com/office/drawing/2014/main" id="{736EF378-BBA6-42CC-B49F-78F949C201AD}"/>
              </a:ext>
            </a:extLst>
          </p:cNvPr>
          <p:cNvGrpSpPr>
            <a:grpSpLocks/>
          </p:cNvGrpSpPr>
          <p:nvPr/>
        </p:nvGrpSpPr>
        <p:grpSpPr bwMode="auto">
          <a:xfrm>
            <a:off x="1265238" y="2301875"/>
            <a:ext cx="3840162" cy="942975"/>
            <a:chOff x="866" y="1061"/>
            <a:chExt cx="2419" cy="594"/>
          </a:xfrm>
        </p:grpSpPr>
        <p:graphicFrame>
          <p:nvGraphicFramePr>
            <p:cNvPr id="31758" name="Object 7">
              <a:extLst>
                <a:ext uri="{FF2B5EF4-FFF2-40B4-BE49-F238E27FC236}">
                  <a16:creationId xmlns:a16="http://schemas.microsoft.com/office/drawing/2014/main" id="{FF1B3896-1D12-4CC4-AE33-B2027666AFC9}"/>
                </a:ext>
              </a:extLst>
            </p:cNvPr>
            <p:cNvGraphicFramePr>
              <a:graphicFrameLocks noChangeAspect="1"/>
            </p:cNvGraphicFramePr>
            <p:nvPr/>
          </p:nvGraphicFramePr>
          <p:xfrm>
            <a:off x="866" y="1061"/>
            <a:ext cx="1304" cy="594"/>
          </p:xfrm>
          <a:graphic>
            <a:graphicData uri="http://schemas.openxmlformats.org/presentationml/2006/ole">
              <mc:AlternateContent xmlns:mc="http://schemas.openxmlformats.org/markup-compatibility/2006">
                <mc:Choice xmlns:v="urn:schemas-microsoft-com:vml" Requires="v">
                  <p:oleObj spid="_x0000_s46934" name="Equation" r:id="rId11" imgW="863280" imgH="393480" progId="Equation.DSMT4">
                    <p:embed/>
                  </p:oleObj>
                </mc:Choice>
                <mc:Fallback>
                  <p:oleObj name="Equation" r:id="rId11" imgW="863280" imgH="39348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6" y="1061"/>
                          <a:ext cx="1304"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82" name="Text Box 4">
              <a:extLst>
                <a:ext uri="{FF2B5EF4-FFF2-40B4-BE49-F238E27FC236}">
                  <a16:creationId xmlns:a16="http://schemas.microsoft.com/office/drawing/2014/main" id="{43FABB4E-40DF-470D-91E5-E62CA5321E46}"/>
                </a:ext>
              </a:extLst>
            </p:cNvPr>
            <p:cNvSpPr txBox="1">
              <a:spLocks noChangeArrowheads="1"/>
            </p:cNvSpPr>
            <p:nvPr/>
          </p:nvSpPr>
          <p:spPr bwMode="auto">
            <a:xfrm>
              <a:off x="2183" y="1185"/>
              <a:ext cx="98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极点</a:t>
              </a:r>
            </a:p>
          </p:txBody>
        </p:sp>
        <p:graphicFrame>
          <p:nvGraphicFramePr>
            <p:cNvPr id="31759" name="Object 8">
              <a:extLst>
                <a:ext uri="{FF2B5EF4-FFF2-40B4-BE49-F238E27FC236}">
                  <a16:creationId xmlns:a16="http://schemas.microsoft.com/office/drawing/2014/main" id="{BA4D0721-AE88-4D57-8F42-F84FCCC5B256}"/>
                </a:ext>
              </a:extLst>
            </p:cNvPr>
            <p:cNvGraphicFramePr>
              <a:graphicFrameLocks noChangeAspect="1"/>
            </p:cNvGraphicFramePr>
            <p:nvPr/>
          </p:nvGraphicFramePr>
          <p:xfrm>
            <a:off x="2764" y="1299"/>
            <a:ext cx="521" cy="211"/>
          </p:xfrm>
          <a:graphic>
            <a:graphicData uri="http://schemas.openxmlformats.org/presentationml/2006/ole">
              <mc:AlternateContent xmlns:mc="http://schemas.openxmlformats.org/markup-compatibility/2006">
                <mc:Choice xmlns:v="urn:schemas-microsoft-com:vml" Requires="v">
                  <p:oleObj spid="_x0000_s46935" name="Equation" r:id="rId13" imgW="342720" imgH="139680" progId="Equation.DSMT4">
                    <p:embed/>
                  </p:oleObj>
                </mc:Choice>
                <mc:Fallback>
                  <p:oleObj name="Equation" r:id="rId13" imgW="342720" imgH="13968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64" y="1299"/>
                          <a:ext cx="521"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8" name="Object 9">
            <a:extLst>
              <a:ext uri="{FF2B5EF4-FFF2-40B4-BE49-F238E27FC236}">
                <a16:creationId xmlns:a16="http://schemas.microsoft.com/office/drawing/2014/main" id="{C97F30BB-FE4F-4982-85E5-9F9A9AA7D7B8}"/>
              </a:ext>
            </a:extLst>
          </p:cNvPr>
          <p:cNvGraphicFramePr>
            <a:graphicFrameLocks noChangeAspect="1"/>
          </p:cNvGraphicFramePr>
          <p:nvPr>
            <p:extLst>
              <p:ext uri="{D42A27DB-BD31-4B8C-83A1-F6EECF244321}">
                <p14:modId xmlns:p14="http://schemas.microsoft.com/office/powerpoint/2010/main" val="626230713"/>
              </p:ext>
            </p:extLst>
          </p:nvPr>
        </p:nvGraphicFramePr>
        <p:xfrm>
          <a:off x="1235075" y="3333750"/>
          <a:ext cx="2765425" cy="1068388"/>
        </p:xfrm>
        <a:graphic>
          <a:graphicData uri="http://schemas.openxmlformats.org/presentationml/2006/ole">
            <mc:AlternateContent xmlns:mc="http://schemas.openxmlformats.org/markup-compatibility/2006">
              <mc:Choice xmlns:v="urn:schemas-microsoft-com:vml" Requires="v">
                <p:oleObj spid="_x0000_s46936" name="Equation" r:id="rId15" imgW="990360" imgH="444240" progId="Equation.DSMT4">
                  <p:embed/>
                </p:oleObj>
              </mc:Choice>
              <mc:Fallback>
                <p:oleObj name="Equation" r:id="rId15" imgW="990360" imgH="44424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35075" y="3333750"/>
                        <a:ext cx="2765425"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7">
            <a:extLst>
              <a:ext uri="{FF2B5EF4-FFF2-40B4-BE49-F238E27FC236}">
                <a16:creationId xmlns:a16="http://schemas.microsoft.com/office/drawing/2014/main" id="{47E1B500-DC5E-47E8-B3F7-AEC72149D0E9}"/>
              </a:ext>
            </a:extLst>
          </p:cNvPr>
          <p:cNvGrpSpPr>
            <a:grpSpLocks/>
          </p:cNvGrpSpPr>
          <p:nvPr/>
        </p:nvGrpSpPr>
        <p:grpSpPr bwMode="auto">
          <a:xfrm>
            <a:off x="828675" y="5175250"/>
            <a:ext cx="7743825" cy="1182688"/>
            <a:chOff x="900113" y="5072074"/>
            <a:chExt cx="7743853" cy="1182691"/>
          </a:xfrm>
        </p:grpSpPr>
        <p:sp>
          <p:nvSpPr>
            <p:cNvPr id="31781" name="Text Box 10">
              <a:extLst>
                <a:ext uri="{FF2B5EF4-FFF2-40B4-BE49-F238E27FC236}">
                  <a16:creationId xmlns:a16="http://schemas.microsoft.com/office/drawing/2014/main" id="{395CEC94-49E5-405F-9A48-BF424FA2C72C}"/>
                </a:ext>
              </a:extLst>
            </p:cNvPr>
            <p:cNvSpPr txBox="1">
              <a:spLocks noChangeArrowheads="1"/>
            </p:cNvSpPr>
            <p:nvPr/>
          </p:nvSpPr>
          <p:spPr bwMode="auto">
            <a:xfrm>
              <a:off x="900113" y="5072074"/>
              <a:ext cx="7743853"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直接由极点向    点作矢量（称为</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极点矢量</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），其长度的倒数为             ，幅角的负值为                。</a:t>
              </a:r>
            </a:p>
          </p:txBody>
        </p:sp>
        <p:graphicFrame>
          <p:nvGraphicFramePr>
            <p:cNvPr id="31755" name="Object 11">
              <a:extLst>
                <a:ext uri="{FF2B5EF4-FFF2-40B4-BE49-F238E27FC236}">
                  <a16:creationId xmlns:a16="http://schemas.microsoft.com/office/drawing/2014/main" id="{4A68B726-E40D-4F0A-BA1A-5E2B6C68BD7A}"/>
                </a:ext>
              </a:extLst>
            </p:cNvPr>
            <p:cNvGraphicFramePr>
              <a:graphicFrameLocks noChangeAspect="1"/>
            </p:cNvGraphicFramePr>
            <p:nvPr/>
          </p:nvGraphicFramePr>
          <p:xfrm>
            <a:off x="3149362" y="5121061"/>
            <a:ext cx="409575" cy="515937"/>
          </p:xfrm>
          <a:graphic>
            <a:graphicData uri="http://schemas.openxmlformats.org/presentationml/2006/ole">
              <mc:AlternateContent xmlns:mc="http://schemas.openxmlformats.org/markup-compatibility/2006">
                <mc:Choice xmlns:v="urn:schemas-microsoft-com:vml" Requires="v">
                  <p:oleObj spid="_x0000_s46937" name="Equation" r:id="rId17" imgW="139680" imgH="215640" progId="Equation.DSMT4">
                    <p:embed/>
                  </p:oleObj>
                </mc:Choice>
                <mc:Fallback>
                  <p:oleObj name="Equation" r:id="rId17" imgW="139680" imgH="21564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49362" y="5121061"/>
                          <a:ext cx="409575"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6" name="Object 12">
              <a:extLst>
                <a:ext uri="{FF2B5EF4-FFF2-40B4-BE49-F238E27FC236}">
                  <a16:creationId xmlns:a16="http://schemas.microsoft.com/office/drawing/2014/main" id="{976E556D-2B2F-4C5B-80A2-F33BD81C9092}"/>
                </a:ext>
              </a:extLst>
            </p:cNvPr>
            <p:cNvGraphicFramePr>
              <a:graphicFrameLocks noChangeAspect="1"/>
            </p:cNvGraphicFramePr>
            <p:nvPr/>
          </p:nvGraphicFramePr>
          <p:xfrm>
            <a:off x="3217861" y="5643578"/>
            <a:ext cx="1068387" cy="611187"/>
          </p:xfrm>
          <a:graphic>
            <a:graphicData uri="http://schemas.openxmlformats.org/presentationml/2006/ole">
              <mc:AlternateContent xmlns:mc="http://schemas.openxmlformats.org/markup-compatibility/2006">
                <mc:Choice xmlns:v="urn:schemas-microsoft-com:vml" Requires="v">
                  <p:oleObj spid="_x0000_s46938" name="Equation" r:id="rId19" imgW="444240" imgH="253800" progId="Equation.DSMT4">
                    <p:embed/>
                  </p:oleObj>
                </mc:Choice>
                <mc:Fallback>
                  <p:oleObj name="Equation" r:id="rId19" imgW="444240" imgH="25380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17861" y="5643578"/>
                          <a:ext cx="1068387"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7" name="Object 13">
              <a:extLst>
                <a:ext uri="{FF2B5EF4-FFF2-40B4-BE49-F238E27FC236}">
                  <a16:creationId xmlns:a16="http://schemas.microsoft.com/office/drawing/2014/main" id="{D49BA65F-A26B-4153-9AC5-187B54990FF7}"/>
                </a:ext>
              </a:extLst>
            </p:cNvPr>
            <p:cNvGraphicFramePr>
              <a:graphicFrameLocks noChangeAspect="1"/>
            </p:cNvGraphicFramePr>
            <p:nvPr>
              <p:extLst>
                <p:ext uri="{D42A27DB-BD31-4B8C-83A1-F6EECF244321}">
                  <p14:modId xmlns:p14="http://schemas.microsoft.com/office/powerpoint/2010/main" val="2411821665"/>
                </p:ext>
              </p:extLst>
            </p:nvPr>
          </p:nvGraphicFramePr>
          <p:xfrm>
            <a:off x="6880203" y="5659907"/>
            <a:ext cx="1363662" cy="517525"/>
          </p:xfrm>
          <a:graphic>
            <a:graphicData uri="http://schemas.openxmlformats.org/presentationml/2006/ole">
              <mc:AlternateContent xmlns:mc="http://schemas.openxmlformats.org/markup-compatibility/2006">
                <mc:Choice xmlns:v="urn:schemas-microsoft-com:vml" Requires="v">
                  <p:oleObj spid="_x0000_s46939" name="Equation" r:id="rId21" imgW="495000" imgH="215640" progId="Equation.DSMT4">
                    <p:embed/>
                  </p:oleObj>
                </mc:Choice>
                <mc:Fallback>
                  <p:oleObj name="Equation" r:id="rId21" imgW="495000" imgH="21564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0203" y="5659907"/>
                          <a:ext cx="13636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5" name="Text Box 14">
            <a:extLst>
              <a:ext uri="{FF2B5EF4-FFF2-40B4-BE49-F238E27FC236}">
                <a16:creationId xmlns:a16="http://schemas.microsoft.com/office/drawing/2014/main" id="{BF87BFF7-19EB-4BAF-961E-A756DE9E4D33}"/>
              </a:ext>
            </a:extLst>
          </p:cNvPr>
          <p:cNvSpPr txBox="1">
            <a:spLocks noChangeArrowheads="1"/>
          </p:cNvSpPr>
          <p:nvPr/>
        </p:nvSpPr>
        <p:spPr bwMode="auto">
          <a:xfrm>
            <a:off x="747713" y="1598613"/>
            <a:ext cx="33099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2.  </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单极点情况：</a:t>
            </a:r>
          </a:p>
        </p:txBody>
      </p:sp>
      <p:grpSp>
        <p:nvGrpSpPr>
          <p:cNvPr id="6" name="Group 15">
            <a:extLst>
              <a:ext uri="{FF2B5EF4-FFF2-40B4-BE49-F238E27FC236}">
                <a16:creationId xmlns:a16="http://schemas.microsoft.com/office/drawing/2014/main" id="{20C6DB35-9D60-4027-83C1-BE94EF628CE1}"/>
              </a:ext>
            </a:extLst>
          </p:cNvPr>
          <p:cNvGrpSpPr>
            <a:grpSpLocks/>
          </p:cNvGrpSpPr>
          <p:nvPr/>
        </p:nvGrpSpPr>
        <p:grpSpPr bwMode="auto">
          <a:xfrm>
            <a:off x="4429125" y="2503488"/>
            <a:ext cx="3962400" cy="2243137"/>
            <a:chOff x="2928" y="1056"/>
            <a:chExt cx="2496" cy="1413"/>
          </a:xfrm>
        </p:grpSpPr>
        <p:sp>
          <p:nvSpPr>
            <p:cNvPr id="31772" name="Line 16">
              <a:extLst>
                <a:ext uri="{FF2B5EF4-FFF2-40B4-BE49-F238E27FC236}">
                  <a16:creationId xmlns:a16="http://schemas.microsoft.com/office/drawing/2014/main" id="{0B6CF695-69EB-4857-8F6D-DE2B580D6CCC}"/>
                </a:ext>
              </a:extLst>
            </p:cNvPr>
            <p:cNvSpPr>
              <a:spLocks noChangeShapeType="1"/>
            </p:cNvSpPr>
            <p:nvPr/>
          </p:nvSpPr>
          <p:spPr bwMode="auto">
            <a:xfrm>
              <a:off x="2928" y="2186"/>
              <a:ext cx="249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3" name="Line 17">
              <a:extLst>
                <a:ext uri="{FF2B5EF4-FFF2-40B4-BE49-F238E27FC236}">
                  <a16:creationId xmlns:a16="http://schemas.microsoft.com/office/drawing/2014/main" id="{B9BC6308-27D8-47D8-A884-C78183306B70}"/>
                </a:ext>
              </a:extLst>
            </p:cNvPr>
            <p:cNvSpPr>
              <a:spLocks noChangeShapeType="1"/>
            </p:cNvSpPr>
            <p:nvPr/>
          </p:nvSpPr>
          <p:spPr bwMode="auto">
            <a:xfrm flipV="1">
              <a:off x="3677" y="1152"/>
              <a:ext cx="0" cy="12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4" name="Oval 18">
              <a:extLst>
                <a:ext uri="{FF2B5EF4-FFF2-40B4-BE49-F238E27FC236}">
                  <a16:creationId xmlns:a16="http://schemas.microsoft.com/office/drawing/2014/main" id="{714D3B13-C08E-4071-80D8-A2C49636DE71}"/>
                </a:ext>
              </a:extLst>
            </p:cNvPr>
            <p:cNvSpPr>
              <a:spLocks noChangeArrowheads="1"/>
            </p:cNvSpPr>
            <p:nvPr/>
          </p:nvSpPr>
          <p:spPr bwMode="auto">
            <a:xfrm>
              <a:off x="4825" y="1483"/>
              <a:ext cx="100" cy="82"/>
            </a:xfrm>
            <a:prstGeom prst="ellipse">
              <a:avLst/>
            </a:prstGeom>
            <a:solidFill>
              <a:srgbClr val="FF6600"/>
            </a:solidFill>
            <a:ln w="38100">
              <a:solidFill>
                <a:srgbClr val="3366FF"/>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endParaRPr lang="zh-CN" altLang="en-US">
                <a:latin typeface="Times New Roman" panose="02020603050405020304" pitchFamily="18" charset="0"/>
                <a:ea typeface="华文楷体" panose="02010600040101010101" pitchFamily="2" charset="-122"/>
              </a:endParaRPr>
            </a:p>
          </p:txBody>
        </p:sp>
        <p:graphicFrame>
          <p:nvGraphicFramePr>
            <p:cNvPr id="31749" name="Object 14">
              <a:extLst>
                <a:ext uri="{FF2B5EF4-FFF2-40B4-BE49-F238E27FC236}">
                  <a16:creationId xmlns:a16="http://schemas.microsoft.com/office/drawing/2014/main" id="{2EADAC6D-84A3-4A0B-AECA-C79549D57E19}"/>
                </a:ext>
              </a:extLst>
            </p:cNvPr>
            <p:cNvGraphicFramePr>
              <a:graphicFrameLocks noChangeAspect="1"/>
            </p:cNvGraphicFramePr>
            <p:nvPr/>
          </p:nvGraphicFramePr>
          <p:xfrm>
            <a:off x="4958" y="1304"/>
            <a:ext cx="252" cy="320"/>
          </p:xfrm>
          <a:graphic>
            <a:graphicData uri="http://schemas.openxmlformats.org/presentationml/2006/ole">
              <mc:AlternateContent xmlns:mc="http://schemas.openxmlformats.org/markup-compatibility/2006">
                <mc:Choice xmlns:v="urn:schemas-microsoft-com:vml" Requires="v">
                  <p:oleObj spid="_x0000_s46940" name="Equation" r:id="rId22" imgW="139680" imgH="215640" progId="Equation.DSMT4">
                    <p:embed/>
                  </p:oleObj>
                </mc:Choice>
                <mc:Fallback>
                  <p:oleObj name="Equation" r:id="rId22" imgW="139680" imgH="215640" progId="Equation.DSMT4">
                    <p:embed/>
                    <p:pic>
                      <p:nvPicPr>
                        <p:cNvPr id="0" name="Object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58" y="1304"/>
                          <a:ext cx="252"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0" name="Object 15">
              <a:extLst>
                <a:ext uri="{FF2B5EF4-FFF2-40B4-BE49-F238E27FC236}">
                  <a16:creationId xmlns:a16="http://schemas.microsoft.com/office/drawing/2014/main" id="{D7E8E3E0-5876-48BB-9BCB-B469F237895E}"/>
                </a:ext>
              </a:extLst>
            </p:cNvPr>
            <p:cNvGraphicFramePr>
              <a:graphicFrameLocks noChangeAspect="1"/>
            </p:cNvGraphicFramePr>
            <p:nvPr/>
          </p:nvGraphicFramePr>
          <p:xfrm>
            <a:off x="4525" y="2186"/>
            <a:ext cx="223" cy="203"/>
          </p:xfrm>
          <a:graphic>
            <a:graphicData uri="http://schemas.openxmlformats.org/presentationml/2006/ole">
              <mc:AlternateContent xmlns:mc="http://schemas.openxmlformats.org/markup-compatibility/2006">
                <mc:Choice xmlns:v="urn:schemas-microsoft-com:vml" Requires="v">
                  <p:oleObj spid="_x0000_s46941" name="Equation" r:id="rId24" imgW="126720" imgH="139680" progId="Equation.3">
                    <p:embed/>
                  </p:oleObj>
                </mc:Choice>
                <mc:Fallback>
                  <p:oleObj name="Equation" r:id="rId24" imgW="126720" imgH="139680" progId="Equation.3">
                    <p:embed/>
                    <p:pic>
                      <p:nvPicPr>
                        <p:cNvPr id="0" name="Object 1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25" y="2186"/>
                          <a:ext cx="223"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5" name="Line 21">
              <a:extLst>
                <a:ext uri="{FF2B5EF4-FFF2-40B4-BE49-F238E27FC236}">
                  <a16:creationId xmlns:a16="http://schemas.microsoft.com/office/drawing/2014/main" id="{0F5C5012-3D1B-43B5-91DE-8AED59833980}"/>
                </a:ext>
              </a:extLst>
            </p:cNvPr>
            <p:cNvSpPr>
              <a:spLocks noChangeShapeType="1"/>
            </p:cNvSpPr>
            <p:nvPr/>
          </p:nvSpPr>
          <p:spPr bwMode="auto">
            <a:xfrm flipV="1">
              <a:off x="3677" y="1524"/>
              <a:ext cx="1198" cy="662"/>
            </a:xfrm>
            <a:prstGeom prst="line">
              <a:avLst/>
            </a:prstGeom>
            <a:noFill/>
            <a:ln w="3810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6" name="Line 22">
              <a:extLst>
                <a:ext uri="{FF2B5EF4-FFF2-40B4-BE49-F238E27FC236}">
                  <a16:creationId xmlns:a16="http://schemas.microsoft.com/office/drawing/2014/main" id="{A0E25A93-9ED4-425B-84C7-6EEB7349FB03}"/>
                </a:ext>
              </a:extLst>
            </p:cNvPr>
            <p:cNvSpPr>
              <a:spLocks noChangeShapeType="1"/>
            </p:cNvSpPr>
            <p:nvPr/>
          </p:nvSpPr>
          <p:spPr bwMode="auto">
            <a:xfrm>
              <a:off x="3677" y="2186"/>
              <a:ext cx="799" cy="0"/>
            </a:xfrm>
            <a:prstGeom prst="line">
              <a:avLst/>
            </a:prstGeom>
            <a:noFill/>
            <a:ln w="38100">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77" name="Text Box 23">
              <a:extLst>
                <a:ext uri="{FF2B5EF4-FFF2-40B4-BE49-F238E27FC236}">
                  <a16:creationId xmlns:a16="http://schemas.microsoft.com/office/drawing/2014/main" id="{310E737F-5000-48BF-8281-AE52C49E2661}"/>
                </a:ext>
              </a:extLst>
            </p:cNvPr>
            <p:cNvSpPr txBox="1">
              <a:spLocks noChangeArrowheads="1"/>
            </p:cNvSpPr>
            <p:nvPr/>
          </p:nvSpPr>
          <p:spPr bwMode="auto">
            <a:xfrm>
              <a:off x="3460" y="2156"/>
              <a:ext cx="35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en-US" altLang="zh-CN" sz="2400">
                  <a:latin typeface="Times New Roman" panose="02020603050405020304" pitchFamily="18" charset="0"/>
                  <a:ea typeface="华文楷体" panose="02010600040101010101" pitchFamily="2" charset="-122"/>
                </a:rPr>
                <a:t>0</a:t>
              </a:r>
            </a:p>
          </p:txBody>
        </p:sp>
        <p:graphicFrame>
          <p:nvGraphicFramePr>
            <p:cNvPr id="31751" name="Object 16">
              <a:extLst>
                <a:ext uri="{FF2B5EF4-FFF2-40B4-BE49-F238E27FC236}">
                  <a16:creationId xmlns:a16="http://schemas.microsoft.com/office/drawing/2014/main" id="{6CA1B990-0CBD-4927-BA00-76B8D1FCC92F}"/>
                </a:ext>
              </a:extLst>
            </p:cNvPr>
            <p:cNvGraphicFramePr>
              <a:graphicFrameLocks noChangeAspect="1"/>
            </p:cNvGraphicFramePr>
            <p:nvPr/>
          </p:nvGraphicFramePr>
          <p:xfrm>
            <a:off x="3984" y="2176"/>
            <a:ext cx="232" cy="269"/>
          </p:xfrm>
          <a:graphic>
            <a:graphicData uri="http://schemas.openxmlformats.org/presentationml/2006/ole">
              <mc:AlternateContent xmlns:mc="http://schemas.openxmlformats.org/markup-compatibility/2006">
                <mc:Choice xmlns:v="urn:schemas-microsoft-com:vml" Requires="v">
                  <p:oleObj spid="_x0000_s46942" name="Equation" r:id="rId26" imgW="126720" imgH="177480" progId="Equation.3">
                    <p:embed/>
                  </p:oleObj>
                </mc:Choice>
                <mc:Fallback>
                  <p:oleObj name="Equation" r:id="rId26" imgW="126720" imgH="177480" progId="Equation.3">
                    <p:embed/>
                    <p:pic>
                      <p:nvPicPr>
                        <p:cNvPr id="0" name="Object 1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84" y="2176"/>
                          <a:ext cx="23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2" name="Object 17">
              <a:extLst>
                <a:ext uri="{FF2B5EF4-FFF2-40B4-BE49-F238E27FC236}">
                  <a16:creationId xmlns:a16="http://schemas.microsoft.com/office/drawing/2014/main" id="{FD5E4D1E-B0CD-4F2D-9398-FC06913F1C8C}"/>
                </a:ext>
              </a:extLst>
            </p:cNvPr>
            <p:cNvGraphicFramePr>
              <a:graphicFrameLocks noChangeAspect="1"/>
            </p:cNvGraphicFramePr>
            <p:nvPr/>
          </p:nvGraphicFramePr>
          <p:xfrm>
            <a:off x="4047" y="1561"/>
            <a:ext cx="252" cy="321"/>
          </p:xfrm>
          <a:graphic>
            <a:graphicData uri="http://schemas.openxmlformats.org/presentationml/2006/ole">
              <mc:AlternateContent xmlns:mc="http://schemas.openxmlformats.org/markup-compatibility/2006">
                <mc:Choice xmlns:v="urn:schemas-microsoft-com:vml" Requires="v">
                  <p:oleObj spid="_x0000_s46943" name="Equation" r:id="rId28" imgW="139680" imgH="215640" progId="Equation.DSMT4">
                    <p:embed/>
                  </p:oleObj>
                </mc:Choice>
                <mc:Fallback>
                  <p:oleObj name="Equation" r:id="rId28" imgW="139680" imgH="215640" progId="Equation.DSMT4">
                    <p:embed/>
                    <p:pic>
                      <p:nvPicPr>
                        <p:cNvPr id="0" name="Object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047" y="1561"/>
                          <a:ext cx="252"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78" name="Group 26">
              <a:extLst>
                <a:ext uri="{FF2B5EF4-FFF2-40B4-BE49-F238E27FC236}">
                  <a16:creationId xmlns:a16="http://schemas.microsoft.com/office/drawing/2014/main" id="{A9D90122-4738-41CF-B252-63C47D575DB8}"/>
                </a:ext>
              </a:extLst>
            </p:cNvPr>
            <p:cNvGrpSpPr>
              <a:grpSpLocks/>
            </p:cNvGrpSpPr>
            <p:nvPr/>
          </p:nvGrpSpPr>
          <p:grpSpPr bwMode="auto">
            <a:xfrm>
              <a:off x="4406" y="2112"/>
              <a:ext cx="144" cy="156"/>
              <a:chOff x="4276" y="2159"/>
              <a:chExt cx="88" cy="88"/>
            </a:xfrm>
          </p:grpSpPr>
          <p:sp>
            <p:nvSpPr>
              <p:cNvPr id="31779" name="Line 27">
                <a:extLst>
                  <a:ext uri="{FF2B5EF4-FFF2-40B4-BE49-F238E27FC236}">
                    <a16:creationId xmlns:a16="http://schemas.microsoft.com/office/drawing/2014/main" id="{B10A7A8F-92FF-4DB2-8B07-86947969BDE3}"/>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1780" name="Line 28">
                <a:extLst>
                  <a:ext uri="{FF2B5EF4-FFF2-40B4-BE49-F238E27FC236}">
                    <a16:creationId xmlns:a16="http://schemas.microsoft.com/office/drawing/2014/main" id="{F788EAE8-2714-438C-B7BC-B35313EEA5A8}"/>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31753" name="Object 18">
              <a:extLst>
                <a:ext uri="{FF2B5EF4-FFF2-40B4-BE49-F238E27FC236}">
                  <a16:creationId xmlns:a16="http://schemas.microsoft.com/office/drawing/2014/main" id="{EF31BE2F-97C8-48C3-ABB7-C72295CCF931}"/>
                </a:ext>
              </a:extLst>
            </p:cNvPr>
            <p:cNvGraphicFramePr>
              <a:graphicFrameLocks noChangeAspect="1"/>
            </p:cNvGraphicFramePr>
            <p:nvPr/>
          </p:nvGraphicFramePr>
          <p:xfrm>
            <a:off x="3744" y="1056"/>
            <a:ext cx="336" cy="280"/>
          </p:xfrm>
          <a:graphic>
            <a:graphicData uri="http://schemas.openxmlformats.org/presentationml/2006/ole">
              <mc:AlternateContent xmlns:mc="http://schemas.openxmlformats.org/markup-compatibility/2006">
                <mc:Choice xmlns:v="urn:schemas-microsoft-com:vml" Requires="v">
                  <p:oleObj spid="_x0000_s46944" name="Equation" r:id="rId30" imgW="228600" imgH="190440" progId="Equation.DSMT4">
                    <p:embed/>
                  </p:oleObj>
                </mc:Choice>
                <mc:Fallback>
                  <p:oleObj name="Equation" r:id="rId30" imgW="228600" imgH="190440" progId="Equation.DSMT4">
                    <p:embed/>
                    <p:pic>
                      <p:nvPicPr>
                        <p:cNvPr id="0" name="Object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744" y="1056"/>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4" name="Object 19">
              <a:extLst>
                <a:ext uri="{FF2B5EF4-FFF2-40B4-BE49-F238E27FC236}">
                  <a16:creationId xmlns:a16="http://schemas.microsoft.com/office/drawing/2014/main" id="{C4E2A8AD-42B9-487E-8A26-2305617D62BC}"/>
                </a:ext>
              </a:extLst>
            </p:cNvPr>
            <p:cNvGraphicFramePr>
              <a:graphicFrameLocks noChangeAspect="1"/>
            </p:cNvGraphicFramePr>
            <p:nvPr/>
          </p:nvGraphicFramePr>
          <p:xfrm>
            <a:off x="5232" y="2018"/>
            <a:ext cx="192" cy="176"/>
          </p:xfrm>
          <a:graphic>
            <a:graphicData uri="http://schemas.openxmlformats.org/presentationml/2006/ole">
              <mc:AlternateContent xmlns:mc="http://schemas.openxmlformats.org/markup-compatibility/2006">
                <mc:Choice xmlns:v="urn:schemas-microsoft-com:vml" Requires="v">
                  <p:oleObj spid="_x0000_s46945" name="Equation" r:id="rId32" imgW="152280" imgH="139680" progId="Equation.DSMT4">
                    <p:embed/>
                  </p:oleObj>
                </mc:Choice>
                <mc:Fallback>
                  <p:oleObj name="Equation" r:id="rId32" imgW="152280" imgH="139680" progId="Equation.DSMT4">
                    <p:embed/>
                    <p:pic>
                      <p:nvPicPr>
                        <p:cNvPr id="0" name="Object 1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232" y="2018"/>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 name="Group 31">
            <a:extLst>
              <a:ext uri="{FF2B5EF4-FFF2-40B4-BE49-F238E27FC236}">
                <a16:creationId xmlns:a16="http://schemas.microsoft.com/office/drawing/2014/main" id="{ECEA22B1-33AB-463B-8127-8AD42DEDE010}"/>
              </a:ext>
            </a:extLst>
          </p:cNvPr>
          <p:cNvGrpSpPr>
            <a:grpSpLocks/>
          </p:cNvGrpSpPr>
          <p:nvPr/>
        </p:nvGrpSpPr>
        <p:grpSpPr bwMode="auto">
          <a:xfrm>
            <a:off x="6873875" y="3205163"/>
            <a:ext cx="1068388" cy="1082675"/>
            <a:chOff x="5012" y="525"/>
            <a:chExt cx="673" cy="682"/>
          </a:xfrm>
        </p:grpSpPr>
        <p:sp>
          <p:nvSpPr>
            <p:cNvPr id="31771" name="Line 32">
              <a:extLst>
                <a:ext uri="{FF2B5EF4-FFF2-40B4-BE49-F238E27FC236}">
                  <a16:creationId xmlns:a16="http://schemas.microsoft.com/office/drawing/2014/main" id="{562F8857-0167-4200-8273-F7F40AE4D148}"/>
                </a:ext>
              </a:extLst>
            </p:cNvPr>
            <p:cNvSpPr>
              <a:spLocks noChangeShapeType="1"/>
            </p:cNvSpPr>
            <p:nvPr/>
          </p:nvSpPr>
          <p:spPr bwMode="auto">
            <a:xfrm flipV="1">
              <a:off x="5012" y="525"/>
              <a:ext cx="432" cy="682"/>
            </a:xfrm>
            <a:prstGeom prst="line">
              <a:avLst/>
            </a:prstGeom>
            <a:noFill/>
            <a:ln w="412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31748" name="Object 20">
              <a:extLst>
                <a:ext uri="{FF2B5EF4-FFF2-40B4-BE49-F238E27FC236}">
                  <a16:creationId xmlns:a16="http://schemas.microsoft.com/office/drawing/2014/main" id="{8F191C1F-B39F-4D15-97CB-61B509104791}"/>
                </a:ext>
              </a:extLst>
            </p:cNvPr>
            <p:cNvGraphicFramePr>
              <a:graphicFrameLocks noChangeAspect="1"/>
            </p:cNvGraphicFramePr>
            <p:nvPr/>
          </p:nvGraphicFramePr>
          <p:xfrm>
            <a:off x="5271" y="853"/>
            <a:ext cx="414" cy="298"/>
          </p:xfrm>
          <a:graphic>
            <a:graphicData uri="http://schemas.openxmlformats.org/presentationml/2006/ole">
              <mc:AlternateContent xmlns:mc="http://schemas.openxmlformats.org/markup-compatibility/2006">
                <mc:Choice xmlns:v="urn:schemas-microsoft-com:vml" Requires="v">
                  <p:oleObj spid="_x0000_s46946" name="Equation" r:id="rId34" imgW="368280" imgH="228600" progId="Equation.DSMT4">
                    <p:embed/>
                  </p:oleObj>
                </mc:Choice>
                <mc:Fallback>
                  <p:oleObj name="Equation" r:id="rId34" imgW="368280" imgH="228600" progId="Equation.DSMT4">
                    <p:embed/>
                    <p:pic>
                      <p:nvPicPr>
                        <p:cNvPr id="0" name="Object 2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271" y="853"/>
                          <a:ext cx="414"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0437" name="Object 21">
            <a:extLst>
              <a:ext uri="{FF2B5EF4-FFF2-40B4-BE49-F238E27FC236}">
                <a16:creationId xmlns:a16="http://schemas.microsoft.com/office/drawing/2014/main" id="{CAEC9550-5164-4128-A25A-FCE54D3EE0C1}"/>
              </a:ext>
            </a:extLst>
          </p:cNvPr>
          <p:cNvGraphicFramePr>
            <a:graphicFrameLocks noChangeAspect="1"/>
          </p:cNvGraphicFramePr>
          <p:nvPr>
            <p:extLst>
              <p:ext uri="{D42A27DB-BD31-4B8C-83A1-F6EECF244321}">
                <p14:modId xmlns:p14="http://schemas.microsoft.com/office/powerpoint/2010/main" val="717131912"/>
              </p:ext>
            </p:extLst>
          </p:nvPr>
        </p:nvGraphicFramePr>
        <p:xfrm>
          <a:off x="1247775" y="4532313"/>
          <a:ext cx="3124200" cy="608012"/>
        </p:xfrm>
        <a:graphic>
          <a:graphicData uri="http://schemas.openxmlformats.org/presentationml/2006/ole">
            <mc:AlternateContent xmlns:mc="http://schemas.openxmlformats.org/markup-compatibility/2006">
              <mc:Choice xmlns:v="urn:schemas-microsoft-com:vml" Requires="v">
                <p:oleObj spid="_x0000_s46947" name="Equation" r:id="rId36" imgW="1307880" imgH="253800" progId="Equation.DSMT4">
                  <p:embed/>
                </p:oleObj>
              </mc:Choice>
              <mc:Fallback>
                <p:oleObj name="Equation" r:id="rId36" imgW="1307880" imgH="253800" progId="Equation.DSMT4">
                  <p:embed/>
                  <p:pic>
                    <p:nvPicPr>
                      <p:cNvPr id="0" name="Object 2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247775" y="4532313"/>
                        <a:ext cx="312420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par>
                                <p:cTn id="22" presetID="3" presetClass="entr" presetSubtype="10" fill="hold" nodeType="withEffect">
                                  <p:stCondLst>
                                    <p:cond delay="0"/>
                                  </p:stCondLst>
                                  <p:childTnLst>
                                    <p:set>
                                      <p:cBhvr>
                                        <p:cTn id="23" dur="1" fill="hold">
                                          <p:stCondLst>
                                            <p:cond delay="0"/>
                                          </p:stCondLst>
                                        </p:cTn>
                                        <p:tgtEl>
                                          <p:spTgt spid="60437"/>
                                        </p:tgtEl>
                                        <p:attrNameLst>
                                          <p:attrName>style.visibility</p:attrName>
                                        </p:attrNameLst>
                                      </p:cBhvr>
                                      <p:to>
                                        <p:strVal val="visible"/>
                                      </p:to>
                                    </p:set>
                                    <p:animEffect transition="in" filter="blinds(horizontal)">
                                      <p:cBhvr>
                                        <p:cTn id="24" dur="500"/>
                                        <p:tgtEl>
                                          <p:spTgt spid="60437"/>
                                        </p:tgtEl>
                                      </p:cBhvr>
                                    </p:animEffect>
                                  </p:childTnLst>
                                </p:cTn>
                              </p:par>
                              <p:par>
                                <p:cTn id="25" presetID="3" presetClass="entr" presetSubtype="1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标题 1">
            <a:extLst>
              <a:ext uri="{FF2B5EF4-FFF2-40B4-BE49-F238E27FC236}">
                <a16:creationId xmlns:a16="http://schemas.microsoft.com/office/drawing/2014/main" id="{9110334C-DC2D-42E0-AC91-27347484A6EE}"/>
              </a:ext>
            </a:extLst>
          </p:cNvPr>
          <p:cNvSpPr>
            <a:spLocks noGrp="1"/>
          </p:cNvSpPr>
          <p:nvPr>
            <p:ph type="title"/>
          </p:nvPr>
        </p:nvSpPr>
        <p:spPr/>
        <p:txBody>
          <a:bodyPr/>
          <a:lstStyle/>
          <a:p>
            <a:r>
              <a:rPr lang="en-US" altLang="zh-CN" sz="3600" dirty="0"/>
              <a:t>9.4  </a:t>
            </a:r>
            <a:r>
              <a:rPr lang="zh-CN" altLang="en-US" sz="3600" dirty="0"/>
              <a:t>由零极点图对傅里叶变换几何求值</a:t>
            </a:r>
          </a:p>
        </p:txBody>
      </p:sp>
      <p:sp>
        <p:nvSpPr>
          <p:cNvPr id="4" name="灯片编号占位符 3">
            <a:extLst>
              <a:ext uri="{FF2B5EF4-FFF2-40B4-BE49-F238E27FC236}">
                <a16:creationId xmlns:a16="http://schemas.microsoft.com/office/drawing/2014/main" id="{84170EDD-597D-444C-99DF-C34F6E9CFC6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CAF984-D9C4-4F06-BEC5-A6B26FED32AA}" type="slidenum">
              <a:rPr lang="zh-CN" altLang="en-US">
                <a:solidFill>
                  <a:srgbClr val="898989"/>
                </a:solidFill>
                <a:latin typeface="Calibri" panose="020F0502020204030204" pitchFamily="34" charset="0"/>
              </a:rPr>
              <a:pPr eaLnBrk="1" hangingPunct="1"/>
              <a:t>27</a:t>
            </a:fld>
            <a:endParaRPr lang="zh-CN" altLang="en-US">
              <a:solidFill>
                <a:srgbClr val="898989"/>
              </a:solidFill>
              <a:latin typeface="Calibri" panose="020F0502020204030204" pitchFamily="34" charset="0"/>
            </a:endParaRPr>
          </a:p>
        </p:txBody>
      </p:sp>
      <p:sp>
        <p:nvSpPr>
          <p:cNvPr id="5" name="Text Box 2">
            <a:extLst>
              <a:ext uri="{FF2B5EF4-FFF2-40B4-BE49-F238E27FC236}">
                <a16:creationId xmlns:a16="http://schemas.microsoft.com/office/drawing/2014/main" id="{48415A79-708C-417C-9C2F-EB6A52C8737C}"/>
              </a:ext>
            </a:extLst>
          </p:cNvPr>
          <p:cNvSpPr txBox="1">
            <a:spLocks noChangeArrowheads="1"/>
          </p:cNvSpPr>
          <p:nvPr/>
        </p:nvSpPr>
        <p:spPr bwMode="auto">
          <a:xfrm>
            <a:off x="1125538" y="3714750"/>
            <a:ext cx="138271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因此有</a:t>
            </a:r>
            <a:r>
              <a:rPr lang="en-US" altLang="zh-CN" sz="2800">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6" name="Object 2">
            <a:extLst>
              <a:ext uri="{FF2B5EF4-FFF2-40B4-BE49-F238E27FC236}">
                <a16:creationId xmlns:a16="http://schemas.microsoft.com/office/drawing/2014/main" id="{E4C5150C-CBD2-4492-8B66-7A9DA7C79077}"/>
              </a:ext>
            </a:extLst>
          </p:cNvPr>
          <p:cNvGraphicFramePr>
            <a:graphicFrameLocks noChangeAspect="1"/>
          </p:cNvGraphicFramePr>
          <p:nvPr>
            <p:extLst>
              <p:ext uri="{D42A27DB-BD31-4B8C-83A1-F6EECF244321}">
                <p14:modId xmlns:p14="http://schemas.microsoft.com/office/powerpoint/2010/main" val="2746283481"/>
              </p:ext>
            </p:extLst>
          </p:nvPr>
        </p:nvGraphicFramePr>
        <p:xfrm>
          <a:off x="1125538" y="4143375"/>
          <a:ext cx="3754437" cy="1431925"/>
        </p:xfrm>
        <a:graphic>
          <a:graphicData uri="http://schemas.openxmlformats.org/presentationml/2006/ole">
            <mc:AlternateContent xmlns:mc="http://schemas.openxmlformats.org/markup-compatibility/2006">
              <mc:Choice xmlns:v="urn:schemas-microsoft-com:vml" Requires="v">
                <p:oleObj spid="_x0000_s14758" name="Equation" r:id="rId3" imgW="1612800" imgH="596880" progId="Equation.DSMT4">
                  <p:embed/>
                </p:oleObj>
              </mc:Choice>
              <mc:Fallback>
                <p:oleObj name="Equation" r:id="rId3" imgW="1612800" imgH="5968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538" y="4143375"/>
                        <a:ext cx="3754437"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777" name="Group 4">
            <a:extLst>
              <a:ext uri="{FF2B5EF4-FFF2-40B4-BE49-F238E27FC236}">
                <a16:creationId xmlns:a16="http://schemas.microsoft.com/office/drawing/2014/main" id="{3410ADB0-77A4-4871-AB8A-96E78A31927A}"/>
              </a:ext>
            </a:extLst>
          </p:cNvPr>
          <p:cNvGrpSpPr>
            <a:grpSpLocks/>
          </p:cNvGrpSpPr>
          <p:nvPr/>
        </p:nvGrpSpPr>
        <p:grpSpPr bwMode="auto">
          <a:xfrm>
            <a:off x="1125538" y="1830388"/>
            <a:ext cx="3857625" cy="598487"/>
            <a:chOff x="856" y="834"/>
            <a:chExt cx="2430" cy="377"/>
          </a:xfrm>
        </p:grpSpPr>
        <p:sp>
          <p:nvSpPr>
            <p:cNvPr id="32779" name="Text Box 5">
              <a:extLst>
                <a:ext uri="{FF2B5EF4-FFF2-40B4-BE49-F238E27FC236}">
                  <a16:creationId xmlns:a16="http://schemas.microsoft.com/office/drawing/2014/main" id="{BB915759-ADE2-4354-BC26-32CFC4855D05}"/>
                </a:ext>
              </a:extLst>
            </p:cNvPr>
            <p:cNvSpPr txBox="1">
              <a:spLocks noChangeArrowheads="1"/>
            </p:cNvSpPr>
            <p:nvPr/>
          </p:nvSpPr>
          <p:spPr bwMode="auto">
            <a:xfrm>
              <a:off x="856" y="834"/>
              <a:ext cx="192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hlink"/>
                </a:buClr>
              </a:pP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对有理函数形式的</a:t>
              </a:r>
            </a:p>
          </p:txBody>
        </p:sp>
        <p:graphicFrame>
          <p:nvGraphicFramePr>
            <p:cNvPr id="32773" name="Object 3">
              <a:extLst>
                <a:ext uri="{FF2B5EF4-FFF2-40B4-BE49-F238E27FC236}">
                  <a16:creationId xmlns:a16="http://schemas.microsoft.com/office/drawing/2014/main" id="{43A99C3B-6D22-43C9-981D-91F1D418438F}"/>
                </a:ext>
              </a:extLst>
            </p:cNvPr>
            <p:cNvGraphicFramePr>
              <a:graphicFrameLocks noChangeAspect="1"/>
            </p:cNvGraphicFramePr>
            <p:nvPr/>
          </p:nvGraphicFramePr>
          <p:xfrm>
            <a:off x="2746" y="903"/>
            <a:ext cx="540" cy="308"/>
          </p:xfrm>
          <a:graphic>
            <a:graphicData uri="http://schemas.openxmlformats.org/presentationml/2006/ole">
              <mc:AlternateContent xmlns:mc="http://schemas.openxmlformats.org/markup-compatibility/2006">
                <mc:Choice xmlns:v="urn:schemas-microsoft-com:vml" Requires="v">
                  <p:oleObj spid="_x0000_s14759" name="Equation" r:id="rId5" imgW="355320" imgH="203040" progId="Equation.DSMT4">
                    <p:embed/>
                  </p:oleObj>
                </mc:Choice>
                <mc:Fallback>
                  <p:oleObj name="Equation" r:id="rId5" imgW="355320" imgH="2030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6" y="903"/>
                          <a:ext cx="5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 name="Object 6">
            <a:extLst>
              <a:ext uri="{FF2B5EF4-FFF2-40B4-BE49-F238E27FC236}">
                <a16:creationId xmlns:a16="http://schemas.microsoft.com/office/drawing/2014/main" id="{1336CBB7-810F-45BD-8687-BF8F65E1918D}"/>
              </a:ext>
            </a:extLst>
          </p:cNvPr>
          <p:cNvGraphicFramePr>
            <a:graphicFrameLocks noChangeAspect="1"/>
          </p:cNvGraphicFramePr>
          <p:nvPr>
            <p:extLst>
              <p:ext uri="{D42A27DB-BD31-4B8C-83A1-F6EECF244321}">
                <p14:modId xmlns:p14="http://schemas.microsoft.com/office/powerpoint/2010/main" val="3801912904"/>
              </p:ext>
            </p:extLst>
          </p:nvPr>
        </p:nvGraphicFramePr>
        <p:xfrm>
          <a:off x="1125538" y="5715000"/>
          <a:ext cx="5838825" cy="730250"/>
        </p:xfrm>
        <a:graphic>
          <a:graphicData uri="http://schemas.openxmlformats.org/presentationml/2006/ole">
            <mc:AlternateContent xmlns:mc="http://schemas.openxmlformats.org/markup-compatibility/2006">
              <mc:Choice xmlns:v="urn:schemas-microsoft-com:vml" Requires="v">
                <p:oleObj spid="_x0000_s14760" name="Equation" r:id="rId7" imgW="2679480" imgH="304560" progId="Equation.DSMT4">
                  <p:embed/>
                </p:oleObj>
              </mc:Choice>
              <mc:Fallback>
                <p:oleObj name="Equation" r:id="rId7" imgW="2679480" imgH="30456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5538" y="5715000"/>
                        <a:ext cx="5838825"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8" name="Rectangle 10">
            <a:extLst>
              <a:ext uri="{FF2B5EF4-FFF2-40B4-BE49-F238E27FC236}">
                <a16:creationId xmlns:a16="http://schemas.microsoft.com/office/drawing/2014/main" id="{3A99E278-9543-4E60-8588-125C754F5849}"/>
              </a:ext>
            </a:extLst>
          </p:cNvPr>
          <p:cNvSpPr>
            <a:spLocks noChangeArrowheads="1"/>
          </p:cNvSpPr>
          <p:nvPr/>
        </p:nvSpPr>
        <p:spPr bwMode="auto">
          <a:xfrm>
            <a:off x="714375" y="1138238"/>
            <a:ext cx="24288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hlink"/>
              </a:buClr>
            </a:pPr>
            <a:r>
              <a:rPr lang="en-US" altLang="zh-CN"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3.  </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一般情况：</a:t>
            </a:r>
          </a:p>
        </p:txBody>
      </p:sp>
      <p:graphicFrame>
        <p:nvGraphicFramePr>
          <p:cNvPr id="32772" name="Object 7">
            <a:extLst>
              <a:ext uri="{FF2B5EF4-FFF2-40B4-BE49-F238E27FC236}">
                <a16:creationId xmlns:a16="http://schemas.microsoft.com/office/drawing/2014/main" id="{B88F06B6-BE66-444A-B53A-9F3CCE4AAE49}"/>
              </a:ext>
            </a:extLst>
          </p:cNvPr>
          <p:cNvGraphicFramePr>
            <a:graphicFrameLocks noChangeAspect="1"/>
          </p:cNvGraphicFramePr>
          <p:nvPr>
            <p:extLst>
              <p:ext uri="{D42A27DB-BD31-4B8C-83A1-F6EECF244321}">
                <p14:modId xmlns:p14="http://schemas.microsoft.com/office/powerpoint/2010/main" val="3418340249"/>
              </p:ext>
            </p:extLst>
          </p:nvPr>
        </p:nvGraphicFramePr>
        <p:xfrm>
          <a:off x="1125538" y="2428875"/>
          <a:ext cx="5354637" cy="1403350"/>
        </p:xfrm>
        <a:graphic>
          <a:graphicData uri="http://schemas.openxmlformats.org/presentationml/2006/ole">
            <mc:AlternateContent xmlns:mc="http://schemas.openxmlformats.org/markup-compatibility/2006">
              <mc:Choice xmlns:v="urn:schemas-microsoft-com:vml" Requires="v">
                <p:oleObj spid="_x0000_s14761" name="Equation" r:id="rId9" imgW="1993680" imgH="583920" progId="Equation.DSMT4">
                  <p:embed/>
                </p:oleObj>
              </mc:Choice>
              <mc:Fallback>
                <p:oleObj name="Equation" r:id="rId9" imgW="1993680" imgH="58392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5538" y="2428875"/>
                        <a:ext cx="5354637"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标题 1">
            <a:extLst>
              <a:ext uri="{FF2B5EF4-FFF2-40B4-BE49-F238E27FC236}">
                <a16:creationId xmlns:a16="http://schemas.microsoft.com/office/drawing/2014/main" id="{9875E7FA-183F-44F9-B8D9-D4317C93CA33}"/>
              </a:ext>
            </a:extLst>
          </p:cNvPr>
          <p:cNvSpPr>
            <a:spLocks noGrp="1"/>
          </p:cNvSpPr>
          <p:nvPr>
            <p:ph type="title"/>
          </p:nvPr>
        </p:nvSpPr>
        <p:spPr/>
        <p:txBody>
          <a:bodyPr/>
          <a:lstStyle/>
          <a:p>
            <a:r>
              <a:rPr lang="en-US" altLang="zh-CN" sz="3600">
                <a:solidFill>
                  <a:srgbClr val="000000"/>
                </a:solidFill>
              </a:rPr>
              <a:t>9.4  </a:t>
            </a:r>
            <a:r>
              <a:rPr lang="zh-CN" altLang="en-US" sz="3600">
                <a:solidFill>
                  <a:srgbClr val="000000"/>
                </a:solidFill>
              </a:rPr>
              <a:t>由零极点图对傅里叶变换几何求值</a:t>
            </a:r>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2AF20F6-57C0-4A1A-84C7-050026DDE5FD}"/>
                  </a:ext>
                </a:extLst>
              </p:cNvPr>
              <p:cNvSpPr>
                <a:spLocks noGrp="1"/>
              </p:cNvSpPr>
              <p:nvPr>
                <p:ph idx="1"/>
              </p:nvPr>
            </p:nvSpPr>
            <p:spPr/>
            <p:txBody>
              <a:bodyPr/>
              <a:lstStyle/>
              <a:p>
                <a:pPr algn="just">
                  <a:spcBef>
                    <a:spcPts val="0"/>
                  </a:spcBef>
                  <a:spcAft>
                    <a:spcPts val="600"/>
                  </a:spcAft>
                </a:pPr>
                <a:r>
                  <a:rPr lang="zh-CN" altLang="en-US" b="0" dirty="0"/>
                  <a:t> 即：从所有零点向</a:t>
                </a:r>
                <a:r>
                  <a:rPr lang="en-US" altLang="zh-CN" b="0" i="1" dirty="0"/>
                  <a:t>s</a:t>
                </a:r>
                <a:r>
                  <a:rPr lang="en-US" altLang="zh-CN" b="0" baseline="-25000" dirty="0"/>
                  <a:t>1</a:t>
                </a:r>
                <a:r>
                  <a:rPr lang="zh-CN" altLang="en-US" b="0" dirty="0"/>
                  <a:t>点作</a:t>
                </a:r>
                <a:r>
                  <a:rPr lang="zh-CN" altLang="en-US" b="0" dirty="0">
                    <a:solidFill>
                      <a:srgbClr val="FF0000"/>
                    </a:solidFill>
                  </a:rPr>
                  <a:t>零点矢量</a:t>
                </a:r>
                <a:r>
                  <a:rPr lang="zh-CN" altLang="en-US" b="0" dirty="0"/>
                  <a:t>，从所有极点向</a:t>
                </a:r>
                <a:r>
                  <a:rPr lang="en-US" altLang="zh-CN" b="0" i="1" dirty="0"/>
                  <a:t>s</a:t>
                </a:r>
                <a:r>
                  <a:rPr lang="en-US" altLang="zh-CN" b="0" baseline="-25000" dirty="0"/>
                  <a:t>1</a:t>
                </a:r>
                <a:r>
                  <a:rPr lang="zh-CN" altLang="en-US" b="0" dirty="0"/>
                  <a:t>点作</a:t>
                </a:r>
                <a:r>
                  <a:rPr lang="zh-CN" altLang="en-US" b="0" dirty="0">
                    <a:solidFill>
                      <a:srgbClr val="FF0000"/>
                    </a:solidFill>
                  </a:rPr>
                  <a:t>极点矢量</a:t>
                </a:r>
                <a:r>
                  <a:rPr lang="zh-CN" altLang="en-US" b="0" dirty="0"/>
                  <a:t>。所有零点矢量的长度之积除以所有极点矢量的长度之积即为</a:t>
                </a:r>
                <a14:m>
                  <m:oMath xmlns:m="http://schemas.openxmlformats.org/officeDocument/2006/math">
                    <m:r>
                      <a:rPr lang="en-US" altLang="zh-CN" b="0" i="1" dirty="0" smtClean="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rPr>
                      <m:t>𝑋</m:t>
                    </m:r>
                    <m:r>
                      <a:rPr lang="en-US" altLang="zh-CN" b="0" i="1" dirty="0"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𝑠</m:t>
                        </m:r>
                      </m:e>
                      <m:sub>
                        <m:r>
                          <a:rPr lang="en-US" i="1">
                            <a:solidFill>
                              <a:srgbClr val="FF0000"/>
                            </a:solidFill>
                            <a:latin typeface="Cambria Math" panose="02040503050406030204" pitchFamily="18" charset="0"/>
                          </a:rPr>
                          <m:t>1</m:t>
                        </m:r>
                      </m:sub>
                    </m:sSub>
                    <m:r>
                      <a:rPr lang="en-US" altLang="zh-CN" b="0" i="1" dirty="0">
                        <a:solidFill>
                          <a:srgbClr val="FF0000"/>
                        </a:solidFill>
                        <a:latin typeface="Cambria Math" panose="02040503050406030204" pitchFamily="18" charset="0"/>
                      </a:rPr>
                      <m:t>)|</m:t>
                    </m:r>
                  </m:oMath>
                </a14:m>
                <a:r>
                  <a:rPr lang="zh-CN" altLang="en-US" b="0" dirty="0"/>
                  <a:t>。所有零点矢量的幅角之和减去所有极点矢量的幅角之和即为</a:t>
                </a:r>
                <a14:m>
                  <m:oMath xmlns:m="http://schemas.openxmlformats.org/officeDocument/2006/math">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𝑋</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𝑠</m:t>
                        </m:r>
                      </m:e>
                      <m:sub>
                        <m:r>
                          <a:rPr lang="en-US" i="1">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m:t>
                    </m:r>
                  </m:oMath>
                </a14:m>
                <a:r>
                  <a:rPr lang="zh-CN" altLang="en-US" b="0" dirty="0"/>
                  <a:t>。</a:t>
                </a:r>
                <a:endParaRPr lang="en-US" altLang="zh-CN" b="0" dirty="0"/>
              </a:p>
              <a:p>
                <a:pPr algn="just"/>
                <a:r>
                  <a:rPr lang="zh-CN" altLang="en-US" b="0" dirty="0"/>
                  <a:t>当</a:t>
                </a:r>
                <a:r>
                  <a:rPr lang="en-US" altLang="zh-CN" b="0" i="1" dirty="0"/>
                  <a:t>s</a:t>
                </a:r>
                <a:r>
                  <a:rPr lang="en-US" altLang="zh-CN" b="0" baseline="-25000" dirty="0"/>
                  <a:t>1</a:t>
                </a:r>
                <a:r>
                  <a:rPr lang="zh-CN" altLang="en-US" b="0" dirty="0"/>
                  <a:t>取为</a:t>
                </a:r>
                <a14:m>
                  <m:oMath xmlns:m="http://schemas.openxmlformats.org/officeDocument/2006/math">
                    <m:r>
                      <m:rPr>
                        <m:sty m:val="p"/>
                      </m:rPr>
                      <a:rPr lang="en-US" altLang="zh-CN" b="0" i="0" dirty="0" smtClean="0">
                        <a:solidFill>
                          <a:srgbClr val="FF0000"/>
                        </a:solidFill>
                        <a:latin typeface="Cambria Math" panose="02040503050406030204" pitchFamily="18" charset="0"/>
                      </a:rPr>
                      <m:t>j</m:t>
                    </m:r>
                    <m:r>
                      <a:rPr lang="el-GR" altLang="zh-CN" b="0" i="1" dirty="0">
                        <a:solidFill>
                          <a:srgbClr val="FF0000"/>
                        </a:solidFill>
                        <a:latin typeface="Cambria Math" panose="02040503050406030204" pitchFamily="18" charset="0"/>
                        <a:cs typeface="Times New Roman" panose="02020603050405020304" pitchFamily="18" charset="0"/>
                      </a:rPr>
                      <m:t>𝜔</m:t>
                    </m:r>
                  </m:oMath>
                </a14:m>
                <a:r>
                  <a:rPr lang="zh-CN" altLang="en-US" b="0" dirty="0"/>
                  <a:t>轴上的点时，即为傅里叶变换的</a:t>
                </a:r>
                <a:r>
                  <a:rPr lang="zh-CN" altLang="en-US" b="0" dirty="0">
                    <a:solidFill>
                      <a:srgbClr val="FF0000"/>
                    </a:solidFill>
                  </a:rPr>
                  <a:t>几何求值</a:t>
                </a:r>
                <a:r>
                  <a:rPr lang="zh-CN" altLang="en-US" b="0" dirty="0"/>
                  <a:t>。考查</a:t>
                </a:r>
                <a14:m>
                  <m:oMath xmlns:m="http://schemas.openxmlformats.org/officeDocument/2006/math">
                    <m:r>
                      <a:rPr lang="en-US" altLang="zh-CN" b="0" i="1" dirty="0" smtClean="0">
                        <a:latin typeface="Cambria Math" panose="02040503050406030204" pitchFamily="18" charset="0"/>
                      </a:rPr>
                      <m:t>𝑠</m:t>
                    </m:r>
                    <m:r>
                      <a:rPr lang="en-US" altLang="zh-CN" b="0" i="1" baseline="-25000" dirty="0">
                        <a:latin typeface="Cambria Math" panose="02040503050406030204" pitchFamily="18" charset="0"/>
                      </a:rPr>
                      <m:t>1</m:t>
                    </m:r>
                  </m:oMath>
                </a14:m>
                <a:r>
                  <a:rPr lang="zh-CN" altLang="en-US" b="0" dirty="0"/>
                  <a:t>在</a:t>
                </a:r>
                <a14:m>
                  <m:oMath xmlns:m="http://schemas.openxmlformats.org/officeDocument/2006/math">
                    <m:r>
                      <m:rPr>
                        <m:sty m:val="p"/>
                      </m:rPr>
                      <a:rPr lang="en-US" altLang="zh-CN" b="0" i="0" dirty="0" smtClean="0">
                        <a:latin typeface="Cambria Math" panose="02040503050406030204" pitchFamily="18" charset="0"/>
                      </a:rPr>
                      <m:t>j</m:t>
                    </m:r>
                    <m:r>
                      <a:rPr lang="el-GR" altLang="zh-CN" b="0" i="1" dirty="0">
                        <a:latin typeface="Cambria Math" panose="02040503050406030204" pitchFamily="18" charset="0"/>
                      </a:rPr>
                      <m:t>𝜔</m:t>
                    </m:r>
                  </m:oMath>
                </a14:m>
                <a:r>
                  <a:rPr lang="zh-CN" altLang="en-US" b="0" dirty="0"/>
                  <a:t>轴上移动时所有零、极点矢量的长度和幅角的变化，即可得出</a:t>
                </a:r>
                <a14:m>
                  <m:oMath xmlns:m="http://schemas.openxmlformats.org/officeDocument/2006/math">
                    <m:r>
                      <a:rPr lang="en-US" altLang="zh-CN" b="0" i="1" dirty="0" smtClean="0">
                        <a:solidFill>
                          <a:srgbClr val="FF0000"/>
                        </a:solidFill>
                        <a:latin typeface="Cambria Math" panose="02040503050406030204" pitchFamily="18" charset="0"/>
                      </a:rPr>
                      <m:t>𝑋</m:t>
                    </m:r>
                    <m:r>
                      <a:rPr lang="en-US" altLang="zh-CN" b="0" i="1" dirty="0" smtClean="0">
                        <a:solidFill>
                          <a:srgbClr val="FF0000"/>
                        </a:solidFill>
                        <a:latin typeface="Cambria Math" panose="02040503050406030204" pitchFamily="18" charset="0"/>
                      </a:rPr>
                      <m:t>(</m:t>
                    </m:r>
                    <m:r>
                      <m:rPr>
                        <m:sty m:val="p"/>
                      </m:rPr>
                      <a:rPr lang="en-US" altLang="zh-CN" b="0" i="0" dirty="0" smtClean="0">
                        <a:solidFill>
                          <a:srgbClr val="FF0000"/>
                        </a:solidFill>
                        <a:latin typeface="Cambria Math" panose="02040503050406030204" pitchFamily="18" charset="0"/>
                      </a:rPr>
                      <m:t>j</m:t>
                    </m:r>
                    <m:r>
                      <a:rPr lang="el-GR" altLang="zh-CN" b="0" i="1" dirty="0">
                        <a:solidFill>
                          <a:srgbClr val="FF0000"/>
                        </a:solidFill>
                        <a:latin typeface="Cambria Math" panose="02040503050406030204" pitchFamily="18" charset="0"/>
                      </a:rPr>
                      <m:t>𝜔</m:t>
                    </m:r>
                    <m:r>
                      <a:rPr lang="en-US" altLang="zh-CN" b="0" i="1" dirty="0">
                        <a:solidFill>
                          <a:srgbClr val="FF0000"/>
                        </a:solidFill>
                        <a:latin typeface="Cambria Math" panose="02040503050406030204" pitchFamily="18" charset="0"/>
                      </a:rPr>
                      <m:t>)</m:t>
                    </m:r>
                  </m:oMath>
                </a14:m>
                <a:r>
                  <a:rPr lang="zh-CN" altLang="en-US" b="0" dirty="0">
                    <a:solidFill>
                      <a:srgbClr val="FF0000"/>
                    </a:solidFill>
                  </a:rPr>
                  <a:t>的幅频特性和相频特性</a:t>
                </a:r>
                <a:r>
                  <a:rPr lang="zh-CN" altLang="en-US" b="0" dirty="0"/>
                  <a:t>。</a:t>
                </a:r>
              </a:p>
            </p:txBody>
          </p:sp>
        </mc:Choice>
        <mc:Fallback xmlns="">
          <p:sp>
            <p:nvSpPr>
              <p:cNvPr id="3" name="内容占位符 2">
                <a:extLst>
                  <a:ext uri="{FF2B5EF4-FFF2-40B4-BE49-F238E27FC236}">
                    <a16:creationId xmlns:a16="http://schemas.microsoft.com/office/drawing/2014/main" id="{D2AF20F6-57C0-4A1A-84C7-050026DDE5FD}"/>
                  </a:ext>
                </a:extLst>
              </p:cNvPr>
              <p:cNvSpPr>
                <a:spLocks noGrp="1" noRot="1" noChangeAspect="1" noMove="1" noResize="1" noEditPoints="1" noAdjustHandles="1" noChangeArrowheads="1" noChangeShapeType="1" noTextEdit="1"/>
              </p:cNvSpPr>
              <p:nvPr>
                <p:ph idx="1"/>
              </p:nvPr>
            </p:nvSpPr>
            <p:spPr>
              <a:blipFill>
                <a:blip r:embed="rId2"/>
                <a:stretch>
                  <a:fillRect l="-1704" t="-2015" r="-1852" b="-37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D169A0E4-0CD8-4A7D-93D4-70FA639BF0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E16C1BB-CBB4-41F3-B4C2-E1B88600DCF1}" type="slidenum">
              <a:rPr lang="zh-CN" altLang="en-US">
                <a:solidFill>
                  <a:srgbClr val="898989"/>
                </a:solidFill>
                <a:latin typeface="Calibri" panose="020F0502020204030204" pitchFamily="34" charset="0"/>
              </a:rPr>
              <a:pPr eaLnBrk="1" hangingPunct="1"/>
              <a:t>28</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标题 1">
            <a:extLst>
              <a:ext uri="{FF2B5EF4-FFF2-40B4-BE49-F238E27FC236}">
                <a16:creationId xmlns:a16="http://schemas.microsoft.com/office/drawing/2014/main" id="{A7CC1FCE-4FD4-4CC8-8113-F943676A1C52}"/>
              </a:ext>
            </a:extLst>
          </p:cNvPr>
          <p:cNvSpPr>
            <a:spLocks noGrp="1"/>
          </p:cNvSpPr>
          <p:nvPr>
            <p:ph type="title"/>
          </p:nvPr>
        </p:nvSpPr>
        <p:spPr>
          <a:xfrm>
            <a:off x="206152" y="302707"/>
            <a:ext cx="8579296" cy="725487"/>
          </a:xfrm>
        </p:spPr>
        <p:txBody>
          <a:bodyPr/>
          <a:lstStyle/>
          <a:p>
            <a:r>
              <a:rPr lang="zh-CN" altLang="en-US" sz="3600" dirty="0" smtClean="0"/>
              <a:t>回顾：由</a:t>
            </a:r>
            <a:r>
              <a:rPr lang="zh-CN" altLang="en-US" sz="3600" dirty="0"/>
              <a:t>线性常系数微分方程表征的系统</a:t>
            </a:r>
            <a:endParaRPr lang="zh-CN" altLang="en-US" sz="1600" dirty="0"/>
          </a:p>
        </p:txBody>
      </p:sp>
      <p:sp>
        <p:nvSpPr>
          <p:cNvPr id="26630" name="内容占位符 2">
            <a:extLst>
              <a:ext uri="{FF2B5EF4-FFF2-40B4-BE49-F238E27FC236}">
                <a16:creationId xmlns:a16="http://schemas.microsoft.com/office/drawing/2014/main" id="{457605F1-BC18-472E-8A47-CBB2DEC26AEC}"/>
              </a:ext>
            </a:extLst>
          </p:cNvPr>
          <p:cNvSpPr>
            <a:spLocks noGrp="1"/>
          </p:cNvSpPr>
          <p:nvPr>
            <p:ph idx="1"/>
          </p:nvPr>
        </p:nvSpPr>
        <p:spPr/>
        <p:txBody>
          <a:bodyPr/>
          <a:lstStyle/>
          <a:p>
            <a:r>
              <a:rPr lang="zh-CN" altLang="en-US" sz="2800" b="0"/>
              <a:t>对于由线性常系数微分方程描述的</a:t>
            </a:r>
            <a:r>
              <a:rPr lang="en-US" altLang="zh-CN" sz="2800" b="0"/>
              <a:t>LTI</a:t>
            </a:r>
            <a:r>
              <a:rPr lang="zh-CN" altLang="en-US" sz="2800" b="0"/>
              <a:t>系统：</a:t>
            </a:r>
          </a:p>
        </p:txBody>
      </p:sp>
      <p:sp>
        <p:nvSpPr>
          <p:cNvPr id="4" name="灯片编号占位符 3">
            <a:extLst>
              <a:ext uri="{FF2B5EF4-FFF2-40B4-BE49-F238E27FC236}">
                <a16:creationId xmlns:a16="http://schemas.microsoft.com/office/drawing/2014/main" id="{6B4FEAA8-9F9C-4528-89D5-37B7CE16A4B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860A83-362A-4547-BE7E-F3F0130E5B8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6626" name="Object 2">
            <a:extLst>
              <a:ext uri="{FF2B5EF4-FFF2-40B4-BE49-F238E27FC236}">
                <a16:creationId xmlns:a16="http://schemas.microsoft.com/office/drawing/2014/main" id="{DE0889EF-1930-4101-A8A4-9796007BC621}"/>
              </a:ext>
            </a:extLst>
          </p:cNvPr>
          <p:cNvGraphicFramePr>
            <a:graphicFrameLocks noChangeAspect="1"/>
          </p:cNvGraphicFramePr>
          <p:nvPr>
            <p:extLst/>
          </p:nvPr>
        </p:nvGraphicFramePr>
        <p:xfrm>
          <a:off x="2500313" y="1928813"/>
          <a:ext cx="3990975" cy="1065212"/>
        </p:xfrm>
        <a:graphic>
          <a:graphicData uri="http://schemas.openxmlformats.org/presentationml/2006/ole">
            <mc:AlternateContent xmlns:mc="http://schemas.openxmlformats.org/markup-compatibility/2006">
              <mc:Choice xmlns:v="urn:schemas-microsoft-com:vml" Requires="v">
                <p:oleObj spid="_x0000_s53271" name="Equation" r:id="rId3" imgW="1663560" imgH="444240" progId="Equation.DSMT4">
                  <p:embed/>
                </p:oleObj>
              </mc:Choice>
              <mc:Fallback>
                <p:oleObj name="Equation" r:id="rId3" imgW="1663560" imgH="444240" progId="Equation.DSMT4">
                  <p:embed/>
                  <p:pic>
                    <p:nvPicPr>
                      <p:cNvPr id="26626" name="Object 2">
                        <a:extLst>
                          <a:ext uri="{FF2B5EF4-FFF2-40B4-BE49-F238E27FC236}">
                            <a16:creationId xmlns:a16="http://schemas.microsoft.com/office/drawing/2014/main" id="{DE0889EF-1930-4101-A8A4-9796007BC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313" y="1928813"/>
                        <a:ext cx="3990975"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2" name="Rectangle 20">
            <a:extLst>
              <a:ext uri="{FF2B5EF4-FFF2-40B4-BE49-F238E27FC236}">
                <a16:creationId xmlns:a16="http://schemas.microsoft.com/office/drawing/2014/main" id="{BE2049FC-F481-4BFA-92C2-7C0BD2DE99C0}"/>
              </a:ext>
            </a:extLst>
          </p:cNvPr>
          <p:cNvSpPr>
            <a:spLocks noChangeArrowheads="1"/>
          </p:cNvSpPr>
          <p:nvPr/>
        </p:nvSpPr>
        <p:spPr bwMode="auto">
          <a:xfrm>
            <a:off x="796925" y="3105150"/>
            <a:ext cx="52863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如何计算其频率响应</a:t>
            </a:r>
            <a:r>
              <a:rPr kumimoji="0" lang="en-US" altLang="zh-CN" sz="2800" i="1"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H</a:t>
            </a:r>
            <a:r>
              <a:rPr kumimoji="0" lang="en-US" altLang="zh-CN" sz="2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(j</a:t>
            </a:r>
            <a:r>
              <a:rPr kumimoji="0" lang="el-GR" altLang="zh-CN" sz="2800" i="1"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2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7" name="Text Box 9">
            <a:extLst>
              <a:ext uri="{FF2B5EF4-FFF2-40B4-BE49-F238E27FC236}">
                <a16:creationId xmlns:a16="http://schemas.microsoft.com/office/drawing/2014/main" id="{A49D9BD0-4F9A-4963-9541-C6F3054FEDFD}"/>
              </a:ext>
            </a:extLst>
          </p:cNvPr>
          <p:cNvSpPr txBox="1">
            <a:spLocks noChangeArrowheads="1"/>
          </p:cNvSpPr>
          <p:nvPr/>
        </p:nvSpPr>
        <p:spPr bwMode="auto">
          <a:xfrm>
            <a:off x="815975" y="3843338"/>
            <a:ext cx="5570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对方程两边进行傅里叶变换</a:t>
            </a:r>
            <a:r>
              <a:rPr lang="zh-CN" altLang="en-US" sz="2800" noProof="0" dirty="0">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有：</a:t>
            </a:r>
          </a:p>
        </p:txBody>
      </p:sp>
      <p:graphicFrame>
        <p:nvGraphicFramePr>
          <p:cNvPr id="8" name="Object 3">
            <a:extLst>
              <a:ext uri="{FF2B5EF4-FFF2-40B4-BE49-F238E27FC236}">
                <a16:creationId xmlns:a16="http://schemas.microsoft.com/office/drawing/2014/main" id="{EF05373C-61AC-4556-B504-D4FB244031FA}"/>
              </a:ext>
            </a:extLst>
          </p:cNvPr>
          <p:cNvGraphicFramePr>
            <a:graphicFrameLocks noChangeAspect="1"/>
          </p:cNvGraphicFramePr>
          <p:nvPr>
            <p:extLst/>
          </p:nvPr>
        </p:nvGraphicFramePr>
        <p:xfrm>
          <a:off x="1824038" y="4438650"/>
          <a:ext cx="5319712" cy="1036638"/>
        </p:xfrm>
        <a:graphic>
          <a:graphicData uri="http://schemas.openxmlformats.org/presentationml/2006/ole">
            <mc:AlternateContent xmlns:mc="http://schemas.openxmlformats.org/markup-compatibility/2006">
              <mc:Choice xmlns:v="urn:schemas-microsoft-com:vml" Requires="v">
                <p:oleObj spid="_x0000_s53272" name="Equation" r:id="rId5" imgW="2298600" imgH="431640" progId="Equation.DSMT4">
                  <p:embed/>
                </p:oleObj>
              </mc:Choice>
              <mc:Fallback>
                <p:oleObj name="Equation" r:id="rId5" imgW="2298600" imgH="431640" progId="Equation.DSMT4">
                  <p:embed/>
                  <p:pic>
                    <p:nvPicPr>
                      <p:cNvPr id="8" name="Object 3">
                        <a:extLst>
                          <a:ext uri="{FF2B5EF4-FFF2-40B4-BE49-F238E27FC236}">
                            <a16:creationId xmlns:a16="http://schemas.microsoft.com/office/drawing/2014/main" id="{EF05373C-61AC-4556-B504-D4FB244031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038" y="4438650"/>
                        <a:ext cx="5319712"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
            <a:extLst>
              <a:ext uri="{FF2B5EF4-FFF2-40B4-BE49-F238E27FC236}">
                <a16:creationId xmlns:a16="http://schemas.microsoft.com/office/drawing/2014/main" id="{2077F2BA-1428-48C6-940B-C9AB13349FB7}"/>
              </a:ext>
            </a:extLst>
          </p:cNvPr>
          <p:cNvGrpSpPr>
            <a:grpSpLocks/>
          </p:cNvGrpSpPr>
          <p:nvPr/>
        </p:nvGrpSpPr>
        <p:grpSpPr bwMode="auto">
          <a:xfrm>
            <a:off x="819150" y="5580063"/>
            <a:ext cx="5110163" cy="525462"/>
            <a:chOff x="1056" y="3504"/>
            <a:chExt cx="3219" cy="331"/>
          </a:xfrm>
        </p:grpSpPr>
        <p:sp>
          <p:nvSpPr>
            <p:cNvPr id="26635" name="Text Box 12">
              <a:extLst>
                <a:ext uri="{FF2B5EF4-FFF2-40B4-BE49-F238E27FC236}">
                  <a16:creationId xmlns:a16="http://schemas.microsoft.com/office/drawing/2014/main" id="{14C4BC3D-D60C-421C-ABDD-874A10B90626}"/>
                </a:ext>
              </a:extLst>
            </p:cNvPr>
            <p:cNvSpPr txBox="1">
              <a:spLocks noChangeArrowheads="1"/>
            </p:cNvSpPr>
            <p:nvPr/>
          </p:nvSpPr>
          <p:spPr bwMode="auto">
            <a:xfrm>
              <a:off x="1056" y="350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由于</a:t>
              </a:r>
            </a:p>
          </p:txBody>
        </p:sp>
        <p:graphicFrame>
          <p:nvGraphicFramePr>
            <p:cNvPr id="26628" name="Object 4">
              <a:extLst>
                <a:ext uri="{FF2B5EF4-FFF2-40B4-BE49-F238E27FC236}">
                  <a16:creationId xmlns:a16="http://schemas.microsoft.com/office/drawing/2014/main" id="{F94A1CEA-5392-4C07-9398-E2D65072D7CE}"/>
                </a:ext>
              </a:extLst>
            </p:cNvPr>
            <p:cNvGraphicFramePr>
              <a:graphicFrameLocks noChangeAspect="1"/>
            </p:cNvGraphicFramePr>
            <p:nvPr/>
          </p:nvGraphicFramePr>
          <p:xfrm>
            <a:off x="2154" y="3526"/>
            <a:ext cx="2121" cy="309"/>
          </p:xfrm>
          <a:graphic>
            <a:graphicData uri="http://schemas.openxmlformats.org/presentationml/2006/ole">
              <mc:AlternateContent xmlns:mc="http://schemas.openxmlformats.org/markup-compatibility/2006">
                <mc:Choice xmlns:v="urn:schemas-microsoft-com:vml" Requires="v">
                  <p:oleObj spid="_x0000_s53273" name="Equation" r:id="rId7" imgW="1396800" imgH="203040" progId="Equation.DSMT4">
                    <p:embed/>
                  </p:oleObj>
                </mc:Choice>
                <mc:Fallback>
                  <p:oleObj name="Equation" r:id="rId7" imgW="1396800" imgH="203040" progId="Equation.DSMT4">
                    <p:embed/>
                    <p:pic>
                      <p:nvPicPr>
                        <p:cNvPr id="26628" name="Object 4">
                          <a:extLst>
                            <a:ext uri="{FF2B5EF4-FFF2-40B4-BE49-F238E27FC236}">
                              <a16:creationId xmlns:a16="http://schemas.microsoft.com/office/drawing/2014/main" id="{F94A1CEA-5392-4C07-9398-E2D65072D7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4" y="3526"/>
                          <a:ext cx="212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751791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739D2B-FB25-43B8-84BA-DA6A457FDD36}"/>
              </a:ext>
            </a:extLst>
          </p:cNvPr>
          <p:cNvSpPr>
            <a:spLocks noGrp="1"/>
          </p:cNvSpPr>
          <p:nvPr>
            <p:ph idx="1"/>
          </p:nvPr>
        </p:nvSpPr>
        <p:spPr>
          <a:xfrm>
            <a:off x="457200" y="3429000"/>
            <a:ext cx="8229600" cy="2857500"/>
          </a:xfrm>
        </p:spPr>
        <p:txBody>
          <a:bodyPr/>
          <a:lstStyle/>
          <a:p>
            <a:r>
              <a:rPr lang="zh-CN" altLang="en-US" sz="2800" b="0"/>
              <a:t>可见由线性常系数微分方程描述的</a:t>
            </a:r>
            <a:r>
              <a:rPr lang="en-US" altLang="zh-CN" sz="2800" b="0"/>
              <a:t>LTI </a:t>
            </a:r>
            <a:r>
              <a:rPr lang="zh-CN" altLang="en-US" sz="2800" b="0"/>
              <a:t>系统其频率特性是一个有理函数。</a:t>
            </a:r>
            <a:endParaRPr lang="en-US" altLang="zh-CN" sz="2800" b="0"/>
          </a:p>
          <a:p>
            <a:r>
              <a:rPr lang="zh-CN" altLang="en-US" sz="2800" b="0"/>
              <a:t>当需要求得线性常系数微分方程描述的</a:t>
            </a:r>
            <a:r>
              <a:rPr lang="en-US" altLang="zh-CN" sz="2800" b="0"/>
              <a:t>LTI</a:t>
            </a:r>
            <a:r>
              <a:rPr lang="zh-CN" altLang="en-US" sz="2800" b="0"/>
              <a:t>系统的</a:t>
            </a:r>
            <a:r>
              <a:rPr lang="en-US" altLang="zh-CN" sz="2800" b="0"/>
              <a:t/>
            </a:r>
            <a:br>
              <a:rPr lang="en-US" altLang="zh-CN" sz="2800" b="0"/>
            </a:br>
            <a:r>
              <a:rPr lang="zh-CN" altLang="en-US" sz="2800" b="0"/>
              <a:t>        时，往往是由            做反变换得到。</a:t>
            </a:r>
            <a:endParaRPr lang="en-US" altLang="zh-CN" sz="2800" b="0"/>
          </a:p>
          <a:p>
            <a:r>
              <a:rPr lang="zh-CN" altLang="en-US" sz="2800" b="0"/>
              <a:t>对有理函数求傅里叶反变换通常采用</a:t>
            </a:r>
            <a:r>
              <a:rPr lang="zh-CN" altLang="en-US" sz="2800" b="0">
                <a:solidFill>
                  <a:srgbClr val="FF0000"/>
                </a:solidFill>
              </a:rPr>
              <a:t>部分分式展开</a:t>
            </a:r>
            <a:r>
              <a:rPr lang="zh-CN" altLang="en-US" sz="2800" b="0"/>
              <a:t>和利用</a:t>
            </a:r>
            <a:r>
              <a:rPr lang="zh-CN" altLang="en-US" sz="2800" b="0">
                <a:solidFill>
                  <a:srgbClr val="FF0000"/>
                </a:solidFill>
              </a:rPr>
              <a:t>常用变换对</a:t>
            </a:r>
            <a:r>
              <a:rPr lang="zh-CN" altLang="en-US" sz="2800" b="0"/>
              <a:t>进行。</a:t>
            </a:r>
          </a:p>
        </p:txBody>
      </p:sp>
      <p:sp>
        <p:nvSpPr>
          <p:cNvPr id="4" name="灯片编号占位符 3">
            <a:extLst>
              <a:ext uri="{FF2B5EF4-FFF2-40B4-BE49-F238E27FC236}">
                <a16:creationId xmlns:a16="http://schemas.microsoft.com/office/drawing/2014/main" id="{78D313DC-4223-423F-9323-06BC2CD336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7D435C-EEB2-4494-BC55-97F08FB1AB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7650" name="Object 2">
            <a:extLst>
              <a:ext uri="{FF2B5EF4-FFF2-40B4-BE49-F238E27FC236}">
                <a16:creationId xmlns:a16="http://schemas.microsoft.com/office/drawing/2014/main" id="{65B4BCBB-2C2E-43C6-84F4-2FA655DCABCB}"/>
              </a:ext>
            </a:extLst>
          </p:cNvPr>
          <p:cNvGraphicFramePr>
            <a:graphicFrameLocks noChangeAspect="1"/>
          </p:cNvGraphicFramePr>
          <p:nvPr>
            <p:extLst/>
          </p:nvPr>
        </p:nvGraphicFramePr>
        <p:xfrm>
          <a:off x="2643188" y="1260475"/>
          <a:ext cx="3414712" cy="2012950"/>
        </p:xfrm>
        <a:graphic>
          <a:graphicData uri="http://schemas.openxmlformats.org/presentationml/2006/ole">
            <mc:AlternateContent xmlns:mc="http://schemas.openxmlformats.org/markup-compatibility/2006">
              <mc:Choice xmlns:v="urn:schemas-microsoft-com:vml" Requires="v">
                <p:oleObj spid="_x0000_s54295" name="Equation" r:id="rId3" imgW="1422360" imgH="838080" progId="Equation.DSMT4">
                  <p:embed/>
                </p:oleObj>
              </mc:Choice>
              <mc:Fallback>
                <p:oleObj name="Equation" r:id="rId3" imgW="1422360" imgH="838080" progId="Equation.DSMT4">
                  <p:embed/>
                  <p:pic>
                    <p:nvPicPr>
                      <p:cNvPr id="27650" name="Object 2">
                        <a:extLst>
                          <a:ext uri="{FF2B5EF4-FFF2-40B4-BE49-F238E27FC236}">
                            <a16:creationId xmlns:a16="http://schemas.microsoft.com/office/drawing/2014/main" id="{65B4BCBB-2C2E-43C6-84F4-2FA655DCAB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188" y="1260475"/>
                        <a:ext cx="3414712" cy="2012950"/>
                      </a:xfrm>
                      <a:prstGeom prst="rect">
                        <a:avLst/>
                      </a:prstGeom>
                      <a:solidFill>
                        <a:schemeClr val="accent5">
                          <a:lumMod val="20000"/>
                          <a:lumOff val="80000"/>
                        </a:schemeClr>
                      </a:solidFill>
                      <a:ln w="25400">
                        <a:solidFill>
                          <a:srgbClr val="0000FF"/>
                        </a:solidFill>
                      </a:ln>
                      <a:effectLst/>
                    </p:spPr>
                  </p:pic>
                </p:oleObj>
              </mc:Fallback>
            </mc:AlternateContent>
          </a:graphicData>
        </a:graphic>
      </p:graphicFrame>
      <p:graphicFrame>
        <p:nvGraphicFramePr>
          <p:cNvPr id="6" name="Object 3">
            <a:extLst>
              <a:ext uri="{FF2B5EF4-FFF2-40B4-BE49-F238E27FC236}">
                <a16:creationId xmlns:a16="http://schemas.microsoft.com/office/drawing/2014/main" id="{8A34F91B-7E15-4666-B532-12B5C29DDFC3}"/>
              </a:ext>
            </a:extLst>
          </p:cNvPr>
          <p:cNvGraphicFramePr>
            <a:graphicFrameLocks noChangeAspect="1"/>
          </p:cNvGraphicFramePr>
          <p:nvPr>
            <p:extLst/>
          </p:nvPr>
        </p:nvGraphicFramePr>
        <p:xfrm>
          <a:off x="928688" y="4830763"/>
          <a:ext cx="695325" cy="487362"/>
        </p:xfrm>
        <a:graphic>
          <a:graphicData uri="http://schemas.openxmlformats.org/presentationml/2006/ole">
            <mc:AlternateContent xmlns:mc="http://schemas.openxmlformats.org/markup-compatibility/2006">
              <mc:Choice xmlns:v="urn:schemas-microsoft-com:vml" Requires="v">
                <p:oleObj spid="_x0000_s54296" name="Equation" r:id="rId5" imgW="279360" imgH="203040" progId="Equation.DSMT4">
                  <p:embed/>
                </p:oleObj>
              </mc:Choice>
              <mc:Fallback>
                <p:oleObj name="Equation" r:id="rId5" imgW="279360" imgH="203040" progId="Equation.DSMT4">
                  <p:embed/>
                  <p:pic>
                    <p:nvPicPr>
                      <p:cNvPr id="6" name="Object 3">
                        <a:extLst>
                          <a:ext uri="{FF2B5EF4-FFF2-40B4-BE49-F238E27FC236}">
                            <a16:creationId xmlns:a16="http://schemas.microsoft.com/office/drawing/2014/main" id="{8A34F91B-7E15-4666-B532-12B5C29DDF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88" y="4830763"/>
                        <a:ext cx="695325"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4">
            <a:extLst>
              <a:ext uri="{FF2B5EF4-FFF2-40B4-BE49-F238E27FC236}">
                <a16:creationId xmlns:a16="http://schemas.microsoft.com/office/drawing/2014/main" id="{BFE0C660-1178-4DF7-92C9-59957E7BCA74}"/>
              </a:ext>
            </a:extLst>
          </p:cNvPr>
          <p:cNvGraphicFramePr>
            <a:graphicFrameLocks noChangeAspect="1"/>
          </p:cNvGraphicFramePr>
          <p:nvPr>
            <p:extLst/>
          </p:nvPr>
        </p:nvGraphicFramePr>
        <p:xfrm>
          <a:off x="3786188" y="4827588"/>
          <a:ext cx="909637" cy="488950"/>
        </p:xfrm>
        <a:graphic>
          <a:graphicData uri="http://schemas.openxmlformats.org/presentationml/2006/ole">
            <mc:AlternateContent xmlns:mc="http://schemas.openxmlformats.org/markup-compatibility/2006">
              <mc:Choice xmlns:v="urn:schemas-microsoft-com:vml" Requires="v">
                <p:oleObj spid="_x0000_s54297" name="Equation" r:id="rId7" imgW="457200" imgH="203040" progId="Equation.DSMT4">
                  <p:embed/>
                </p:oleObj>
              </mc:Choice>
              <mc:Fallback>
                <p:oleObj name="Equation" r:id="rId7" imgW="457200" imgH="203040" progId="Equation.DSMT4">
                  <p:embed/>
                  <p:pic>
                    <p:nvPicPr>
                      <p:cNvPr id="7" name="Object 4">
                        <a:extLst>
                          <a:ext uri="{FF2B5EF4-FFF2-40B4-BE49-F238E27FC236}">
                            <a16:creationId xmlns:a16="http://schemas.microsoft.com/office/drawing/2014/main" id="{BFE0C660-1178-4DF7-92C9-59957E7BCA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6188" y="4827588"/>
                        <a:ext cx="90963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23132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10C737-D460-4F20-A32F-C6F16DA735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48C6D9-5AFB-4A78-A3B1-3DA6B7FF887E}" type="slidenum">
              <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zh-CN" altLang="en-US" sz="120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8679" name="Group 2">
            <a:extLst>
              <a:ext uri="{FF2B5EF4-FFF2-40B4-BE49-F238E27FC236}">
                <a16:creationId xmlns:a16="http://schemas.microsoft.com/office/drawing/2014/main" id="{BA1FA62E-D03F-493E-9414-37E4DB3504AD}"/>
              </a:ext>
            </a:extLst>
          </p:cNvPr>
          <p:cNvGrpSpPr>
            <a:grpSpLocks/>
          </p:cNvGrpSpPr>
          <p:nvPr/>
        </p:nvGrpSpPr>
        <p:grpSpPr bwMode="auto">
          <a:xfrm>
            <a:off x="762000" y="1301750"/>
            <a:ext cx="6096000" cy="909638"/>
            <a:chOff x="480" y="531"/>
            <a:chExt cx="3840" cy="573"/>
          </a:xfrm>
        </p:grpSpPr>
        <p:graphicFrame>
          <p:nvGraphicFramePr>
            <p:cNvPr id="28676" name="Object 2">
              <a:extLst>
                <a:ext uri="{FF2B5EF4-FFF2-40B4-BE49-F238E27FC236}">
                  <a16:creationId xmlns:a16="http://schemas.microsoft.com/office/drawing/2014/main" id="{A0FB54C8-059C-473A-BB11-565A6CC1579F}"/>
                </a:ext>
              </a:extLst>
            </p:cNvPr>
            <p:cNvGraphicFramePr>
              <a:graphicFrameLocks noChangeAspect="1"/>
            </p:cNvGraphicFramePr>
            <p:nvPr/>
          </p:nvGraphicFramePr>
          <p:xfrm>
            <a:off x="1056" y="531"/>
            <a:ext cx="3264" cy="573"/>
          </p:xfrm>
          <a:graphic>
            <a:graphicData uri="http://schemas.openxmlformats.org/presentationml/2006/ole">
              <mc:AlternateContent xmlns:mc="http://schemas.openxmlformats.org/markup-compatibility/2006">
                <mc:Choice xmlns:v="urn:schemas-microsoft-com:vml" Requires="v">
                  <p:oleObj spid="_x0000_s55319" name="Equation" r:id="rId3" imgW="2387520" imgH="419040" progId="Equation.DSMT4">
                    <p:embed/>
                  </p:oleObj>
                </mc:Choice>
                <mc:Fallback>
                  <p:oleObj name="Equation" r:id="rId3" imgW="2387520" imgH="419040" progId="Equation.DSMT4">
                    <p:embed/>
                    <p:pic>
                      <p:nvPicPr>
                        <p:cNvPr id="28676" name="Object 2">
                          <a:extLst>
                            <a:ext uri="{FF2B5EF4-FFF2-40B4-BE49-F238E27FC236}">
                              <a16:creationId xmlns:a16="http://schemas.microsoft.com/office/drawing/2014/main" id="{A0FB54C8-059C-473A-BB11-565A6CC15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531"/>
                          <a:ext cx="3264" cy="5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1" name="Text Box 4">
              <a:extLst>
                <a:ext uri="{FF2B5EF4-FFF2-40B4-BE49-F238E27FC236}">
                  <a16:creationId xmlns:a16="http://schemas.microsoft.com/office/drawing/2014/main" id="{AECC713C-C516-494C-8FF0-2A9DDF4A7EFC}"/>
                </a:ext>
              </a:extLst>
            </p:cNvPr>
            <p:cNvSpPr txBox="1">
              <a:spLocks noChangeArrowheads="1"/>
            </p:cNvSpPr>
            <p:nvPr/>
          </p:nvSpPr>
          <p:spPr bwMode="auto">
            <a:xfrm>
              <a:off x="480" y="624"/>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p>
          </p:txBody>
        </p:sp>
      </p:grpSp>
      <p:graphicFrame>
        <p:nvGraphicFramePr>
          <p:cNvPr id="9" name="Object 3">
            <a:extLst>
              <a:ext uri="{FF2B5EF4-FFF2-40B4-BE49-F238E27FC236}">
                <a16:creationId xmlns:a16="http://schemas.microsoft.com/office/drawing/2014/main" id="{8D5475B3-FF0F-4ACC-B601-F58DBC01DEF4}"/>
              </a:ext>
            </a:extLst>
          </p:cNvPr>
          <p:cNvGraphicFramePr>
            <a:graphicFrameLocks noChangeAspect="1"/>
          </p:cNvGraphicFramePr>
          <p:nvPr>
            <p:extLst/>
          </p:nvPr>
        </p:nvGraphicFramePr>
        <p:xfrm>
          <a:off x="1620838" y="2384425"/>
          <a:ext cx="6283325" cy="1998663"/>
        </p:xfrm>
        <a:graphic>
          <a:graphicData uri="http://schemas.openxmlformats.org/presentationml/2006/ole">
            <mc:AlternateContent xmlns:mc="http://schemas.openxmlformats.org/markup-compatibility/2006">
              <mc:Choice xmlns:v="urn:schemas-microsoft-com:vml" Requires="v">
                <p:oleObj spid="_x0000_s55320" name="Equation" r:id="rId5" imgW="2869920" imgH="914400" progId="Equation.DSMT4">
                  <p:embed/>
                </p:oleObj>
              </mc:Choice>
              <mc:Fallback>
                <p:oleObj name="Equation" r:id="rId5" imgW="2869920" imgH="914400" progId="Equation.DSMT4">
                  <p:embed/>
                  <p:pic>
                    <p:nvPicPr>
                      <p:cNvPr id="9" name="Object 3">
                        <a:extLst>
                          <a:ext uri="{FF2B5EF4-FFF2-40B4-BE49-F238E27FC236}">
                            <a16:creationId xmlns:a16="http://schemas.microsoft.com/office/drawing/2014/main" id="{8D5475B3-FF0F-4ACC-B601-F58DBC01DEF4}"/>
                          </a:ext>
                        </a:extLst>
                      </p:cNvPr>
                      <p:cNvPicPr>
                        <a:picLocks noChangeAspect="1" noChangeArrowheads="1"/>
                      </p:cNvPicPr>
                      <p:nvPr/>
                    </p:nvPicPr>
                    <p:blipFill>
                      <a:blip r:embed="rId6"/>
                      <a:srcRect/>
                      <a:stretch>
                        <a:fillRect/>
                      </a:stretch>
                    </p:blipFill>
                    <p:spPr bwMode="auto">
                      <a:xfrm>
                        <a:off x="1620838" y="2384425"/>
                        <a:ext cx="6283325" cy="199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4">
            <a:extLst>
              <a:ext uri="{FF2B5EF4-FFF2-40B4-BE49-F238E27FC236}">
                <a16:creationId xmlns:a16="http://schemas.microsoft.com/office/drawing/2014/main" id="{87F558A8-3E0B-4B58-A2D6-5ACEA2954DC2}"/>
              </a:ext>
            </a:extLst>
          </p:cNvPr>
          <p:cNvGraphicFramePr>
            <a:graphicFrameLocks noChangeAspect="1"/>
          </p:cNvGraphicFramePr>
          <p:nvPr>
            <p:extLst/>
          </p:nvPr>
        </p:nvGraphicFramePr>
        <p:xfrm>
          <a:off x="1568450" y="4421188"/>
          <a:ext cx="3797300" cy="1001712"/>
        </p:xfrm>
        <a:graphic>
          <a:graphicData uri="http://schemas.openxmlformats.org/presentationml/2006/ole">
            <mc:AlternateContent xmlns:mc="http://schemas.openxmlformats.org/markup-compatibility/2006">
              <mc:Choice xmlns:v="urn:schemas-microsoft-com:vml" Requires="v">
                <p:oleObj spid="_x0000_s55321" name="Equation" r:id="rId7" imgW="1485720" imgH="393480" progId="Equation.DSMT4">
                  <p:embed/>
                </p:oleObj>
              </mc:Choice>
              <mc:Fallback>
                <p:oleObj name="Equation" r:id="rId7" imgW="1485720" imgH="393480" progId="Equation.DSMT4">
                  <p:embed/>
                  <p:pic>
                    <p:nvPicPr>
                      <p:cNvPr id="10" name="Object 4">
                        <a:extLst>
                          <a:ext uri="{FF2B5EF4-FFF2-40B4-BE49-F238E27FC236}">
                            <a16:creationId xmlns:a16="http://schemas.microsoft.com/office/drawing/2014/main" id="{87F558A8-3E0B-4B58-A2D6-5ACEA2954DC2}"/>
                          </a:ext>
                        </a:extLst>
                      </p:cNvPr>
                      <p:cNvPicPr>
                        <a:picLocks noChangeAspect="1" noChangeArrowheads="1"/>
                      </p:cNvPicPr>
                      <p:nvPr/>
                    </p:nvPicPr>
                    <p:blipFill>
                      <a:blip r:embed="rId8"/>
                      <a:srcRect/>
                      <a:stretch>
                        <a:fillRect/>
                      </a:stretch>
                    </p:blipFill>
                    <p:spPr bwMode="auto">
                      <a:xfrm>
                        <a:off x="1568450" y="4421188"/>
                        <a:ext cx="3797300"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11">
            <a:extLst>
              <a:ext uri="{FF2B5EF4-FFF2-40B4-BE49-F238E27FC236}">
                <a16:creationId xmlns:a16="http://schemas.microsoft.com/office/drawing/2014/main" id="{15FDF7EC-3F04-4F3A-B3E9-E2C5846A8E23}"/>
              </a:ext>
            </a:extLst>
          </p:cNvPr>
          <p:cNvSpPr txBox="1">
            <a:spLocks noChangeArrowheads="1"/>
          </p:cNvSpPr>
          <p:nvPr/>
        </p:nvSpPr>
        <p:spPr bwMode="auto">
          <a:xfrm>
            <a:off x="857250" y="5402263"/>
            <a:ext cx="77343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spcBef>
                <a:spcPts val="0"/>
              </a:spcBef>
              <a:spcAft>
                <a:spcPct val="0"/>
              </a:spcAft>
              <a:buClrTx/>
              <a:buSzTx/>
              <a:buFontTx/>
              <a:buNone/>
              <a:tabLst/>
              <a:defRPr/>
            </a:pP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可见，对由微分方程所描述的系统通过求频率响应可以方便地求出其单位冲激响应。</a:t>
            </a:r>
          </a:p>
        </p:txBody>
      </p:sp>
      <p:sp>
        <p:nvSpPr>
          <p:cNvPr id="12" name="矩形 11">
            <a:extLst>
              <a:ext uri="{FF2B5EF4-FFF2-40B4-BE49-F238E27FC236}">
                <a16:creationId xmlns:a16="http://schemas.microsoft.com/office/drawing/2014/main" id="{7B2BAD21-0BF9-4BF4-BF35-819181E37A9B}"/>
              </a:ext>
            </a:extLst>
          </p:cNvPr>
          <p:cNvSpPr>
            <a:spLocks noChangeArrowheads="1"/>
          </p:cNvSpPr>
          <p:nvPr/>
        </p:nvSpPr>
        <p:spPr bwMode="auto">
          <a:xfrm>
            <a:off x="6188895" y="3863391"/>
            <a:ext cx="180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buFontTx/>
              <a:buNone/>
            </a:pPr>
            <a:r>
              <a:rPr lang="zh-CN" altLang="en-US" sz="2000" b="1" dirty="0">
                <a:solidFill>
                  <a:srgbClr val="FF0000"/>
                </a:solidFill>
                <a:ea typeface="华文楷体" panose="02010600040101010101" pitchFamily="2" charset="-122"/>
              </a:rPr>
              <a:t>部分分式展开</a:t>
            </a:r>
            <a:endParaRPr lang="en-US" altLang="zh-CN" sz="2000" b="1" dirty="0">
              <a:solidFill>
                <a:srgbClr val="FF0000"/>
              </a:solidFill>
              <a:ea typeface="华文楷体" panose="02010600040101010101" pitchFamily="2" charset="-122"/>
            </a:endParaRPr>
          </a:p>
          <a:p>
            <a:pPr algn="ctr" eaLnBrk="1" hangingPunct="1">
              <a:buFontTx/>
              <a:buNone/>
            </a:pPr>
            <a:r>
              <a:rPr lang="en-US" altLang="zh-CN" sz="2000" b="1" dirty="0">
                <a:solidFill>
                  <a:srgbClr val="FF0000"/>
                </a:solidFill>
                <a:ea typeface="华文楷体" panose="02010600040101010101" pitchFamily="2" charset="-122"/>
              </a:rPr>
              <a:t>(</a:t>
            </a:r>
            <a:r>
              <a:rPr lang="zh-CN" altLang="en-US" sz="2000" b="1" dirty="0">
                <a:solidFill>
                  <a:srgbClr val="FF0000"/>
                </a:solidFill>
                <a:ea typeface="华文楷体" panose="02010600040101010101" pitchFamily="2" charset="-122"/>
              </a:rPr>
              <a:t>课本附录</a:t>
            </a:r>
            <a:r>
              <a:rPr lang="en-US" altLang="zh-CN" sz="2000" b="1" dirty="0">
                <a:solidFill>
                  <a:srgbClr val="FF0000"/>
                </a:solidFill>
                <a:ea typeface="华文楷体" panose="02010600040101010101" pitchFamily="2" charset="-122"/>
              </a:rPr>
              <a:t>A)</a:t>
            </a:r>
            <a:endParaRPr lang="zh-CN" altLang="en-US" sz="2000" dirty="0">
              <a:ea typeface="华文楷体" panose="02010600040101010101" pitchFamily="2" charset="-122"/>
            </a:endParaRPr>
          </a:p>
        </p:txBody>
      </p:sp>
    </p:spTree>
    <p:extLst>
      <p:ext uri="{BB962C8B-B14F-4D97-AF65-F5344CB8AC3E}">
        <p14:creationId xmlns:p14="http://schemas.microsoft.com/office/powerpoint/2010/main" val="4225373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5" name="标题 1">
            <a:extLst>
              <a:ext uri="{FF2B5EF4-FFF2-40B4-BE49-F238E27FC236}">
                <a16:creationId xmlns:a16="http://schemas.microsoft.com/office/drawing/2014/main" id="{24F25A21-18FB-427D-88C1-2A8ACD1B542E}"/>
              </a:ext>
            </a:extLst>
          </p:cNvPr>
          <p:cNvSpPr>
            <a:spLocks noGrp="1"/>
          </p:cNvSpPr>
          <p:nvPr>
            <p:ph type="title"/>
          </p:nvPr>
        </p:nvSpPr>
        <p:spPr/>
        <p:txBody>
          <a:bodyPr/>
          <a:lstStyle/>
          <a:p>
            <a:r>
              <a:rPr lang="en-US" altLang="zh-CN" sz="3600">
                <a:solidFill>
                  <a:srgbClr val="000000"/>
                </a:solidFill>
              </a:rPr>
              <a:t>9.4  </a:t>
            </a:r>
            <a:r>
              <a:rPr lang="zh-CN" altLang="en-US" sz="3600">
                <a:solidFill>
                  <a:srgbClr val="000000"/>
                </a:solidFill>
              </a:rPr>
              <a:t>由零极点图对傅里叶变换几何求值</a:t>
            </a:r>
            <a:endParaRPr lang="zh-CN" altLang="en-US"/>
          </a:p>
        </p:txBody>
      </p:sp>
      <p:sp>
        <p:nvSpPr>
          <p:cNvPr id="4" name="灯片编号占位符 3">
            <a:extLst>
              <a:ext uri="{FF2B5EF4-FFF2-40B4-BE49-F238E27FC236}">
                <a16:creationId xmlns:a16="http://schemas.microsoft.com/office/drawing/2014/main" id="{C1570D1E-96FB-49A0-8161-743370861E3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F511C5-3683-4AF4-BC17-CF0997652620}" type="slidenum">
              <a:rPr lang="zh-CN" altLang="en-US">
                <a:solidFill>
                  <a:srgbClr val="898989"/>
                </a:solidFill>
                <a:latin typeface="Calibri" panose="020F0502020204030204" pitchFamily="34" charset="0"/>
              </a:rPr>
              <a:pPr eaLnBrk="1" hangingPunct="1"/>
              <a:t>32</a:t>
            </a:fld>
            <a:endParaRPr lang="zh-CN" altLang="en-US">
              <a:solidFill>
                <a:srgbClr val="898989"/>
              </a:solidFill>
              <a:latin typeface="Calibri" panose="020F0502020204030204" pitchFamily="34" charset="0"/>
            </a:endParaRPr>
          </a:p>
        </p:txBody>
      </p:sp>
      <p:sp>
        <p:nvSpPr>
          <p:cNvPr id="34837" name="Text Box 2">
            <a:extLst>
              <a:ext uri="{FF2B5EF4-FFF2-40B4-BE49-F238E27FC236}">
                <a16:creationId xmlns:a16="http://schemas.microsoft.com/office/drawing/2014/main" id="{B50AB0AC-941D-4A46-BAC3-4F5E90540488}"/>
              </a:ext>
            </a:extLst>
          </p:cNvPr>
          <p:cNvSpPr txBox="1">
            <a:spLocks noChangeArrowheads="1"/>
          </p:cNvSpPr>
          <p:nvPr/>
        </p:nvSpPr>
        <p:spPr bwMode="auto">
          <a:xfrm>
            <a:off x="357188" y="1400175"/>
            <a:ext cx="2803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1.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一阶系统：</a:t>
            </a:r>
          </a:p>
        </p:txBody>
      </p:sp>
      <p:graphicFrame>
        <p:nvGraphicFramePr>
          <p:cNvPr id="34818" name="Object 2">
            <a:extLst>
              <a:ext uri="{FF2B5EF4-FFF2-40B4-BE49-F238E27FC236}">
                <a16:creationId xmlns:a16="http://schemas.microsoft.com/office/drawing/2014/main" id="{FA90ADAA-C24D-4CE2-A10F-A0B3297849B0}"/>
              </a:ext>
            </a:extLst>
          </p:cNvPr>
          <p:cNvGraphicFramePr>
            <a:graphicFrameLocks noChangeAspect="1"/>
          </p:cNvGraphicFramePr>
          <p:nvPr>
            <p:extLst>
              <p:ext uri="{D42A27DB-BD31-4B8C-83A1-F6EECF244321}">
                <p14:modId xmlns:p14="http://schemas.microsoft.com/office/powerpoint/2010/main" val="2584930584"/>
              </p:ext>
            </p:extLst>
          </p:nvPr>
        </p:nvGraphicFramePr>
        <p:xfrm>
          <a:off x="1171575" y="2143125"/>
          <a:ext cx="2900363" cy="1004888"/>
        </p:xfrm>
        <a:graphic>
          <a:graphicData uri="http://schemas.openxmlformats.org/presentationml/2006/ole">
            <mc:AlternateContent xmlns:mc="http://schemas.openxmlformats.org/markup-compatibility/2006">
              <mc:Choice xmlns:v="urn:schemas-microsoft-com:vml" Requires="v">
                <p:oleObj spid="_x0000_s48591" name="Equation" r:id="rId3" imgW="1002960" imgH="419040" progId="Equation.DSMT4">
                  <p:embed/>
                </p:oleObj>
              </mc:Choice>
              <mc:Fallback>
                <p:oleObj name="Equation" r:id="rId3" imgW="1002960" imgH="4190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75" y="2143125"/>
                        <a:ext cx="2900363"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7C9093E0-36CA-4F89-833C-568E9EB62B42}"/>
              </a:ext>
            </a:extLst>
          </p:cNvPr>
          <p:cNvGrpSpPr>
            <a:grpSpLocks/>
          </p:cNvGrpSpPr>
          <p:nvPr/>
        </p:nvGrpSpPr>
        <p:grpSpPr bwMode="auto">
          <a:xfrm>
            <a:off x="1143000" y="3286125"/>
            <a:ext cx="4964113" cy="1008063"/>
            <a:chOff x="816" y="1177"/>
            <a:chExt cx="3127" cy="635"/>
          </a:xfrm>
        </p:grpSpPr>
        <p:graphicFrame>
          <p:nvGraphicFramePr>
            <p:cNvPr id="34833" name="Object 3">
              <a:extLst>
                <a:ext uri="{FF2B5EF4-FFF2-40B4-BE49-F238E27FC236}">
                  <a16:creationId xmlns:a16="http://schemas.microsoft.com/office/drawing/2014/main" id="{EDBFA1E8-65B1-4688-9A09-2D006008C05E}"/>
                </a:ext>
              </a:extLst>
            </p:cNvPr>
            <p:cNvGraphicFramePr>
              <a:graphicFrameLocks noChangeAspect="1"/>
            </p:cNvGraphicFramePr>
            <p:nvPr/>
          </p:nvGraphicFramePr>
          <p:xfrm>
            <a:off x="816" y="1177"/>
            <a:ext cx="1931" cy="635"/>
          </p:xfrm>
          <a:graphic>
            <a:graphicData uri="http://schemas.openxmlformats.org/presentationml/2006/ole">
              <mc:AlternateContent xmlns:mc="http://schemas.openxmlformats.org/markup-compatibility/2006">
                <mc:Choice xmlns:v="urn:schemas-microsoft-com:vml" Requires="v">
                  <p:oleObj spid="_x0000_s48592" name="Equation" r:id="rId5" imgW="1117440" imgH="419040" progId="Equation.DSMT4">
                    <p:embed/>
                  </p:oleObj>
                </mc:Choice>
                <mc:Fallback>
                  <p:oleObj name="Equation" r:id="rId5" imgW="1117440" imgH="4190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 y="1177"/>
                          <a:ext cx="1931" cy="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34" name="Object 4">
              <a:extLst>
                <a:ext uri="{FF2B5EF4-FFF2-40B4-BE49-F238E27FC236}">
                  <a16:creationId xmlns:a16="http://schemas.microsoft.com/office/drawing/2014/main" id="{CCCD9B88-9F53-4322-A2CA-3805E2368AF0}"/>
                </a:ext>
              </a:extLst>
            </p:cNvPr>
            <p:cNvGraphicFramePr>
              <a:graphicFrameLocks noChangeAspect="1"/>
            </p:cNvGraphicFramePr>
            <p:nvPr/>
          </p:nvGraphicFramePr>
          <p:xfrm>
            <a:off x="2832" y="1200"/>
            <a:ext cx="1111" cy="594"/>
          </p:xfrm>
          <a:graphic>
            <a:graphicData uri="http://schemas.openxmlformats.org/presentationml/2006/ole">
              <mc:AlternateContent xmlns:mc="http://schemas.openxmlformats.org/markup-compatibility/2006">
                <mc:Choice xmlns:v="urn:schemas-microsoft-com:vml" Requires="v">
                  <p:oleObj spid="_x0000_s48593" name="Equation" r:id="rId7" imgW="736560" imgH="393480" progId="Equation.DSMT4">
                    <p:embed/>
                  </p:oleObj>
                </mc:Choice>
                <mc:Fallback>
                  <p:oleObj name="Equation" r:id="rId7" imgW="736560" imgH="3934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2" y="1200"/>
                          <a:ext cx="1111"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4819" name="Object 5">
            <a:extLst>
              <a:ext uri="{FF2B5EF4-FFF2-40B4-BE49-F238E27FC236}">
                <a16:creationId xmlns:a16="http://schemas.microsoft.com/office/drawing/2014/main" id="{066AEFE1-3FF9-44E4-95CB-2EC8546BD420}"/>
              </a:ext>
            </a:extLst>
          </p:cNvPr>
          <p:cNvGraphicFramePr>
            <a:graphicFrameLocks noChangeAspect="1"/>
          </p:cNvGraphicFramePr>
          <p:nvPr>
            <p:extLst>
              <p:ext uri="{D42A27DB-BD31-4B8C-83A1-F6EECF244321}">
                <p14:modId xmlns:p14="http://schemas.microsoft.com/office/powerpoint/2010/main" val="299063846"/>
              </p:ext>
            </p:extLst>
          </p:nvPr>
        </p:nvGraphicFramePr>
        <p:xfrm>
          <a:off x="3176588" y="1214438"/>
          <a:ext cx="2962275" cy="946150"/>
        </p:xfrm>
        <a:graphic>
          <a:graphicData uri="http://schemas.openxmlformats.org/presentationml/2006/ole">
            <mc:AlternateContent xmlns:mc="http://schemas.openxmlformats.org/markup-compatibility/2006">
              <mc:Choice xmlns:v="urn:schemas-microsoft-com:vml" Requires="v">
                <p:oleObj spid="_x0000_s48594" name="Equation" r:id="rId9" imgW="1231560" imgH="393480" progId="Equation.DSMT4">
                  <p:embed/>
                </p:oleObj>
              </mc:Choice>
              <mc:Fallback>
                <p:oleObj name="Equation" r:id="rId9" imgW="1231560" imgH="39348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6588" y="1214438"/>
                        <a:ext cx="29622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8">
            <a:extLst>
              <a:ext uri="{FF2B5EF4-FFF2-40B4-BE49-F238E27FC236}">
                <a16:creationId xmlns:a16="http://schemas.microsoft.com/office/drawing/2014/main" id="{D2B85180-254B-460F-8855-F84399B32E7D}"/>
              </a:ext>
            </a:extLst>
          </p:cNvPr>
          <p:cNvGrpSpPr>
            <a:grpSpLocks/>
          </p:cNvGrpSpPr>
          <p:nvPr/>
        </p:nvGrpSpPr>
        <p:grpSpPr bwMode="auto">
          <a:xfrm>
            <a:off x="500063" y="4676774"/>
            <a:ext cx="5230813" cy="1727200"/>
            <a:chOff x="329" y="2688"/>
            <a:chExt cx="3295" cy="1088"/>
          </a:xfrm>
        </p:grpSpPr>
        <mc:AlternateContent xmlns:mc="http://schemas.openxmlformats.org/markup-compatibility/2006" xmlns:a14="http://schemas.microsoft.com/office/drawing/2010/main">
          <mc:Choice Requires="a14">
            <p:sp>
              <p:nvSpPr>
                <p:cNvPr id="34851" name="Text Box 9">
                  <a:extLst>
                    <a:ext uri="{FF2B5EF4-FFF2-40B4-BE49-F238E27FC236}">
                      <a16:creationId xmlns:a16="http://schemas.microsoft.com/office/drawing/2014/main" id="{EF024860-00B1-4A27-A4C5-786FC76744E6}"/>
                    </a:ext>
                  </a:extLst>
                </p:cNvPr>
                <p:cNvSpPr txBox="1">
                  <a:spLocks noChangeArrowheads="1"/>
                </p:cNvSpPr>
                <p:nvPr/>
              </p:nvSpPr>
              <p:spPr bwMode="auto">
                <a:xfrm>
                  <a:off x="329" y="2688"/>
                  <a:ext cx="3161"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随着</a:t>
                  </a:r>
                  <a14:m>
                    <m:oMath xmlns:m="http://schemas.openxmlformats.org/officeDocument/2006/math">
                      <m:r>
                        <a:rPr lang="en-US" sz="2800" b="0" i="0"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𝜔</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e>
                      </m:d>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单调下降，</a:t>
                  </a:r>
                </a:p>
              </p:txBody>
            </p:sp>
          </mc:Choice>
          <mc:Fallback xmlns="">
            <p:sp>
              <p:nvSpPr>
                <p:cNvPr id="34851" name="Text Box 9">
                  <a:extLst>
                    <a:ext uri="{FF2B5EF4-FFF2-40B4-BE49-F238E27FC236}">
                      <a16:creationId xmlns:a16="http://schemas.microsoft.com/office/drawing/2014/main" id="{EF024860-00B1-4A27-A4C5-786FC76744E6}"/>
                    </a:ext>
                  </a:extLst>
                </p:cNvPr>
                <p:cNvSpPr txBox="1">
                  <a:spLocks noRot="1" noChangeAspect="1" noMove="1" noResize="1" noEditPoints="1" noAdjustHandles="1" noChangeArrowheads="1" noChangeShapeType="1" noTextEdit="1"/>
                </p:cNvSpPr>
                <p:nvPr/>
              </p:nvSpPr>
              <p:spPr bwMode="auto">
                <a:xfrm>
                  <a:off x="329" y="2688"/>
                  <a:ext cx="3161" cy="330"/>
                </a:xfrm>
                <a:prstGeom prst="rect">
                  <a:avLst/>
                </a:prstGeom>
                <a:blipFill>
                  <a:blip r:embed="rId11"/>
                  <a:stretch>
                    <a:fillRect l="-2430" t="-11628" r="-60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52" name="Text Box 13">
                  <a:extLst>
                    <a:ext uri="{FF2B5EF4-FFF2-40B4-BE49-F238E27FC236}">
                      <a16:creationId xmlns:a16="http://schemas.microsoft.com/office/drawing/2014/main" id="{3F781215-1407-4005-8AF6-2A798D945AA1}"/>
                    </a:ext>
                  </a:extLst>
                </p:cNvPr>
                <p:cNvSpPr txBox="1">
                  <a:spLocks noChangeArrowheads="1"/>
                </p:cNvSpPr>
                <p:nvPr/>
              </p:nvSpPr>
              <p:spPr bwMode="auto">
                <a:xfrm>
                  <a:off x="329" y="3060"/>
                  <a:ext cx="2935"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𝜔</m:t>
                      </m:r>
                      <m:r>
                        <a:rPr lang="en-US" sz="2800" b="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=1/</m:t>
                      </m:r>
                      <m:r>
                        <a:rPr lang="en-US" sz="2800" i="1" smtClean="0">
                          <a:solidFill>
                            <a:srgbClr val="000000"/>
                          </a:solidFill>
                          <a:latin typeface="Cambria Math" panose="02040503050406030204" pitchFamily="18" charset="0"/>
                        </a:rPr>
                        <m:t>𝜏</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时</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下降到最大值的</a:t>
                  </a:r>
                </a:p>
              </p:txBody>
            </p:sp>
          </mc:Choice>
          <mc:Fallback xmlns="">
            <p:sp>
              <p:nvSpPr>
                <p:cNvPr id="34852" name="Text Box 13">
                  <a:extLst>
                    <a:ext uri="{FF2B5EF4-FFF2-40B4-BE49-F238E27FC236}">
                      <a16:creationId xmlns:a16="http://schemas.microsoft.com/office/drawing/2014/main" id="{3F781215-1407-4005-8AF6-2A798D945AA1}"/>
                    </a:ext>
                  </a:extLst>
                </p:cNvPr>
                <p:cNvSpPr txBox="1">
                  <a:spLocks noRot="1" noChangeAspect="1" noMove="1" noResize="1" noEditPoints="1" noAdjustHandles="1" noChangeArrowheads="1" noChangeShapeType="1" noTextEdit="1"/>
                </p:cNvSpPr>
                <p:nvPr/>
              </p:nvSpPr>
              <p:spPr bwMode="auto">
                <a:xfrm>
                  <a:off x="329" y="3060"/>
                  <a:ext cx="2935" cy="330"/>
                </a:xfrm>
                <a:prstGeom prst="rect">
                  <a:avLst/>
                </a:prstGeom>
                <a:blipFill>
                  <a:blip r:embed="rId12"/>
                  <a:stretch>
                    <a:fillRect t="-13953" r="-157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53" name="Rectangle 15">
                  <a:extLst>
                    <a:ext uri="{FF2B5EF4-FFF2-40B4-BE49-F238E27FC236}">
                      <a16:creationId xmlns:a16="http://schemas.microsoft.com/office/drawing/2014/main" id="{62DF5EE0-33A9-490B-A366-22D1890A26B6}"/>
                    </a:ext>
                  </a:extLst>
                </p:cNvPr>
                <p:cNvSpPr>
                  <a:spLocks noChangeArrowheads="1"/>
                </p:cNvSpPr>
                <p:nvPr/>
              </p:nvSpPr>
              <p:spPr bwMode="auto">
                <a:xfrm>
                  <a:off x="330" y="3420"/>
                  <a:ext cx="3294" cy="35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sz="2800" i="1" smtClean="0">
                          <a:solidFill>
                            <a:srgbClr val="000000"/>
                          </a:solidFill>
                          <a:latin typeface="Cambria Math" panose="02040503050406030204" pitchFamily="18" charset="0"/>
                        </a:rPr>
                        <m:t>1/</m:t>
                      </m:r>
                      <m:rad>
                        <m:radPr>
                          <m:degHide m:val="on"/>
                          <m:ctrlPr>
                            <a:rPr lang="en-US" sz="2800" i="1">
                              <a:solidFill>
                                <a:srgbClr val="000000"/>
                              </a:solidFill>
                              <a:latin typeface="Cambria Math" panose="02040503050406030204" pitchFamily="18" charset="0"/>
                            </a:rPr>
                          </m:ctrlPr>
                        </m:radPr>
                        <m:deg/>
                        <m:e>
                          <m:r>
                            <a:rPr lang="en-US" sz="2800" i="1">
                              <a:solidFill>
                                <a:srgbClr val="000000"/>
                              </a:solidFill>
                              <a:latin typeface="Cambria Math" panose="02040503050406030204" pitchFamily="18" charset="0"/>
                            </a:rPr>
                            <m:t>2</m:t>
                          </m:r>
                        </m:e>
                      </m:rad>
                      <m:r>
                        <a:rPr lang="en-US" sz="2800" i="1">
                          <a:solidFill>
                            <a:srgbClr val="000000"/>
                          </a:solidFill>
                          <a:latin typeface="Cambria Math" panose="02040503050406030204" pitchFamily="18" charset="0"/>
                        </a:rPr>
                        <m:t> </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。最大值在</a:t>
                  </a:r>
                  <a14:m>
                    <m:oMath xmlns:m="http://schemas.openxmlformats.org/officeDocument/2006/math">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=0</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时取得。</a:t>
                  </a:r>
                </a:p>
              </p:txBody>
            </p:sp>
          </mc:Choice>
          <mc:Fallback xmlns="">
            <p:sp>
              <p:nvSpPr>
                <p:cNvPr id="34853" name="Rectangle 15">
                  <a:extLst>
                    <a:ext uri="{FF2B5EF4-FFF2-40B4-BE49-F238E27FC236}">
                      <a16:creationId xmlns:a16="http://schemas.microsoft.com/office/drawing/2014/main" id="{62DF5EE0-33A9-490B-A366-22D1890A26B6}"/>
                    </a:ext>
                  </a:extLst>
                </p:cNvPr>
                <p:cNvSpPr>
                  <a:spLocks noRot="1" noChangeAspect="1" noMove="1" noResize="1" noEditPoints="1" noAdjustHandles="1" noChangeArrowheads="1" noChangeShapeType="1" noTextEdit="1"/>
                </p:cNvSpPr>
                <p:nvPr/>
              </p:nvSpPr>
              <p:spPr bwMode="auto">
                <a:xfrm>
                  <a:off x="330" y="3420"/>
                  <a:ext cx="3294" cy="356"/>
                </a:xfrm>
                <a:prstGeom prst="rect">
                  <a:avLst/>
                </a:prstGeom>
                <a:blipFill>
                  <a:blip r:embed="rId13"/>
                  <a:stretch>
                    <a:fillRect t="-4301" r="-1282" b="-290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pSp>
        <p:nvGrpSpPr>
          <p:cNvPr id="5" name="Group 17">
            <a:extLst>
              <a:ext uri="{FF2B5EF4-FFF2-40B4-BE49-F238E27FC236}">
                <a16:creationId xmlns:a16="http://schemas.microsoft.com/office/drawing/2014/main" id="{F572DA23-8E3E-4E71-8D44-76B7917E8A1D}"/>
              </a:ext>
            </a:extLst>
          </p:cNvPr>
          <p:cNvGrpSpPr>
            <a:grpSpLocks/>
          </p:cNvGrpSpPr>
          <p:nvPr/>
        </p:nvGrpSpPr>
        <p:grpSpPr bwMode="auto">
          <a:xfrm>
            <a:off x="6157913" y="1501775"/>
            <a:ext cx="2057400" cy="1920875"/>
            <a:chOff x="4224" y="688"/>
            <a:chExt cx="1296" cy="1210"/>
          </a:xfrm>
        </p:grpSpPr>
        <p:sp>
          <p:nvSpPr>
            <p:cNvPr id="34845" name="Line 18">
              <a:extLst>
                <a:ext uri="{FF2B5EF4-FFF2-40B4-BE49-F238E27FC236}">
                  <a16:creationId xmlns:a16="http://schemas.microsoft.com/office/drawing/2014/main" id="{88F58476-CCB9-4E34-A511-200D9C82C3DF}"/>
                </a:ext>
              </a:extLst>
            </p:cNvPr>
            <p:cNvSpPr>
              <a:spLocks noChangeShapeType="1"/>
            </p:cNvSpPr>
            <p:nvPr/>
          </p:nvSpPr>
          <p:spPr bwMode="auto">
            <a:xfrm>
              <a:off x="4224" y="1435"/>
              <a:ext cx="129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6" name="Line 19">
              <a:extLst>
                <a:ext uri="{FF2B5EF4-FFF2-40B4-BE49-F238E27FC236}">
                  <a16:creationId xmlns:a16="http://schemas.microsoft.com/office/drawing/2014/main" id="{1513784C-4338-45E9-97B2-951C9C21F23B}"/>
                </a:ext>
              </a:extLst>
            </p:cNvPr>
            <p:cNvSpPr>
              <a:spLocks noChangeShapeType="1"/>
            </p:cNvSpPr>
            <p:nvPr/>
          </p:nvSpPr>
          <p:spPr bwMode="auto">
            <a:xfrm flipV="1">
              <a:off x="5071" y="802"/>
              <a:ext cx="0" cy="109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4847" name="Group 20">
              <a:extLst>
                <a:ext uri="{FF2B5EF4-FFF2-40B4-BE49-F238E27FC236}">
                  <a16:creationId xmlns:a16="http://schemas.microsoft.com/office/drawing/2014/main" id="{7BAD9B81-99E7-4204-8B06-2ABA79C61819}"/>
                </a:ext>
              </a:extLst>
            </p:cNvPr>
            <p:cNvGrpSpPr>
              <a:grpSpLocks/>
            </p:cNvGrpSpPr>
            <p:nvPr/>
          </p:nvGrpSpPr>
          <p:grpSpPr bwMode="auto">
            <a:xfrm>
              <a:off x="4673" y="1394"/>
              <a:ext cx="91" cy="96"/>
              <a:chOff x="4276" y="2159"/>
              <a:chExt cx="88" cy="88"/>
            </a:xfrm>
          </p:grpSpPr>
          <p:sp>
            <p:nvSpPr>
              <p:cNvPr id="34849" name="Line 21">
                <a:extLst>
                  <a:ext uri="{FF2B5EF4-FFF2-40B4-BE49-F238E27FC236}">
                    <a16:creationId xmlns:a16="http://schemas.microsoft.com/office/drawing/2014/main" id="{061D5F08-394C-48AB-AC9D-2E4AE4EC33A6}"/>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4850" name="Line 22">
                <a:extLst>
                  <a:ext uri="{FF2B5EF4-FFF2-40B4-BE49-F238E27FC236}">
                    <a16:creationId xmlns:a16="http://schemas.microsoft.com/office/drawing/2014/main" id="{DC1E13EE-62DA-43E0-9088-DCA15C0F06D6}"/>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34825" name="Object 11">
              <a:extLst>
                <a:ext uri="{FF2B5EF4-FFF2-40B4-BE49-F238E27FC236}">
                  <a16:creationId xmlns:a16="http://schemas.microsoft.com/office/drawing/2014/main" id="{EFC4CB33-DCD7-4E83-9FE9-D052E2A15C8A}"/>
                </a:ext>
              </a:extLst>
            </p:cNvPr>
            <p:cNvGraphicFramePr>
              <a:graphicFrameLocks noChangeAspect="1"/>
            </p:cNvGraphicFramePr>
            <p:nvPr/>
          </p:nvGraphicFramePr>
          <p:xfrm>
            <a:off x="5321" y="1238"/>
            <a:ext cx="199" cy="191"/>
          </p:xfrm>
          <a:graphic>
            <a:graphicData uri="http://schemas.openxmlformats.org/presentationml/2006/ole">
              <mc:AlternateContent xmlns:mc="http://schemas.openxmlformats.org/markup-compatibility/2006">
                <mc:Choice xmlns:v="urn:schemas-microsoft-com:vml" Requires="v">
                  <p:oleObj spid="_x0000_s48595" name="Equation" r:id="rId14" imgW="152280" imgH="139680" progId="Equation.DSMT4">
                    <p:embed/>
                  </p:oleObj>
                </mc:Choice>
                <mc:Fallback>
                  <p:oleObj name="Equation" r:id="rId14" imgW="152280" imgH="139680"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21" y="1238"/>
                          <a:ext cx="199"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6" name="Object 12">
              <a:extLst>
                <a:ext uri="{FF2B5EF4-FFF2-40B4-BE49-F238E27FC236}">
                  <a16:creationId xmlns:a16="http://schemas.microsoft.com/office/drawing/2014/main" id="{C3F5981B-BF11-4F5A-A7B8-42B5E7D2F99F}"/>
                </a:ext>
              </a:extLst>
            </p:cNvPr>
            <p:cNvGraphicFramePr>
              <a:graphicFrameLocks noChangeAspect="1"/>
            </p:cNvGraphicFramePr>
            <p:nvPr/>
          </p:nvGraphicFramePr>
          <p:xfrm>
            <a:off x="5090" y="688"/>
            <a:ext cx="349" cy="304"/>
          </p:xfrm>
          <a:graphic>
            <a:graphicData uri="http://schemas.openxmlformats.org/presentationml/2006/ole">
              <mc:AlternateContent xmlns:mc="http://schemas.openxmlformats.org/markup-compatibility/2006">
                <mc:Choice xmlns:v="urn:schemas-microsoft-com:vml" Requires="v">
                  <p:oleObj spid="_x0000_s48596" name="Equation" r:id="rId16" imgW="228600" imgH="190440" progId="Equation.DSMT4">
                    <p:embed/>
                  </p:oleObj>
                </mc:Choice>
                <mc:Fallback>
                  <p:oleObj name="Equation" r:id="rId16" imgW="228600" imgH="190440"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90" y="688"/>
                          <a:ext cx="349"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7" name="Object 13">
              <a:extLst>
                <a:ext uri="{FF2B5EF4-FFF2-40B4-BE49-F238E27FC236}">
                  <a16:creationId xmlns:a16="http://schemas.microsoft.com/office/drawing/2014/main" id="{B2E2D868-3B45-4C8F-BEB9-C9A4ED4E8C7E}"/>
                </a:ext>
              </a:extLst>
            </p:cNvPr>
            <p:cNvGraphicFramePr>
              <a:graphicFrameLocks noChangeAspect="1"/>
            </p:cNvGraphicFramePr>
            <p:nvPr/>
          </p:nvGraphicFramePr>
          <p:xfrm>
            <a:off x="4473" y="1498"/>
            <a:ext cx="449" cy="235"/>
          </p:xfrm>
          <a:graphic>
            <a:graphicData uri="http://schemas.openxmlformats.org/presentationml/2006/ole">
              <mc:AlternateContent xmlns:mc="http://schemas.openxmlformats.org/markup-compatibility/2006">
                <mc:Choice xmlns:v="urn:schemas-microsoft-com:vml" Requires="v">
                  <p:oleObj spid="_x0000_s48597" name="Equation" r:id="rId18" imgW="355320" imgH="177480" progId="Equation.DSMT4">
                    <p:embed/>
                  </p:oleObj>
                </mc:Choice>
                <mc:Fallback>
                  <p:oleObj name="Equation" r:id="rId18" imgW="355320" imgH="177480" progId="Equation.DSMT4">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73" y="1498"/>
                          <a:ext cx="449"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8" name="Line 26">
              <a:extLst>
                <a:ext uri="{FF2B5EF4-FFF2-40B4-BE49-F238E27FC236}">
                  <a16:creationId xmlns:a16="http://schemas.microsoft.com/office/drawing/2014/main" id="{A7DC8CAC-E6CC-4758-AFCF-22E4AC6684AC}"/>
                </a:ext>
              </a:extLst>
            </p:cNvPr>
            <p:cNvSpPr>
              <a:spLocks noChangeShapeType="1"/>
            </p:cNvSpPr>
            <p:nvPr/>
          </p:nvSpPr>
          <p:spPr bwMode="auto">
            <a:xfrm flipV="1">
              <a:off x="4722" y="1165"/>
              <a:ext cx="349" cy="261"/>
            </a:xfrm>
            <a:prstGeom prst="line">
              <a:avLst/>
            </a:prstGeom>
            <a:noFill/>
            <a:ln w="28575">
              <a:solidFill>
                <a:srgbClr val="760C04"/>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27">
            <a:extLst>
              <a:ext uri="{FF2B5EF4-FFF2-40B4-BE49-F238E27FC236}">
                <a16:creationId xmlns:a16="http://schemas.microsoft.com/office/drawing/2014/main" id="{B618C7E7-67B4-495D-98F3-988D4CA80DB9}"/>
              </a:ext>
            </a:extLst>
          </p:cNvPr>
          <p:cNvGrpSpPr>
            <a:grpSpLocks/>
          </p:cNvGrpSpPr>
          <p:nvPr/>
        </p:nvGrpSpPr>
        <p:grpSpPr bwMode="auto">
          <a:xfrm>
            <a:off x="5500688" y="4214813"/>
            <a:ext cx="3352800" cy="2336800"/>
            <a:chOff x="3648" y="2224"/>
            <a:chExt cx="2112" cy="1472"/>
          </a:xfrm>
        </p:grpSpPr>
        <p:pic>
          <p:nvPicPr>
            <p:cNvPr id="34842" name="Picture 28">
              <a:extLst>
                <a:ext uri="{FF2B5EF4-FFF2-40B4-BE49-F238E27FC236}">
                  <a16:creationId xmlns:a16="http://schemas.microsoft.com/office/drawing/2014/main" id="{8D307CDD-2B29-4EE1-89B5-8F5DC994A2D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66" y="2524"/>
              <a:ext cx="1694" cy="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3" name="Line 29">
              <a:extLst>
                <a:ext uri="{FF2B5EF4-FFF2-40B4-BE49-F238E27FC236}">
                  <a16:creationId xmlns:a16="http://schemas.microsoft.com/office/drawing/2014/main" id="{01DF35DB-5001-489D-A202-784B3FE17D61}"/>
                </a:ext>
              </a:extLst>
            </p:cNvPr>
            <p:cNvSpPr>
              <a:spLocks noChangeShapeType="1"/>
            </p:cNvSpPr>
            <p:nvPr/>
          </p:nvSpPr>
          <p:spPr bwMode="auto">
            <a:xfrm>
              <a:off x="3929" y="3487"/>
              <a:ext cx="1602" cy="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4" name="Line 30">
              <a:extLst>
                <a:ext uri="{FF2B5EF4-FFF2-40B4-BE49-F238E27FC236}">
                  <a16:creationId xmlns:a16="http://schemas.microsoft.com/office/drawing/2014/main" id="{086B6231-2B9B-4CB3-A679-46D16A88B335}"/>
                </a:ext>
              </a:extLst>
            </p:cNvPr>
            <p:cNvSpPr>
              <a:spLocks noChangeShapeType="1"/>
            </p:cNvSpPr>
            <p:nvPr/>
          </p:nvSpPr>
          <p:spPr bwMode="auto">
            <a:xfrm flipV="1">
              <a:off x="4067" y="2259"/>
              <a:ext cx="0" cy="1338"/>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34820" name="Object 14">
              <a:extLst>
                <a:ext uri="{FF2B5EF4-FFF2-40B4-BE49-F238E27FC236}">
                  <a16:creationId xmlns:a16="http://schemas.microsoft.com/office/drawing/2014/main" id="{265E8B93-BC37-4E0B-ADCA-4D20E08F52B9}"/>
                </a:ext>
              </a:extLst>
            </p:cNvPr>
            <p:cNvGraphicFramePr>
              <a:graphicFrameLocks noChangeAspect="1"/>
            </p:cNvGraphicFramePr>
            <p:nvPr/>
          </p:nvGraphicFramePr>
          <p:xfrm>
            <a:off x="3936" y="2544"/>
            <a:ext cx="115" cy="203"/>
          </p:xfrm>
          <a:graphic>
            <a:graphicData uri="http://schemas.openxmlformats.org/presentationml/2006/ole">
              <mc:AlternateContent xmlns:mc="http://schemas.openxmlformats.org/markup-compatibility/2006">
                <mc:Choice xmlns:v="urn:schemas-microsoft-com:vml" Requires="v">
                  <p:oleObj spid="_x0000_s48598" name="Equation" r:id="rId21" imgW="101520" imgH="164880" progId="Equation.DSMT4">
                    <p:embed/>
                  </p:oleObj>
                </mc:Choice>
                <mc:Fallback>
                  <p:oleObj name="Equation" r:id="rId21" imgW="101520" imgH="164880" progId="Equation.DSMT4">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36" y="2544"/>
                          <a:ext cx="115"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1" name="Object 15">
              <a:extLst>
                <a:ext uri="{FF2B5EF4-FFF2-40B4-BE49-F238E27FC236}">
                  <a16:creationId xmlns:a16="http://schemas.microsoft.com/office/drawing/2014/main" id="{1C3CC5D9-7FAA-4E3E-A035-6CECB00EB89B}"/>
                </a:ext>
              </a:extLst>
            </p:cNvPr>
            <p:cNvGraphicFramePr>
              <a:graphicFrameLocks noChangeAspect="1"/>
            </p:cNvGraphicFramePr>
            <p:nvPr/>
          </p:nvGraphicFramePr>
          <p:xfrm>
            <a:off x="4203" y="3498"/>
            <a:ext cx="275" cy="198"/>
          </p:xfrm>
          <a:graphic>
            <a:graphicData uri="http://schemas.openxmlformats.org/presentationml/2006/ole">
              <mc:AlternateContent xmlns:mc="http://schemas.openxmlformats.org/markup-compatibility/2006">
                <mc:Choice xmlns:v="urn:schemas-microsoft-com:vml" Requires="v">
                  <p:oleObj spid="_x0000_s48599" name="Equation" r:id="rId23" imgW="266400" imgH="177480" progId="Equation.DSMT4">
                    <p:embed/>
                  </p:oleObj>
                </mc:Choice>
                <mc:Fallback>
                  <p:oleObj name="Equation" r:id="rId23" imgW="266400" imgH="177480" progId="Equation.DSMT4">
                    <p:embed/>
                    <p:pic>
                      <p:nvPicPr>
                        <p:cNvPr id="0"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03" y="3498"/>
                          <a:ext cx="275"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16">
              <a:extLst>
                <a:ext uri="{FF2B5EF4-FFF2-40B4-BE49-F238E27FC236}">
                  <a16:creationId xmlns:a16="http://schemas.microsoft.com/office/drawing/2014/main" id="{316A992D-7D9F-42EA-96B5-839CC07C30C8}"/>
                </a:ext>
              </a:extLst>
            </p:cNvPr>
            <p:cNvGraphicFramePr>
              <a:graphicFrameLocks noChangeAspect="1"/>
            </p:cNvGraphicFramePr>
            <p:nvPr/>
          </p:nvGraphicFramePr>
          <p:xfrm>
            <a:off x="5394" y="3302"/>
            <a:ext cx="183" cy="181"/>
          </p:xfrm>
          <a:graphic>
            <a:graphicData uri="http://schemas.openxmlformats.org/presentationml/2006/ole">
              <mc:AlternateContent xmlns:mc="http://schemas.openxmlformats.org/markup-compatibility/2006">
                <mc:Choice xmlns:v="urn:schemas-microsoft-com:vml" Requires="v">
                  <p:oleObj spid="_x0000_s48600" name="Equation" r:id="rId25" imgW="152280" imgH="139680" progId="Equation.DSMT4">
                    <p:embed/>
                  </p:oleObj>
                </mc:Choice>
                <mc:Fallback>
                  <p:oleObj name="Equation" r:id="rId25" imgW="152280" imgH="139680" progId="Equation.DSMT4">
                    <p:embed/>
                    <p:pic>
                      <p:nvPicPr>
                        <p:cNvPr id="0" name="Object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94" y="3302"/>
                          <a:ext cx="183"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3" name="Object 17">
              <a:extLst>
                <a:ext uri="{FF2B5EF4-FFF2-40B4-BE49-F238E27FC236}">
                  <a16:creationId xmlns:a16="http://schemas.microsoft.com/office/drawing/2014/main" id="{19960070-11DD-4366-87E1-839BD071B18D}"/>
                </a:ext>
              </a:extLst>
            </p:cNvPr>
            <p:cNvGraphicFramePr>
              <a:graphicFrameLocks noChangeAspect="1"/>
            </p:cNvGraphicFramePr>
            <p:nvPr/>
          </p:nvGraphicFramePr>
          <p:xfrm>
            <a:off x="4091" y="2224"/>
            <a:ext cx="652" cy="252"/>
          </p:xfrm>
          <a:graphic>
            <a:graphicData uri="http://schemas.openxmlformats.org/presentationml/2006/ole">
              <mc:AlternateContent xmlns:mc="http://schemas.openxmlformats.org/markup-compatibility/2006">
                <mc:Choice xmlns:v="urn:schemas-microsoft-com:vml" Requires="v">
                  <p:oleObj spid="_x0000_s48601" name="Equation" r:id="rId27" imgW="571320" imgH="203040" progId="Equation.DSMT4">
                    <p:embed/>
                  </p:oleObj>
                </mc:Choice>
                <mc:Fallback>
                  <p:oleObj name="Equation" r:id="rId27" imgW="571320" imgH="203040" progId="Equation.DSMT4">
                    <p:embed/>
                    <p:pic>
                      <p:nvPicPr>
                        <p:cNvPr id="0" name="Object 1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91" y="2224"/>
                          <a:ext cx="652"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4" name="Object 18">
              <a:extLst>
                <a:ext uri="{FF2B5EF4-FFF2-40B4-BE49-F238E27FC236}">
                  <a16:creationId xmlns:a16="http://schemas.microsoft.com/office/drawing/2014/main" id="{62D22662-B813-4687-A47E-B26C3EF65764}"/>
                </a:ext>
              </a:extLst>
            </p:cNvPr>
            <p:cNvGraphicFramePr>
              <a:graphicFrameLocks noChangeAspect="1"/>
            </p:cNvGraphicFramePr>
            <p:nvPr/>
          </p:nvGraphicFramePr>
          <p:xfrm>
            <a:off x="3648" y="2832"/>
            <a:ext cx="413" cy="253"/>
          </p:xfrm>
          <a:graphic>
            <a:graphicData uri="http://schemas.openxmlformats.org/presentationml/2006/ole">
              <mc:AlternateContent xmlns:mc="http://schemas.openxmlformats.org/markup-compatibility/2006">
                <mc:Choice xmlns:v="urn:schemas-microsoft-com:vml" Requires="v">
                  <p:oleObj spid="_x0000_s48602" name="Equation" r:id="rId29" imgW="380880" imgH="215640" progId="Equation.DSMT4">
                    <p:embed/>
                  </p:oleObj>
                </mc:Choice>
                <mc:Fallback>
                  <p:oleObj name="Equation" r:id="rId29" imgW="380880" imgH="215640" progId="Equation.DSMT4">
                    <p:embed/>
                    <p:pic>
                      <p:nvPicPr>
                        <p:cNvPr id="0" name="Object 1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648" y="2832"/>
                          <a:ext cx="41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38" name="Object 12">
                <a:extLst>
                  <a:ext uri="{FF2B5EF4-FFF2-40B4-BE49-F238E27FC236}">
                    <a16:creationId xmlns:a16="http://schemas.microsoft.com/office/drawing/2014/main" id="{2789AA3B-738C-4503-94C3-3CD362F658A6}"/>
                  </a:ext>
                </a:extLst>
              </p:cNvPr>
              <p:cNvSpPr txBox="1"/>
              <p:nvPr/>
            </p:nvSpPr>
            <p:spPr bwMode="auto">
              <a:xfrm>
                <a:off x="6834827" y="1999099"/>
                <a:ext cx="554038" cy="482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582A04"/>
                              </a:solidFill>
                              <a:latin typeface="Cambria Math" panose="02040503050406030204" pitchFamily="18" charset="0"/>
                            </a:rPr>
                          </m:ctrlPr>
                        </m:sSubPr>
                        <m:e>
                          <m:acc>
                            <m:accPr>
                              <m:chr m:val="⃗"/>
                              <m:ctrlPr>
                                <a:rPr lang="en-US" sz="2400" i="1" smtClean="0">
                                  <a:solidFill>
                                    <a:srgbClr val="582A04"/>
                                  </a:solidFill>
                                  <a:latin typeface="Cambria Math" panose="02040503050406030204" pitchFamily="18" charset="0"/>
                                </a:rPr>
                              </m:ctrlPr>
                            </m:accPr>
                            <m:e>
                              <m:r>
                                <a:rPr lang="en-US" sz="2400" b="0" i="1" smtClean="0">
                                  <a:solidFill>
                                    <a:srgbClr val="582A04"/>
                                  </a:solidFill>
                                  <a:latin typeface="Cambria Math" panose="02040503050406030204" pitchFamily="18" charset="0"/>
                                </a:rPr>
                                <m:t>𝑣</m:t>
                              </m:r>
                            </m:e>
                          </m:acc>
                        </m:e>
                        <m:sub>
                          <m:r>
                            <m:rPr>
                              <m:sty m:val="p"/>
                            </m:rPr>
                            <a:rPr lang="en-US" sz="2400" b="0" i="0" smtClean="0">
                              <a:solidFill>
                                <a:srgbClr val="582A04"/>
                              </a:solidFill>
                              <a:latin typeface="Cambria Math" panose="02040503050406030204" pitchFamily="18" charset="0"/>
                            </a:rPr>
                            <m:t>p</m:t>
                          </m:r>
                        </m:sub>
                      </m:sSub>
                    </m:oMath>
                  </m:oMathPara>
                </a14:m>
                <a:endParaRPr lang="en-US" sz="2400" dirty="0"/>
              </a:p>
            </p:txBody>
          </p:sp>
        </mc:Choice>
        <mc:Fallback xmlns="">
          <p:sp>
            <p:nvSpPr>
              <p:cNvPr id="38" name="Object 12">
                <a:extLst>
                  <a:ext uri="{FF2B5EF4-FFF2-40B4-BE49-F238E27FC236}">
                    <a16:creationId xmlns:a16="http://schemas.microsoft.com/office/drawing/2014/main" id="{2789AA3B-738C-4503-94C3-3CD362F658A6}"/>
                  </a:ext>
                </a:extLst>
              </p:cNvPr>
              <p:cNvSpPr txBox="1">
                <a:spLocks noRot="1" noChangeAspect="1" noMove="1" noResize="1" noEditPoints="1" noAdjustHandles="1" noChangeArrowheads="1" noChangeShapeType="1" noTextEdit="1"/>
              </p:cNvSpPr>
              <p:nvPr/>
            </p:nvSpPr>
            <p:spPr bwMode="auto">
              <a:xfrm>
                <a:off x="6834827" y="1999099"/>
                <a:ext cx="554038" cy="482600"/>
              </a:xfrm>
              <a:prstGeom prst="rect">
                <a:avLst/>
              </a:prstGeom>
              <a:blipFill>
                <a:blip r:embed="rId31"/>
                <a:stretch>
                  <a:fillRect t="-17722" r="-20879" b="-10127"/>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3" name="标题 1">
            <a:extLst>
              <a:ext uri="{FF2B5EF4-FFF2-40B4-BE49-F238E27FC236}">
                <a16:creationId xmlns:a16="http://schemas.microsoft.com/office/drawing/2014/main" id="{1FF12A1E-764F-4274-A49D-369355AE491A}"/>
              </a:ext>
            </a:extLst>
          </p:cNvPr>
          <p:cNvSpPr>
            <a:spLocks noGrp="1"/>
          </p:cNvSpPr>
          <p:nvPr>
            <p:ph type="title"/>
          </p:nvPr>
        </p:nvSpPr>
        <p:spPr/>
        <p:txBody>
          <a:bodyPr/>
          <a:lstStyle/>
          <a:p>
            <a:r>
              <a:rPr lang="en-US" altLang="zh-CN" sz="3600">
                <a:solidFill>
                  <a:srgbClr val="000000"/>
                </a:solidFill>
              </a:rPr>
              <a:t>9.4  </a:t>
            </a:r>
            <a:r>
              <a:rPr lang="zh-CN" altLang="en-US" sz="3600">
                <a:solidFill>
                  <a:srgbClr val="000000"/>
                </a:solidFill>
              </a:rPr>
              <a:t>由零极点图对傅里叶变换几何求值</a:t>
            </a:r>
            <a:endParaRPr lang="zh-CN" altLang="en-US"/>
          </a:p>
        </p:txBody>
      </p:sp>
      <p:sp>
        <p:nvSpPr>
          <p:cNvPr id="4" name="灯片编号占位符 3">
            <a:extLst>
              <a:ext uri="{FF2B5EF4-FFF2-40B4-BE49-F238E27FC236}">
                <a16:creationId xmlns:a16="http://schemas.microsoft.com/office/drawing/2014/main" id="{410DAF3F-D10A-4B55-A58F-EF9836E0BD2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33516C-2474-4185-96D1-1A0D6D3297AB}" type="slidenum">
              <a:rPr lang="zh-CN" altLang="en-US">
                <a:solidFill>
                  <a:srgbClr val="898989"/>
                </a:solidFill>
                <a:latin typeface="Calibri" panose="020F0502020204030204" pitchFamily="34" charset="0"/>
              </a:rPr>
              <a:pPr eaLnBrk="1" hangingPunct="1"/>
              <a:t>33</a:t>
            </a:fld>
            <a:endParaRPr lang="zh-CN" altLang="en-US">
              <a:solidFill>
                <a:srgbClr val="898989"/>
              </a:solidFill>
              <a:latin typeface="Calibri" panose="020F0502020204030204" pitchFamily="34" charset="0"/>
            </a:endParaRPr>
          </a:p>
        </p:txBody>
      </p:sp>
      <p:grpSp>
        <p:nvGrpSpPr>
          <p:cNvPr id="35855" name="Group 2">
            <a:extLst>
              <a:ext uri="{FF2B5EF4-FFF2-40B4-BE49-F238E27FC236}">
                <a16:creationId xmlns:a16="http://schemas.microsoft.com/office/drawing/2014/main" id="{B34CD2F6-A7B7-45B0-AB78-779A13D2A452}"/>
              </a:ext>
            </a:extLst>
          </p:cNvPr>
          <p:cNvGrpSpPr>
            <a:grpSpLocks/>
          </p:cNvGrpSpPr>
          <p:nvPr/>
        </p:nvGrpSpPr>
        <p:grpSpPr bwMode="auto">
          <a:xfrm>
            <a:off x="395536" y="1181100"/>
            <a:ext cx="6180138" cy="1774825"/>
            <a:chOff x="484" y="572"/>
            <a:chExt cx="3893" cy="1118"/>
          </a:xfrm>
        </p:grpSpPr>
        <mc:AlternateContent xmlns:mc="http://schemas.openxmlformats.org/markup-compatibility/2006" xmlns:a14="http://schemas.microsoft.com/office/drawing/2010/main">
          <mc:Choice Requires="a14">
            <p:sp>
              <p:nvSpPr>
                <p:cNvPr id="35860" name="Text Box 13">
                  <a:extLst>
                    <a:ext uri="{FF2B5EF4-FFF2-40B4-BE49-F238E27FC236}">
                      <a16:creationId xmlns:a16="http://schemas.microsoft.com/office/drawing/2014/main" id="{B11A77F7-9B46-494F-B7F1-8A8C24D5C1B7}"/>
                    </a:ext>
                  </a:extLst>
                </p:cNvPr>
                <p:cNvSpPr txBox="1">
                  <a:spLocks noChangeArrowheads="1"/>
                </p:cNvSpPr>
                <p:nvPr/>
              </p:nvSpPr>
              <p:spPr bwMode="auto">
                <a:xfrm>
                  <a:off x="995" y="1327"/>
                  <a:ext cx="3163" cy="3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14:m>
                    <m:oMath xmlns:m="http://schemas.openxmlformats.org/officeDocument/2006/math">
                      <m:r>
                        <a:rPr lang="en-US" sz="2800" i="1" smtClean="0">
                          <a:solidFill>
                            <a:srgbClr val="000000"/>
                          </a:solidFill>
                          <a:latin typeface="Cambria Math" panose="02040503050406030204" pitchFamily="18" charset="0"/>
                        </a:rPr>
                        <m:t>𝜔</m:t>
                      </m:r>
                      <m:r>
                        <a:rPr lang="en-US" sz="2800" i="1" smtClean="0">
                          <a:solidFill>
                            <a:srgbClr val="000000"/>
                          </a:solidFill>
                          <a:latin typeface="Cambria Math" panose="02040503050406030204" pitchFamily="18" charset="0"/>
                        </a:rPr>
                        <m:t>↓ </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，则</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趋向于</a:t>
                  </a:r>
                  <a14:m>
                    <m:oMath xmlns:m="http://schemas.openxmlformats.org/officeDocument/2006/math">
                      <m:r>
                        <a:rPr lang="en-US" sz="2800" i="1">
                          <a:solidFill>
                            <a:srgbClr val="000000"/>
                          </a:solidFill>
                          <a:latin typeface="Cambria Math" panose="02040503050406030204" pitchFamily="18" charset="0"/>
                        </a:rPr>
                        <m:t>𝜋</m:t>
                      </m:r>
                      <m:r>
                        <a:rPr lang="en-US" sz="2800" i="1">
                          <a:solidFill>
                            <a:srgbClr val="000000"/>
                          </a:solidFill>
                          <a:latin typeface="Cambria Math" panose="02040503050406030204" pitchFamily="18" charset="0"/>
                        </a:rPr>
                        <m:t>/2</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5860" name="Text Box 13">
                  <a:extLst>
                    <a:ext uri="{FF2B5EF4-FFF2-40B4-BE49-F238E27FC236}">
                      <a16:creationId xmlns:a16="http://schemas.microsoft.com/office/drawing/2014/main" id="{B11A77F7-9B46-494F-B7F1-8A8C24D5C1B7}"/>
                    </a:ext>
                  </a:extLst>
                </p:cNvPr>
                <p:cNvSpPr txBox="1">
                  <a:spLocks noRot="1" noChangeAspect="1" noMove="1" noResize="1" noEditPoints="1" noAdjustHandles="1" noChangeArrowheads="1" noChangeShapeType="1" noTextEdit="1"/>
                </p:cNvSpPr>
                <p:nvPr/>
              </p:nvSpPr>
              <p:spPr bwMode="auto">
                <a:xfrm>
                  <a:off x="995" y="1327"/>
                  <a:ext cx="3163" cy="363"/>
                </a:xfrm>
                <a:prstGeom prst="rect">
                  <a:avLst/>
                </a:prstGeom>
                <a:blipFill>
                  <a:blip r:embed="rId3"/>
                  <a:stretch>
                    <a:fillRect t="-1053" b="-284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861" name="Text Box 3">
                  <a:extLst>
                    <a:ext uri="{FF2B5EF4-FFF2-40B4-BE49-F238E27FC236}">
                      <a16:creationId xmlns:a16="http://schemas.microsoft.com/office/drawing/2014/main" id="{71C9978B-D64D-4C20-A791-8580B2FCE95B}"/>
                    </a:ext>
                  </a:extLst>
                </p:cNvPr>
                <p:cNvSpPr txBox="1">
                  <a:spLocks noChangeArrowheads="1"/>
                </p:cNvSpPr>
                <p:nvPr/>
              </p:nvSpPr>
              <p:spPr bwMode="auto">
                <a:xfrm>
                  <a:off x="530" y="572"/>
                  <a:ext cx="3833" cy="3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相位特性：当            时，</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)=0</m:t>
                      </m:r>
                    </m:oMath>
                  </a14:m>
                  <a:endParaRPr lang="zh-CN" altLang="en-US" sz="2800" dirty="0">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35861" name="Text Box 3">
                  <a:extLst>
                    <a:ext uri="{FF2B5EF4-FFF2-40B4-BE49-F238E27FC236}">
                      <a16:creationId xmlns:a16="http://schemas.microsoft.com/office/drawing/2014/main" id="{71C9978B-D64D-4C20-A791-8580B2FCE95B}"/>
                    </a:ext>
                  </a:extLst>
                </p:cNvPr>
                <p:cNvSpPr txBox="1">
                  <a:spLocks noRot="1" noChangeAspect="1" noMove="1" noResize="1" noEditPoints="1" noAdjustHandles="1" noChangeArrowheads="1" noChangeShapeType="1" noTextEdit="1"/>
                </p:cNvSpPr>
                <p:nvPr/>
              </p:nvSpPr>
              <p:spPr bwMode="auto">
                <a:xfrm>
                  <a:off x="530" y="572"/>
                  <a:ext cx="3833" cy="363"/>
                </a:xfrm>
                <a:prstGeom prst="rect">
                  <a:avLst/>
                </a:prstGeom>
                <a:blipFill>
                  <a:blip r:embed="rId4"/>
                  <a:stretch>
                    <a:fillRect l="-2104" t="-2128" b="-297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5846" name="Object 3">
                  <a:extLst>
                    <a:ext uri="{FF2B5EF4-FFF2-40B4-BE49-F238E27FC236}">
                      <a16:creationId xmlns:a16="http://schemas.microsoft.com/office/drawing/2014/main" id="{D690A6FF-CB48-4EB1-AACA-F9AD9EF92622}"/>
                    </a:ext>
                  </a:extLst>
                </p:cNvPr>
                <p:cNvGraphicFramePr>
                  <a:graphicFrameLocks noChangeAspect="1"/>
                </p:cNvGraphicFramePr>
                <p:nvPr/>
              </p:nvGraphicFramePr>
              <p:xfrm>
                <a:off x="1974" y="650"/>
                <a:ext cx="691" cy="269"/>
              </p:xfrm>
              <a:graphic>
                <a:graphicData uri="http://schemas.openxmlformats.org/presentationml/2006/ole">
                  <mc:AlternateContent>
                    <mc:Choice xmlns:v="urn:schemas-microsoft-com:vml" Requires="v">
                      <p:oleObj spid="_x0000_s56348" name="Equation" r:id="rId5" imgW="380880" imgH="177480" progId="Equation.DSMT4">
                        <p:embed/>
                      </p:oleObj>
                    </mc:Choice>
                    <mc:Fallback>
                      <p:oleObj name="Equation" r:id="rId5" imgW="380880" imgH="177480" progId="Equation.DSMT4">
                        <p:embed/>
                        <p:pic>
                          <p:nvPicPr>
                            <p:cNvPr id="0" name="Object 3"/>
                            <p:cNvPicPr>
                              <a:picLocks noChangeAspect="1" noChangeArrowheads="1"/>
                            </p:cNvPicPr>
                            <p:nvPr/>
                          </p:nvPicPr>
                          <p:blipFill>
                            <a:blip r:embed="rId6">
                              <a:extLst>
                                <a:ext uri="{28A0092B-C50C-407E-A947-70E740481C1C}">
                                  <a14:useLocalDpi val="0"/>
                                </a:ext>
                              </a:extLst>
                            </a:blip>
                            <a:srcRect/>
                            <a:stretch>
                              <a:fillRect/>
                            </a:stretch>
                          </p:blipFill>
                          <p:spPr bwMode="auto">
                            <a:xfrm>
                              <a:off x="1974" y="650"/>
                              <a:ext cx="691" cy="26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35846" name="Object 3">
                  <a:extLst>
                    <a:ext uri="{FF2B5EF4-FFF2-40B4-BE49-F238E27FC236}">
                      <a16:creationId xmlns:a16="http://schemas.microsoft.com/office/drawing/2014/main" id="{D690A6FF-CB48-4EB1-AACA-F9AD9EF92622}"/>
                    </a:ext>
                  </a:extLst>
                </p:cNvPr>
                <p:cNvGraphicFramePr>
                  <a:graphicFrameLocks noChangeAspect="1"/>
                </p:cNvGraphicFramePr>
                <p:nvPr/>
              </p:nvGraphicFramePr>
              <p:xfrm>
                <a:off x="1974" y="650"/>
                <a:ext cx="691" cy="269"/>
              </p:xfrm>
              <a:graphic>
                <a:graphicData uri="http://schemas.openxmlformats.org/presentationml/2006/ole">
                  <mc:AlternateContent>
                    <mc:Choice xmlns:v="urn:schemas-microsoft-com:vml" Requires="v">
                      <p:oleObj spid="_x0000_s18061" name="Equation" r:id="rId7" imgW="380880" imgH="177480" progId="Equation.DSMT4">
                        <p:embed/>
                      </p:oleObj>
                    </mc:Choice>
                    <mc:Fallback>
                      <p:oleObj name="Equation" r:id="rId7" imgW="380880" imgH="17748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4" y="650"/>
                              <a:ext cx="69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35862" name="Text Box 6">
                  <a:extLst>
                    <a:ext uri="{FF2B5EF4-FFF2-40B4-BE49-F238E27FC236}">
                      <a16:creationId xmlns:a16="http://schemas.microsoft.com/office/drawing/2014/main" id="{0E95C4EC-15DD-439B-977F-E33C46B8CE33}"/>
                    </a:ext>
                  </a:extLst>
                </p:cNvPr>
                <p:cNvSpPr txBox="1">
                  <a:spLocks noChangeArrowheads="1"/>
                </p:cNvSpPr>
                <p:nvPr/>
              </p:nvSpPr>
              <p:spPr bwMode="auto">
                <a:xfrm>
                  <a:off x="484" y="948"/>
                  <a:ext cx="3893" cy="3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随着</a:t>
                  </a:r>
                  <a14:m>
                    <m:oMath xmlns:m="http://schemas.openxmlformats.org/officeDocument/2006/math">
                      <m:r>
                        <a:rPr lang="en-US" sz="2800" i="1" smtClean="0">
                          <a:solidFill>
                            <a:srgbClr val="000000"/>
                          </a:solidFill>
                          <a:latin typeface="Cambria Math" panose="02040503050406030204" pitchFamily="18" charset="0"/>
                        </a:rPr>
                        <m:t>𝜔</m:t>
                      </m:r>
                      <m:r>
                        <a:rPr lang="en-US" sz="2800" i="1" smtClean="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趋向于</a:t>
                  </a:r>
                  <a14:m>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𝜋</m:t>
                      </m:r>
                      <m:r>
                        <a:rPr lang="en-US" sz="2800" i="1">
                          <a:solidFill>
                            <a:srgbClr val="000000"/>
                          </a:solidFill>
                          <a:latin typeface="Cambria Math" panose="02040503050406030204" pitchFamily="18" charset="0"/>
                        </a:rPr>
                        <m:t>/2</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5862" name="Text Box 6">
                  <a:extLst>
                    <a:ext uri="{FF2B5EF4-FFF2-40B4-BE49-F238E27FC236}">
                      <a16:creationId xmlns:a16="http://schemas.microsoft.com/office/drawing/2014/main" id="{0E95C4EC-15DD-439B-977F-E33C46B8CE33}"/>
                    </a:ext>
                  </a:extLst>
                </p:cNvPr>
                <p:cNvSpPr txBox="1">
                  <a:spLocks noRot="1" noChangeAspect="1" noMove="1" noResize="1" noEditPoints="1" noAdjustHandles="1" noChangeArrowheads="1" noChangeShapeType="1" noTextEdit="1"/>
                </p:cNvSpPr>
                <p:nvPr/>
              </p:nvSpPr>
              <p:spPr bwMode="auto">
                <a:xfrm>
                  <a:off x="484" y="948"/>
                  <a:ext cx="3893" cy="363"/>
                </a:xfrm>
                <a:prstGeom prst="rect">
                  <a:avLst/>
                </a:prstGeom>
                <a:blipFill>
                  <a:blip r:embed="rId9"/>
                  <a:stretch>
                    <a:fillRect l="-592" t="-2128" b="-297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pSp>
        <p:nvGrpSpPr>
          <p:cNvPr id="3" name="Group 14">
            <a:extLst>
              <a:ext uri="{FF2B5EF4-FFF2-40B4-BE49-F238E27FC236}">
                <a16:creationId xmlns:a16="http://schemas.microsoft.com/office/drawing/2014/main" id="{CF2897B5-7C8D-4760-9B22-2A8FE565835C}"/>
              </a:ext>
            </a:extLst>
          </p:cNvPr>
          <p:cNvGrpSpPr>
            <a:grpSpLocks/>
          </p:cNvGrpSpPr>
          <p:nvPr/>
        </p:nvGrpSpPr>
        <p:grpSpPr bwMode="auto">
          <a:xfrm>
            <a:off x="1181100" y="3306763"/>
            <a:ext cx="6819900" cy="3336925"/>
            <a:chOff x="864" y="1968"/>
            <a:chExt cx="4296" cy="2102"/>
          </a:xfrm>
        </p:grpSpPr>
        <p:pic>
          <p:nvPicPr>
            <p:cNvPr id="35857" name="Picture 15">
              <a:extLst>
                <a:ext uri="{FF2B5EF4-FFF2-40B4-BE49-F238E27FC236}">
                  <a16:creationId xmlns:a16="http://schemas.microsoft.com/office/drawing/2014/main" id="{88E7E280-5E61-4691-B0BA-E24A1A56257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4" y="2064"/>
              <a:ext cx="4296" cy="2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42" name="Object 13">
              <a:extLst>
                <a:ext uri="{FF2B5EF4-FFF2-40B4-BE49-F238E27FC236}">
                  <a16:creationId xmlns:a16="http://schemas.microsoft.com/office/drawing/2014/main" id="{5478768D-5FD2-4ABA-86BD-2ACBAE0F62D4}"/>
                </a:ext>
              </a:extLst>
            </p:cNvPr>
            <p:cNvGraphicFramePr>
              <a:graphicFrameLocks noChangeAspect="1"/>
            </p:cNvGraphicFramePr>
            <p:nvPr/>
          </p:nvGraphicFramePr>
          <p:xfrm>
            <a:off x="3312" y="2848"/>
            <a:ext cx="336" cy="224"/>
          </p:xfrm>
          <a:graphic>
            <a:graphicData uri="http://schemas.openxmlformats.org/presentationml/2006/ole">
              <mc:AlternateContent xmlns:mc="http://schemas.openxmlformats.org/markup-compatibility/2006">
                <mc:Choice xmlns:v="urn:schemas-microsoft-com:vml" Requires="v">
                  <p:oleObj spid="_x0000_s56349" name="Equation" r:id="rId11" imgW="266400" imgH="177480" progId="Equation.DSMT4">
                    <p:embed/>
                  </p:oleObj>
                </mc:Choice>
                <mc:Fallback>
                  <p:oleObj name="Equation" r:id="rId11" imgW="266400" imgH="17748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2" y="2848"/>
                          <a:ext cx="336" cy="22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3" name="Object 14">
              <a:extLst>
                <a:ext uri="{FF2B5EF4-FFF2-40B4-BE49-F238E27FC236}">
                  <a16:creationId xmlns:a16="http://schemas.microsoft.com/office/drawing/2014/main" id="{54920057-BF97-42F7-A7B3-64E814BC1436}"/>
                </a:ext>
              </a:extLst>
            </p:cNvPr>
            <p:cNvGraphicFramePr>
              <a:graphicFrameLocks noChangeAspect="1"/>
            </p:cNvGraphicFramePr>
            <p:nvPr/>
          </p:nvGraphicFramePr>
          <p:xfrm>
            <a:off x="2227" y="3120"/>
            <a:ext cx="448" cy="224"/>
          </p:xfrm>
          <a:graphic>
            <a:graphicData uri="http://schemas.openxmlformats.org/presentationml/2006/ole">
              <mc:AlternateContent xmlns:mc="http://schemas.openxmlformats.org/markup-compatibility/2006">
                <mc:Choice xmlns:v="urn:schemas-microsoft-com:vml" Requires="v">
                  <p:oleObj spid="_x0000_s56350" name="Equation" r:id="rId12" imgW="355320" imgH="177480" progId="Equation.DSMT4">
                    <p:embed/>
                  </p:oleObj>
                </mc:Choice>
                <mc:Fallback>
                  <p:oleObj name="Equation" r:id="rId12" imgW="355320" imgH="17748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27" y="3120"/>
                          <a:ext cx="448" cy="22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4" name="Object 15">
              <a:extLst>
                <a:ext uri="{FF2B5EF4-FFF2-40B4-BE49-F238E27FC236}">
                  <a16:creationId xmlns:a16="http://schemas.microsoft.com/office/drawing/2014/main" id="{DDF7F86C-B5B4-42EF-A7BA-0C513C323F6A}"/>
                </a:ext>
              </a:extLst>
            </p:cNvPr>
            <p:cNvGraphicFramePr>
              <a:graphicFrameLocks noChangeAspect="1"/>
            </p:cNvGraphicFramePr>
            <p:nvPr/>
          </p:nvGraphicFramePr>
          <p:xfrm>
            <a:off x="2064" y="1968"/>
            <a:ext cx="829" cy="288"/>
          </p:xfrm>
          <a:graphic>
            <a:graphicData uri="http://schemas.openxmlformats.org/presentationml/2006/ole">
              <mc:AlternateContent xmlns:mc="http://schemas.openxmlformats.org/markup-compatibility/2006">
                <mc:Choice xmlns:v="urn:schemas-microsoft-com:vml" Requires="v">
                  <p:oleObj spid="_x0000_s56351" name="Equation" r:id="rId14" imgW="583920" imgH="203040" progId="Equation.DSMT4">
                    <p:embed/>
                  </p:oleObj>
                </mc:Choice>
                <mc:Fallback>
                  <p:oleObj name="Equation" r:id="rId14" imgW="583920" imgH="20304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4" y="1968"/>
                          <a:ext cx="8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58" name="Line 19">
              <a:extLst>
                <a:ext uri="{FF2B5EF4-FFF2-40B4-BE49-F238E27FC236}">
                  <a16:creationId xmlns:a16="http://schemas.microsoft.com/office/drawing/2014/main" id="{78EF94EA-EDC0-48AB-B86B-37430ED26CC9}"/>
                </a:ext>
              </a:extLst>
            </p:cNvPr>
            <p:cNvSpPr>
              <a:spLocks noChangeShapeType="1"/>
            </p:cNvSpPr>
            <p:nvPr/>
          </p:nvSpPr>
          <p:spPr bwMode="auto">
            <a:xfrm>
              <a:off x="864" y="3102"/>
              <a:ext cx="4224" cy="0"/>
            </a:xfrm>
            <a:prstGeom prst="line">
              <a:avLst/>
            </a:prstGeom>
            <a:noFill/>
            <a:ln w="28575">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59" name="Line 20">
              <a:extLst>
                <a:ext uri="{FF2B5EF4-FFF2-40B4-BE49-F238E27FC236}">
                  <a16:creationId xmlns:a16="http://schemas.microsoft.com/office/drawing/2014/main" id="{79026518-DC91-428C-9C9E-0A224DB6C2CE}"/>
                </a:ext>
              </a:extLst>
            </p:cNvPr>
            <p:cNvSpPr>
              <a:spLocks noChangeShapeType="1"/>
            </p:cNvSpPr>
            <p:nvPr/>
          </p:nvSpPr>
          <p:spPr bwMode="auto">
            <a:xfrm flipV="1">
              <a:off x="2948" y="2054"/>
              <a:ext cx="0" cy="2016"/>
            </a:xfrm>
            <a:prstGeom prst="line">
              <a:avLst/>
            </a:prstGeom>
            <a:noFill/>
            <a:ln w="28575">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3" name="Group 17">
            <a:extLst>
              <a:ext uri="{FF2B5EF4-FFF2-40B4-BE49-F238E27FC236}">
                <a16:creationId xmlns:a16="http://schemas.microsoft.com/office/drawing/2014/main" id="{C47539F5-A572-49F3-BC47-BD1F3E335788}"/>
              </a:ext>
            </a:extLst>
          </p:cNvPr>
          <p:cNvGrpSpPr>
            <a:grpSpLocks/>
          </p:cNvGrpSpPr>
          <p:nvPr/>
        </p:nvGrpSpPr>
        <p:grpSpPr bwMode="auto">
          <a:xfrm>
            <a:off x="6740774" y="1327944"/>
            <a:ext cx="2057400" cy="1920875"/>
            <a:chOff x="4224" y="688"/>
            <a:chExt cx="1296" cy="1210"/>
          </a:xfrm>
        </p:grpSpPr>
        <p:sp>
          <p:nvSpPr>
            <p:cNvPr id="24" name="Line 18">
              <a:extLst>
                <a:ext uri="{FF2B5EF4-FFF2-40B4-BE49-F238E27FC236}">
                  <a16:creationId xmlns:a16="http://schemas.microsoft.com/office/drawing/2014/main" id="{D346FA86-D85C-4DFA-8E95-1BEB83264837}"/>
                </a:ext>
              </a:extLst>
            </p:cNvPr>
            <p:cNvSpPr>
              <a:spLocks noChangeShapeType="1"/>
            </p:cNvSpPr>
            <p:nvPr/>
          </p:nvSpPr>
          <p:spPr bwMode="auto">
            <a:xfrm>
              <a:off x="4224" y="1435"/>
              <a:ext cx="129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Line 19">
              <a:extLst>
                <a:ext uri="{FF2B5EF4-FFF2-40B4-BE49-F238E27FC236}">
                  <a16:creationId xmlns:a16="http://schemas.microsoft.com/office/drawing/2014/main" id="{DE40151C-3531-4E86-A6B9-5E37E4AD64F3}"/>
                </a:ext>
              </a:extLst>
            </p:cNvPr>
            <p:cNvSpPr>
              <a:spLocks noChangeShapeType="1"/>
            </p:cNvSpPr>
            <p:nvPr/>
          </p:nvSpPr>
          <p:spPr bwMode="auto">
            <a:xfrm flipV="1">
              <a:off x="5071" y="802"/>
              <a:ext cx="0" cy="109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6" name="Group 20">
              <a:extLst>
                <a:ext uri="{FF2B5EF4-FFF2-40B4-BE49-F238E27FC236}">
                  <a16:creationId xmlns:a16="http://schemas.microsoft.com/office/drawing/2014/main" id="{DD05133F-184A-4F43-A42D-751991D211B3}"/>
                </a:ext>
              </a:extLst>
            </p:cNvPr>
            <p:cNvGrpSpPr>
              <a:grpSpLocks/>
            </p:cNvGrpSpPr>
            <p:nvPr/>
          </p:nvGrpSpPr>
          <p:grpSpPr bwMode="auto">
            <a:xfrm>
              <a:off x="4673" y="1394"/>
              <a:ext cx="91" cy="96"/>
              <a:chOff x="4276" y="2159"/>
              <a:chExt cx="88" cy="88"/>
            </a:xfrm>
          </p:grpSpPr>
          <p:sp>
            <p:nvSpPr>
              <p:cNvPr id="31" name="Line 21">
                <a:extLst>
                  <a:ext uri="{FF2B5EF4-FFF2-40B4-BE49-F238E27FC236}">
                    <a16:creationId xmlns:a16="http://schemas.microsoft.com/office/drawing/2014/main" id="{1D924CDE-9D17-42A3-9DAE-55D0A795207F}"/>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 name="Line 22">
                <a:extLst>
                  <a:ext uri="{FF2B5EF4-FFF2-40B4-BE49-F238E27FC236}">
                    <a16:creationId xmlns:a16="http://schemas.microsoft.com/office/drawing/2014/main" id="{8200911F-A698-4D2E-98AE-D4C5753434CC}"/>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7" name="Object 11">
              <a:extLst>
                <a:ext uri="{FF2B5EF4-FFF2-40B4-BE49-F238E27FC236}">
                  <a16:creationId xmlns:a16="http://schemas.microsoft.com/office/drawing/2014/main" id="{D9146F0B-7E42-43D9-8305-3F2D26ED7A95}"/>
                </a:ext>
              </a:extLst>
            </p:cNvPr>
            <p:cNvGraphicFramePr>
              <a:graphicFrameLocks noChangeAspect="1"/>
            </p:cNvGraphicFramePr>
            <p:nvPr/>
          </p:nvGraphicFramePr>
          <p:xfrm>
            <a:off x="5321" y="1238"/>
            <a:ext cx="199" cy="191"/>
          </p:xfrm>
          <a:graphic>
            <a:graphicData uri="http://schemas.openxmlformats.org/presentationml/2006/ole">
              <mc:AlternateContent xmlns:mc="http://schemas.openxmlformats.org/markup-compatibility/2006">
                <mc:Choice xmlns:v="urn:schemas-microsoft-com:vml" Requires="v">
                  <p:oleObj spid="_x0000_s56352" name="Equation" r:id="rId16" imgW="152280" imgH="139680" progId="Equation.DSMT4">
                    <p:embed/>
                  </p:oleObj>
                </mc:Choice>
                <mc:Fallback>
                  <p:oleObj name="Equation" r:id="rId16" imgW="152280" imgH="139680" progId="Equation.DSMT4">
                    <p:embed/>
                    <p:pic>
                      <p:nvPicPr>
                        <p:cNvPr id="34825" name="Object 11">
                          <a:extLst>
                            <a:ext uri="{FF2B5EF4-FFF2-40B4-BE49-F238E27FC236}">
                              <a16:creationId xmlns:a16="http://schemas.microsoft.com/office/drawing/2014/main" id="{EFC4CB33-DCD7-4E83-9FE9-D052E2A15C8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21" y="1238"/>
                          <a:ext cx="199"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12">
              <a:extLst>
                <a:ext uri="{FF2B5EF4-FFF2-40B4-BE49-F238E27FC236}">
                  <a16:creationId xmlns:a16="http://schemas.microsoft.com/office/drawing/2014/main" id="{DB1EFB0C-E9A9-4605-A8C8-6F42B8B4E1A9}"/>
                </a:ext>
              </a:extLst>
            </p:cNvPr>
            <p:cNvGraphicFramePr>
              <a:graphicFrameLocks noChangeAspect="1"/>
            </p:cNvGraphicFramePr>
            <p:nvPr/>
          </p:nvGraphicFramePr>
          <p:xfrm>
            <a:off x="5090" y="688"/>
            <a:ext cx="349" cy="304"/>
          </p:xfrm>
          <a:graphic>
            <a:graphicData uri="http://schemas.openxmlformats.org/presentationml/2006/ole">
              <mc:AlternateContent xmlns:mc="http://schemas.openxmlformats.org/markup-compatibility/2006">
                <mc:Choice xmlns:v="urn:schemas-microsoft-com:vml" Requires="v">
                  <p:oleObj spid="_x0000_s56353" name="Equation" r:id="rId18" imgW="228600" imgH="190440" progId="Equation.DSMT4">
                    <p:embed/>
                  </p:oleObj>
                </mc:Choice>
                <mc:Fallback>
                  <p:oleObj name="Equation" r:id="rId18" imgW="228600" imgH="190440" progId="Equation.DSMT4">
                    <p:embed/>
                    <p:pic>
                      <p:nvPicPr>
                        <p:cNvPr id="34826" name="Object 12">
                          <a:extLst>
                            <a:ext uri="{FF2B5EF4-FFF2-40B4-BE49-F238E27FC236}">
                              <a16:creationId xmlns:a16="http://schemas.microsoft.com/office/drawing/2014/main" id="{C3F5981B-BF11-4F5A-A7B8-42B5E7D2F99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0" y="688"/>
                          <a:ext cx="349"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13">
              <a:extLst>
                <a:ext uri="{FF2B5EF4-FFF2-40B4-BE49-F238E27FC236}">
                  <a16:creationId xmlns:a16="http://schemas.microsoft.com/office/drawing/2014/main" id="{86BF8F69-3226-4985-8092-2C525EE37D72}"/>
                </a:ext>
              </a:extLst>
            </p:cNvPr>
            <p:cNvGraphicFramePr>
              <a:graphicFrameLocks noChangeAspect="1"/>
            </p:cNvGraphicFramePr>
            <p:nvPr/>
          </p:nvGraphicFramePr>
          <p:xfrm>
            <a:off x="4473" y="1498"/>
            <a:ext cx="449" cy="235"/>
          </p:xfrm>
          <a:graphic>
            <a:graphicData uri="http://schemas.openxmlformats.org/presentationml/2006/ole">
              <mc:AlternateContent xmlns:mc="http://schemas.openxmlformats.org/markup-compatibility/2006">
                <mc:Choice xmlns:v="urn:schemas-microsoft-com:vml" Requires="v">
                  <p:oleObj spid="_x0000_s56354" name="Equation" r:id="rId20" imgW="355320" imgH="177480" progId="Equation.DSMT4">
                    <p:embed/>
                  </p:oleObj>
                </mc:Choice>
                <mc:Fallback>
                  <p:oleObj name="Equation" r:id="rId20" imgW="355320" imgH="177480" progId="Equation.DSMT4">
                    <p:embed/>
                    <p:pic>
                      <p:nvPicPr>
                        <p:cNvPr id="34827" name="Object 13">
                          <a:extLst>
                            <a:ext uri="{FF2B5EF4-FFF2-40B4-BE49-F238E27FC236}">
                              <a16:creationId xmlns:a16="http://schemas.microsoft.com/office/drawing/2014/main" id="{B2E2D868-3B45-4C8F-BEB9-C9A4ED4E8C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3" y="1498"/>
                          <a:ext cx="449"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26">
              <a:extLst>
                <a:ext uri="{FF2B5EF4-FFF2-40B4-BE49-F238E27FC236}">
                  <a16:creationId xmlns:a16="http://schemas.microsoft.com/office/drawing/2014/main" id="{A955632D-D89B-4577-ADD6-EC7CAEFA365F}"/>
                </a:ext>
              </a:extLst>
            </p:cNvPr>
            <p:cNvSpPr>
              <a:spLocks noChangeShapeType="1"/>
            </p:cNvSpPr>
            <p:nvPr/>
          </p:nvSpPr>
          <p:spPr bwMode="auto">
            <a:xfrm flipV="1">
              <a:off x="4722" y="1165"/>
              <a:ext cx="349" cy="261"/>
            </a:xfrm>
            <a:prstGeom prst="line">
              <a:avLst/>
            </a:prstGeom>
            <a:noFill/>
            <a:ln w="28575">
              <a:solidFill>
                <a:srgbClr val="760C04"/>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标题 1">
            <a:extLst>
              <a:ext uri="{FF2B5EF4-FFF2-40B4-BE49-F238E27FC236}">
                <a16:creationId xmlns:a16="http://schemas.microsoft.com/office/drawing/2014/main" id="{006A320C-9B6B-4AC3-9433-9FBB6F840A0F}"/>
              </a:ext>
            </a:extLst>
          </p:cNvPr>
          <p:cNvSpPr>
            <a:spLocks noGrp="1"/>
          </p:cNvSpPr>
          <p:nvPr>
            <p:ph type="title"/>
          </p:nvPr>
        </p:nvSpPr>
        <p:spPr/>
        <p:txBody>
          <a:bodyPr/>
          <a:lstStyle/>
          <a:p>
            <a:r>
              <a:rPr lang="en-US" altLang="zh-CN" sz="3600">
                <a:solidFill>
                  <a:srgbClr val="000000"/>
                </a:solidFill>
              </a:rPr>
              <a:t>9.4  </a:t>
            </a:r>
            <a:r>
              <a:rPr lang="zh-CN" altLang="en-US" sz="3600">
                <a:solidFill>
                  <a:srgbClr val="000000"/>
                </a:solidFill>
              </a:rPr>
              <a:t>由零极点图对傅里叶变换几何求值</a:t>
            </a:r>
            <a:endParaRPr lang="zh-CN" altLang="en-US"/>
          </a:p>
        </p:txBody>
      </p:sp>
      <p:sp>
        <p:nvSpPr>
          <p:cNvPr id="4" name="灯片编号占位符 3">
            <a:extLst>
              <a:ext uri="{FF2B5EF4-FFF2-40B4-BE49-F238E27FC236}">
                <a16:creationId xmlns:a16="http://schemas.microsoft.com/office/drawing/2014/main" id="{0C10B76D-50F5-443D-A1A0-C7DBA61BCC6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2057B9D5-EC59-4AA1-AA5B-91DCF361936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39" name="Text Box 2">
            <a:extLst>
              <a:ext uri="{FF2B5EF4-FFF2-40B4-BE49-F238E27FC236}">
                <a16:creationId xmlns:a16="http://schemas.microsoft.com/office/drawing/2014/main" id="{18DE2C82-6C89-4DB5-BF3A-4D756A32E86B}"/>
              </a:ext>
            </a:extLst>
          </p:cNvPr>
          <p:cNvSpPr txBox="1">
            <a:spLocks noChangeArrowheads="1"/>
          </p:cNvSpPr>
          <p:nvPr/>
        </p:nvSpPr>
        <p:spPr bwMode="auto">
          <a:xfrm>
            <a:off x="765175" y="1162050"/>
            <a:ext cx="26987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全通系统：</a:t>
            </a:r>
          </a:p>
        </p:txBody>
      </p:sp>
      <p:sp>
        <p:nvSpPr>
          <p:cNvPr id="6" name="Text Box 3">
            <a:extLst>
              <a:ext uri="{FF2B5EF4-FFF2-40B4-BE49-F238E27FC236}">
                <a16:creationId xmlns:a16="http://schemas.microsoft.com/office/drawing/2014/main" id="{DD107356-BA98-4972-B408-9DF15E4CC87F}"/>
              </a:ext>
            </a:extLst>
          </p:cNvPr>
          <p:cNvSpPr txBox="1">
            <a:spLocks noChangeArrowheads="1"/>
          </p:cNvSpPr>
          <p:nvPr/>
        </p:nvSpPr>
        <p:spPr bwMode="auto">
          <a:xfrm>
            <a:off x="714375" y="1785938"/>
            <a:ext cx="449421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考查零极点对称分布的系统</a:t>
            </a:r>
          </a:p>
        </p:txBody>
      </p:sp>
      <p:grpSp>
        <p:nvGrpSpPr>
          <p:cNvPr id="2" name="Group 4">
            <a:extLst>
              <a:ext uri="{FF2B5EF4-FFF2-40B4-BE49-F238E27FC236}">
                <a16:creationId xmlns:a16="http://schemas.microsoft.com/office/drawing/2014/main" id="{093B87D2-E45A-43C9-9DCF-4CC41734766E}"/>
              </a:ext>
            </a:extLst>
          </p:cNvPr>
          <p:cNvGrpSpPr>
            <a:grpSpLocks/>
          </p:cNvGrpSpPr>
          <p:nvPr/>
        </p:nvGrpSpPr>
        <p:grpSpPr bwMode="auto">
          <a:xfrm>
            <a:off x="2441575" y="2357438"/>
            <a:ext cx="5140325" cy="942975"/>
            <a:chOff x="1584" y="1402"/>
            <a:chExt cx="3238" cy="594"/>
          </a:xfrm>
        </p:grpSpPr>
        <p:graphicFrame>
          <p:nvGraphicFramePr>
            <p:cNvPr id="1036" name="Object 2">
              <a:extLst>
                <a:ext uri="{FF2B5EF4-FFF2-40B4-BE49-F238E27FC236}">
                  <a16:creationId xmlns:a16="http://schemas.microsoft.com/office/drawing/2014/main" id="{8B5B1315-0319-46CB-B358-8619709188B0}"/>
                </a:ext>
              </a:extLst>
            </p:cNvPr>
            <p:cNvGraphicFramePr>
              <a:graphicFrameLocks noChangeAspect="1"/>
            </p:cNvGraphicFramePr>
            <p:nvPr/>
          </p:nvGraphicFramePr>
          <p:xfrm>
            <a:off x="1584" y="1402"/>
            <a:ext cx="1226" cy="594"/>
          </p:xfrm>
          <a:graphic>
            <a:graphicData uri="http://schemas.openxmlformats.org/presentationml/2006/ole">
              <mc:AlternateContent xmlns:mc="http://schemas.openxmlformats.org/markup-compatibility/2006">
                <mc:Choice xmlns:v="urn:schemas-microsoft-com:vml" Requires="v">
                  <p:oleObj spid="_x0000_s51333" name="Equation" r:id="rId3" imgW="812520" imgH="393480" progId="Equation.DSMT4">
                    <p:embed/>
                  </p:oleObj>
                </mc:Choice>
                <mc:Fallback>
                  <p:oleObj name="Equation" r:id="rId3" imgW="812520" imgH="393480" progId="Equation.DSMT4">
                    <p:embed/>
                    <p:pic>
                      <p:nvPicPr>
                        <p:cNvPr id="1036" name="Object 2">
                          <a:extLst>
                            <a:ext uri="{FF2B5EF4-FFF2-40B4-BE49-F238E27FC236}">
                              <a16:creationId xmlns:a16="http://schemas.microsoft.com/office/drawing/2014/main" id="{8B5B1315-0319-46CB-B358-861970918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1402"/>
                          <a:ext cx="1226" cy="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7" name="Text Box 6">
              <a:extLst>
                <a:ext uri="{FF2B5EF4-FFF2-40B4-BE49-F238E27FC236}">
                  <a16:creationId xmlns:a16="http://schemas.microsoft.com/office/drawing/2014/main" id="{73292469-EB93-4184-903A-39CFAA67AB84}"/>
                </a:ext>
              </a:extLst>
            </p:cNvPr>
            <p:cNvSpPr txBox="1">
              <a:spLocks noChangeArrowheads="1"/>
            </p:cNvSpPr>
            <p:nvPr/>
          </p:nvSpPr>
          <p:spPr bwMode="auto">
            <a:xfrm>
              <a:off x="2928" y="1516"/>
              <a:ext cx="189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（一阶全通系统</a:t>
              </a:r>
              <a:r>
                <a:rPr kumimoji="0" lang="zh-CN" altLang="en-US" sz="24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sp>
        <p:nvSpPr>
          <p:cNvPr id="11" name="Text Box 8">
            <a:extLst>
              <a:ext uri="{FF2B5EF4-FFF2-40B4-BE49-F238E27FC236}">
                <a16:creationId xmlns:a16="http://schemas.microsoft.com/office/drawing/2014/main" id="{51085290-9701-49BF-922A-76B534226A78}"/>
              </a:ext>
            </a:extLst>
          </p:cNvPr>
          <p:cNvSpPr txBox="1">
            <a:spLocks noChangeArrowheads="1"/>
          </p:cNvSpPr>
          <p:nvPr/>
        </p:nvSpPr>
        <p:spPr bwMode="auto">
          <a:xfrm>
            <a:off x="714375" y="3295650"/>
            <a:ext cx="7700963"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
                <a:srgbClr val="000066"/>
              </a:buClr>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该系统的</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H</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(j</a:t>
            </a:r>
            <a:r>
              <a:rPr kumimoji="0" lang="el-GR"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在任何时候都等于</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1</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，所以称为</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全通系统</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3" name="Group 10">
            <a:extLst>
              <a:ext uri="{FF2B5EF4-FFF2-40B4-BE49-F238E27FC236}">
                <a16:creationId xmlns:a16="http://schemas.microsoft.com/office/drawing/2014/main" id="{A40BDE0B-3458-444E-9141-C2950C97F053}"/>
              </a:ext>
            </a:extLst>
          </p:cNvPr>
          <p:cNvGrpSpPr>
            <a:grpSpLocks/>
          </p:cNvGrpSpPr>
          <p:nvPr/>
        </p:nvGrpSpPr>
        <p:grpSpPr bwMode="auto">
          <a:xfrm>
            <a:off x="4857750" y="4357688"/>
            <a:ext cx="3048000" cy="1676400"/>
            <a:chOff x="3312" y="2832"/>
            <a:chExt cx="1920" cy="1056"/>
          </a:xfrm>
        </p:grpSpPr>
        <p:sp>
          <p:nvSpPr>
            <p:cNvPr id="1054" name="Line 11">
              <a:extLst>
                <a:ext uri="{FF2B5EF4-FFF2-40B4-BE49-F238E27FC236}">
                  <a16:creationId xmlns:a16="http://schemas.microsoft.com/office/drawing/2014/main" id="{1747BBAE-1F68-46B6-A4F0-0680368277DF}"/>
                </a:ext>
              </a:extLst>
            </p:cNvPr>
            <p:cNvSpPr>
              <a:spLocks noChangeShapeType="1"/>
            </p:cNvSpPr>
            <p:nvPr/>
          </p:nvSpPr>
          <p:spPr bwMode="auto">
            <a:xfrm>
              <a:off x="3312" y="3744"/>
              <a:ext cx="1920" cy="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5" name="Line 12">
              <a:extLst>
                <a:ext uri="{FF2B5EF4-FFF2-40B4-BE49-F238E27FC236}">
                  <a16:creationId xmlns:a16="http://schemas.microsoft.com/office/drawing/2014/main" id="{85A7EFBD-F0DF-4888-9FB1-E33975D52B69}"/>
                </a:ext>
              </a:extLst>
            </p:cNvPr>
            <p:cNvSpPr>
              <a:spLocks noChangeShapeType="1"/>
            </p:cNvSpPr>
            <p:nvPr/>
          </p:nvSpPr>
          <p:spPr bwMode="auto">
            <a:xfrm flipV="1">
              <a:off x="4272" y="2928"/>
              <a:ext cx="0" cy="96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6" name="Line 13">
              <a:extLst>
                <a:ext uri="{FF2B5EF4-FFF2-40B4-BE49-F238E27FC236}">
                  <a16:creationId xmlns:a16="http://schemas.microsoft.com/office/drawing/2014/main" id="{B4904488-D9A7-4488-8ECA-2FBEDA04CFB5}"/>
                </a:ext>
              </a:extLst>
            </p:cNvPr>
            <p:cNvSpPr>
              <a:spLocks noChangeShapeType="1"/>
            </p:cNvSpPr>
            <p:nvPr/>
          </p:nvSpPr>
          <p:spPr bwMode="auto">
            <a:xfrm>
              <a:off x="3408" y="3372"/>
              <a:ext cx="16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1033" name="Object 4">
              <a:extLst>
                <a:ext uri="{FF2B5EF4-FFF2-40B4-BE49-F238E27FC236}">
                  <a16:creationId xmlns:a16="http://schemas.microsoft.com/office/drawing/2014/main" id="{84D942D3-8386-4C5E-A160-666C3204617C}"/>
                </a:ext>
              </a:extLst>
            </p:cNvPr>
            <p:cNvGraphicFramePr>
              <a:graphicFrameLocks noChangeAspect="1"/>
            </p:cNvGraphicFramePr>
            <p:nvPr/>
          </p:nvGraphicFramePr>
          <p:xfrm>
            <a:off x="4320" y="2832"/>
            <a:ext cx="624" cy="256"/>
          </p:xfrm>
          <a:graphic>
            <a:graphicData uri="http://schemas.openxmlformats.org/presentationml/2006/ole">
              <mc:AlternateContent xmlns:mc="http://schemas.openxmlformats.org/markup-compatibility/2006">
                <mc:Choice xmlns:v="urn:schemas-microsoft-com:vml" Requires="v">
                  <p:oleObj spid="_x0000_s51334" name="Equation" r:id="rId5" imgW="571320" imgH="203040" progId="Equation.DSMT4">
                    <p:embed/>
                  </p:oleObj>
                </mc:Choice>
                <mc:Fallback>
                  <p:oleObj name="Equation" r:id="rId5" imgW="571320" imgH="203040" progId="Equation.DSMT4">
                    <p:embed/>
                    <p:pic>
                      <p:nvPicPr>
                        <p:cNvPr id="1033" name="Object 4">
                          <a:extLst>
                            <a:ext uri="{FF2B5EF4-FFF2-40B4-BE49-F238E27FC236}">
                              <a16:creationId xmlns:a16="http://schemas.microsoft.com/office/drawing/2014/main" id="{84D942D3-8386-4C5E-A160-666C320461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 y="2832"/>
                          <a:ext cx="624"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 name="Object 5">
              <a:extLst>
                <a:ext uri="{FF2B5EF4-FFF2-40B4-BE49-F238E27FC236}">
                  <a16:creationId xmlns:a16="http://schemas.microsoft.com/office/drawing/2014/main" id="{AA54C50E-C46F-444E-BE22-66D655873537}"/>
                </a:ext>
              </a:extLst>
            </p:cNvPr>
            <p:cNvGraphicFramePr>
              <a:graphicFrameLocks noChangeAspect="1"/>
            </p:cNvGraphicFramePr>
            <p:nvPr/>
          </p:nvGraphicFramePr>
          <p:xfrm>
            <a:off x="5040" y="3554"/>
            <a:ext cx="192" cy="176"/>
          </p:xfrm>
          <a:graphic>
            <a:graphicData uri="http://schemas.openxmlformats.org/presentationml/2006/ole">
              <mc:AlternateContent xmlns:mc="http://schemas.openxmlformats.org/markup-compatibility/2006">
                <mc:Choice xmlns:v="urn:schemas-microsoft-com:vml" Requires="v">
                  <p:oleObj spid="_x0000_s51335" name="Equation" r:id="rId7" imgW="152280" imgH="139680" progId="Equation.DSMT4">
                    <p:embed/>
                  </p:oleObj>
                </mc:Choice>
                <mc:Fallback>
                  <p:oleObj name="Equation" r:id="rId7" imgW="152280" imgH="139680" progId="Equation.DSMT4">
                    <p:embed/>
                    <p:pic>
                      <p:nvPicPr>
                        <p:cNvPr id="1034" name="Object 5">
                          <a:extLst>
                            <a:ext uri="{FF2B5EF4-FFF2-40B4-BE49-F238E27FC236}">
                              <a16:creationId xmlns:a16="http://schemas.microsoft.com/office/drawing/2014/main" id="{AA54C50E-C46F-444E-BE22-66D6558735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0" y="3554"/>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5" name="Object 6">
              <a:extLst>
                <a:ext uri="{FF2B5EF4-FFF2-40B4-BE49-F238E27FC236}">
                  <a16:creationId xmlns:a16="http://schemas.microsoft.com/office/drawing/2014/main" id="{B2ED891F-7EC3-4ACF-BE79-127F00C15AA3}"/>
                </a:ext>
              </a:extLst>
            </p:cNvPr>
            <p:cNvGraphicFramePr>
              <a:graphicFrameLocks noChangeAspect="1"/>
            </p:cNvGraphicFramePr>
            <p:nvPr/>
          </p:nvGraphicFramePr>
          <p:xfrm>
            <a:off x="4168" y="3162"/>
            <a:ext cx="123" cy="200"/>
          </p:xfrm>
          <a:graphic>
            <a:graphicData uri="http://schemas.openxmlformats.org/presentationml/2006/ole">
              <mc:AlternateContent xmlns:mc="http://schemas.openxmlformats.org/markup-compatibility/2006">
                <mc:Choice xmlns:v="urn:schemas-microsoft-com:vml" Requires="v">
                  <p:oleObj spid="_x0000_s51336" name="Equation" r:id="rId9" imgW="101520" imgH="164880" progId="Equation.DSMT4">
                    <p:embed/>
                  </p:oleObj>
                </mc:Choice>
                <mc:Fallback>
                  <p:oleObj name="Equation" r:id="rId9" imgW="101520" imgH="164880" progId="Equation.DSMT4">
                    <p:embed/>
                    <p:pic>
                      <p:nvPicPr>
                        <p:cNvPr id="1035" name="Object 6">
                          <a:extLst>
                            <a:ext uri="{FF2B5EF4-FFF2-40B4-BE49-F238E27FC236}">
                              <a16:creationId xmlns:a16="http://schemas.microsoft.com/office/drawing/2014/main" id="{B2ED891F-7EC3-4ACF-BE79-127F00C15A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8" y="3162"/>
                          <a:ext cx="123"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组合 36">
            <a:extLst>
              <a:ext uri="{FF2B5EF4-FFF2-40B4-BE49-F238E27FC236}">
                <a16:creationId xmlns:a16="http://schemas.microsoft.com/office/drawing/2014/main" id="{52FFA4C6-9FA8-4956-8E60-F34E7C3146BE}"/>
              </a:ext>
            </a:extLst>
          </p:cNvPr>
          <p:cNvGrpSpPr>
            <a:grpSpLocks/>
          </p:cNvGrpSpPr>
          <p:nvPr/>
        </p:nvGrpSpPr>
        <p:grpSpPr bwMode="auto">
          <a:xfrm>
            <a:off x="1298575" y="4500563"/>
            <a:ext cx="2984500" cy="1712912"/>
            <a:chOff x="1298548" y="4500570"/>
            <a:chExt cx="2984500" cy="1712912"/>
          </a:xfrm>
        </p:grpSpPr>
        <p:sp>
          <p:nvSpPr>
            <p:cNvPr id="1045" name="Line 18">
              <a:extLst>
                <a:ext uri="{FF2B5EF4-FFF2-40B4-BE49-F238E27FC236}">
                  <a16:creationId xmlns:a16="http://schemas.microsoft.com/office/drawing/2014/main" id="{6B710B5F-F7B9-40A4-80B7-B53D5D587C2E}"/>
                </a:ext>
              </a:extLst>
            </p:cNvPr>
            <p:cNvSpPr>
              <a:spLocks noChangeShapeType="1"/>
            </p:cNvSpPr>
            <p:nvPr/>
          </p:nvSpPr>
          <p:spPr bwMode="auto">
            <a:xfrm>
              <a:off x="1298548" y="5819782"/>
              <a:ext cx="2971800" cy="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46" name="Line 19">
              <a:extLst>
                <a:ext uri="{FF2B5EF4-FFF2-40B4-BE49-F238E27FC236}">
                  <a16:creationId xmlns:a16="http://schemas.microsoft.com/office/drawing/2014/main" id="{5C7E9540-78F9-49CB-8D8B-734360B3E6B9}"/>
                </a:ext>
              </a:extLst>
            </p:cNvPr>
            <p:cNvSpPr>
              <a:spLocks noChangeShapeType="1"/>
            </p:cNvSpPr>
            <p:nvPr/>
          </p:nvSpPr>
          <p:spPr bwMode="auto">
            <a:xfrm flipV="1">
              <a:off x="2670148" y="4613282"/>
              <a:ext cx="0" cy="160020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1047" name="Group 20">
              <a:extLst>
                <a:ext uri="{FF2B5EF4-FFF2-40B4-BE49-F238E27FC236}">
                  <a16:creationId xmlns:a16="http://schemas.microsoft.com/office/drawing/2014/main" id="{62E61F42-6640-4D58-ACBC-AF4C110C38D1}"/>
                </a:ext>
              </a:extLst>
            </p:cNvPr>
            <p:cNvGrpSpPr>
              <a:grpSpLocks/>
            </p:cNvGrpSpPr>
            <p:nvPr/>
          </p:nvGrpSpPr>
          <p:grpSpPr bwMode="auto">
            <a:xfrm>
              <a:off x="1984348" y="5740407"/>
              <a:ext cx="144463" cy="152400"/>
              <a:chOff x="4276" y="2159"/>
              <a:chExt cx="88" cy="88"/>
            </a:xfrm>
          </p:grpSpPr>
          <p:sp>
            <p:nvSpPr>
              <p:cNvPr id="1052" name="Line 21">
                <a:extLst>
                  <a:ext uri="{FF2B5EF4-FFF2-40B4-BE49-F238E27FC236}">
                    <a16:creationId xmlns:a16="http://schemas.microsoft.com/office/drawing/2014/main" id="{11531F9D-6BC9-4F9C-A06F-23BF1F3529F0}"/>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 name="Line 22">
                <a:extLst>
                  <a:ext uri="{FF2B5EF4-FFF2-40B4-BE49-F238E27FC236}">
                    <a16:creationId xmlns:a16="http://schemas.microsoft.com/office/drawing/2014/main" id="{DBD951C5-0B6E-4A78-B2A7-AC0918EF8693}"/>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1048" name="Oval 23">
              <a:extLst>
                <a:ext uri="{FF2B5EF4-FFF2-40B4-BE49-F238E27FC236}">
                  <a16:creationId xmlns:a16="http://schemas.microsoft.com/office/drawing/2014/main" id="{0FF449DC-DBA8-43A8-B1A3-BA776BCBA0FC}"/>
                </a:ext>
              </a:extLst>
            </p:cNvPr>
            <p:cNvSpPr>
              <a:spLocks noChangeArrowheads="1"/>
            </p:cNvSpPr>
            <p:nvPr/>
          </p:nvSpPr>
          <p:spPr bwMode="auto">
            <a:xfrm>
              <a:off x="3159098" y="5740407"/>
              <a:ext cx="152400" cy="152400"/>
            </a:xfrm>
            <a:prstGeom prst="ellipse">
              <a:avLst/>
            </a:prstGeom>
            <a:noFill/>
            <a:ln w="28575">
              <a:solidFill>
                <a:srgbClr val="00121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sp>
          <p:nvSpPr>
            <p:cNvPr id="1049" name="Line 24">
              <a:extLst>
                <a:ext uri="{FF2B5EF4-FFF2-40B4-BE49-F238E27FC236}">
                  <a16:creationId xmlns:a16="http://schemas.microsoft.com/office/drawing/2014/main" id="{2B637E42-E9E2-44FD-8C3F-D489A95CE05D}"/>
                </a:ext>
              </a:extLst>
            </p:cNvPr>
            <p:cNvSpPr>
              <a:spLocks noChangeShapeType="1"/>
            </p:cNvSpPr>
            <p:nvPr/>
          </p:nvSpPr>
          <p:spPr bwMode="auto">
            <a:xfrm flipV="1">
              <a:off x="2060548" y="5222882"/>
              <a:ext cx="609600" cy="60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0" name="Line 25">
              <a:extLst>
                <a:ext uri="{FF2B5EF4-FFF2-40B4-BE49-F238E27FC236}">
                  <a16:creationId xmlns:a16="http://schemas.microsoft.com/office/drawing/2014/main" id="{F24AB251-CA7E-4B24-94CD-4E5414D06BE9}"/>
                </a:ext>
              </a:extLst>
            </p:cNvPr>
            <p:cNvSpPr>
              <a:spLocks noChangeShapeType="1"/>
            </p:cNvSpPr>
            <p:nvPr/>
          </p:nvSpPr>
          <p:spPr bwMode="auto">
            <a:xfrm flipH="1" flipV="1">
              <a:off x="2670148" y="5222882"/>
              <a:ext cx="549275" cy="593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1026" name="Object 7">
              <a:extLst>
                <a:ext uri="{FF2B5EF4-FFF2-40B4-BE49-F238E27FC236}">
                  <a16:creationId xmlns:a16="http://schemas.microsoft.com/office/drawing/2014/main" id="{21CA6E15-5CF1-44B7-BFC7-05417D6EF6F3}"/>
                </a:ext>
              </a:extLst>
            </p:cNvPr>
            <p:cNvGraphicFramePr>
              <a:graphicFrameLocks noChangeAspect="1"/>
            </p:cNvGraphicFramePr>
            <p:nvPr/>
          </p:nvGraphicFramePr>
          <p:xfrm>
            <a:off x="2670148" y="4500570"/>
            <a:ext cx="501650" cy="417512"/>
          </p:xfrm>
          <a:graphic>
            <a:graphicData uri="http://schemas.openxmlformats.org/presentationml/2006/ole">
              <mc:AlternateContent xmlns:mc="http://schemas.openxmlformats.org/markup-compatibility/2006">
                <mc:Choice xmlns:v="urn:schemas-microsoft-com:vml" Requires="v">
                  <p:oleObj spid="_x0000_s51337" name="Equation" r:id="rId11" imgW="228600" imgH="190440" progId="Equation.DSMT4">
                    <p:embed/>
                  </p:oleObj>
                </mc:Choice>
                <mc:Fallback>
                  <p:oleObj name="Equation" r:id="rId11" imgW="228600" imgH="190440" progId="Equation.DSMT4">
                    <p:embed/>
                    <p:pic>
                      <p:nvPicPr>
                        <p:cNvPr id="1026" name="Object 7">
                          <a:extLst>
                            <a:ext uri="{FF2B5EF4-FFF2-40B4-BE49-F238E27FC236}">
                              <a16:creationId xmlns:a16="http://schemas.microsoft.com/office/drawing/2014/main" id="{21CA6E15-5CF1-44B7-BFC7-05417D6EF6F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0148" y="4500570"/>
                          <a:ext cx="50165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8">
              <a:extLst>
                <a:ext uri="{FF2B5EF4-FFF2-40B4-BE49-F238E27FC236}">
                  <a16:creationId xmlns:a16="http://schemas.microsoft.com/office/drawing/2014/main" id="{F32126D6-99D6-46D4-A162-294C7CCF3486}"/>
                </a:ext>
              </a:extLst>
            </p:cNvPr>
            <p:cNvGraphicFramePr>
              <a:graphicFrameLocks noChangeAspect="1"/>
            </p:cNvGraphicFramePr>
            <p:nvPr/>
          </p:nvGraphicFramePr>
          <p:xfrm>
            <a:off x="3127348" y="5908682"/>
            <a:ext cx="265113" cy="292100"/>
          </p:xfrm>
          <a:graphic>
            <a:graphicData uri="http://schemas.openxmlformats.org/presentationml/2006/ole">
              <mc:AlternateContent xmlns:mc="http://schemas.openxmlformats.org/markup-compatibility/2006">
                <mc:Choice xmlns:v="urn:schemas-microsoft-com:vml" Requires="v">
                  <p:oleObj spid="_x0000_s51338" name="Equation" r:id="rId13" imgW="126720" imgH="139680" progId="Equation.DSMT4">
                    <p:embed/>
                  </p:oleObj>
                </mc:Choice>
                <mc:Fallback>
                  <p:oleObj name="Equation" r:id="rId13" imgW="126720" imgH="139680" progId="Equation.DSMT4">
                    <p:embed/>
                    <p:pic>
                      <p:nvPicPr>
                        <p:cNvPr id="1027" name="Object 8">
                          <a:extLst>
                            <a:ext uri="{FF2B5EF4-FFF2-40B4-BE49-F238E27FC236}">
                              <a16:creationId xmlns:a16="http://schemas.microsoft.com/office/drawing/2014/main" id="{F32126D6-99D6-46D4-A162-294C7CCF348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7348" y="5908682"/>
                          <a:ext cx="2651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9">
              <a:extLst>
                <a:ext uri="{FF2B5EF4-FFF2-40B4-BE49-F238E27FC236}">
                  <a16:creationId xmlns:a16="http://schemas.microsoft.com/office/drawing/2014/main" id="{5B175929-2A7E-445A-BF24-B84FD2A7D9CB}"/>
                </a:ext>
              </a:extLst>
            </p:cNvPr>
            <p:cNvGraphicFramePr>
              <a:graphicFrameLocks noChangeAspect="1"/>
            </p:cNvGraphicFramePr>
            <p:nvPr/>
          </p:nvGraphicFramePr>
          <p:xfrm>
            <a:off x="1816073" y="5908682"/>
            <a:ext cx="450850" cy="292100"/>
          </p:xfrm>
          <a:graphic>
            <a:graphicData uri="http://schemas.openxmlformats.org/presentationml/2006/ole">
              <mc:AlternateContent xmlns:mc="http://schemas.openxmlformats.org/markup-compatibility/2006">
                <mc:Choice xmlns:v="urn:schemas-microsoft-com:vml" Requires="v">
                  <p:oleObj spid="_x0000_s51339" name="Equation" r:id="rId15" imgW="215640" imgH="139680" progId="Equation.DSMT4">
                    <p:embed/>
                  </p:oleObj>
                </mc:Choice>
                <mc:Fallback>
                  <p:oleObj name="Equation" r:id="rId15" imgW="215640" imgH="139680" progId="Equation.DSMT4">
                    <p:embed/>
                    <p:pic>
                      <p:nvPicPr>
                        <p:cNvPr id="1028" name="Object 9">
                          <a:extLst>
                            <a:ext uri="{FF2B5EF4-FFF2-40B4-BE49-F238E27FC236}">
                              <a16:creationId xmlns:a16="http://schemas.microsoft.com/office/drawing/2014/main" id="{5B175929-2A7E-445A-BF24-B84FD2A7D9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16073" y="5908682"/>
                          <a:ext cx="45085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9" name="Object 10">
              <a:extLst>
                <a:ext uri="{FF2B5EF4-FFF2-40B4-BE49-F238E27FC236}">
                  <a16:creationId xmlns:a16="http://schemas.microsoft.com/office/drawing/2014/main" id="{88E8ACEC-3BF8-4DEB-80DA-6A5BE048D5B3}"/>
                </a:ext>
              </a:extLst>
            </p:cNvPr>
            <p:cNvGraphicFramePr>
              <a:graphicFrameLocks noChangeAspect="1"/>
            </p:cNvGraphicFramePr>
            <p:nvPr/>
          </p:nvGraphicFramePr>
          <p:xfrm>
            <a:off x="2342683" y="4975904"/>
            <a:ext cx="355600" cy="325437"/>
          </p:xfrm>
          <a:graphic>
            <a:graphicData uri="http://schemas.openxmlformats.org/presentationml/2006/ole">
              <mc:AlternateContent xmlns:mc="http://schemas.openxmlformats.org/markup-compatibility/2006">
                <mc:Choice xmlns:v="urn:schemas-microsoft-com:vml" Requires="v">
                  <p:oleObj spid="_x0000_s51340" name="Equation" r:id="rId17" imgW="152280" imgH="139680" progId="Equation.DSMT4">
                    <p:embed/>
                  </p:oleObj>
                </mc:Choice>
                <mc:Fallback>
                  <p:oleObj name="Equation" r:id="rId17" imgW="152280" imgH="139680" progId="Equation.DSMT4">
                    <p:embed/>
                    <p:pic>
                      <p:nvPicPr>
                        <p:cNvPr id="1029" name="Object 10">
                          <a:extLst>
                            <a:ext uri="{FF2B5EF4-FFF2-40B4-BE49-F238E27FC236}">
                              <a16:creationId xmlns:a16="http://schemas.microsoft.com/office/drawing/2014/main" id="{88E8ACEC-3BF8-4DEB-80DA-6A5BE048D5B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42683" y="4975904"/>
                          <a:ext cx="355600"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0" name="Object 11">
              <a:extLst>
                <a:ext uri="{FF2B5EF4-FFF2-40B4-BE49-F238E27FC236}">
                  <a16:creationId xmlns:a16="http://schemas.microsoft.com/office/drawing/2014/main" id="{C3849227-7648-40F0-8503-CAF15A0ADB2C}"/>
                </a:ext>
              </a:extLst>
            </p:cNvPr>
            <p:cNvGraphicFramePr>
              <a:graphicFrameLocks noChangeAspect="1"/>
            </p:cNvGraphicFramePr>
            <p:nvPr/>
          </p:nvGraphicFramePr>
          <p:xfrm>
            <a:off x="3978248" y="5546732"/>
            <a:ext cx="304800" cy="279400"/>
          </p:xfrm>
          <a:graphic>
            <a:graphicData uri="http://schemas.openxmlformats.org/presentationml/2006/ole">
              <mc:AlternateContent xmlns:mc="http://schemas.openxmlformats.org/markup-compatibility/2006">
                <mc:Choice xmlns:v="urn:schemas-microsoft-com:vml" Requires="v">
                  <p:oleObj spid="_x0000_s51341" name="Equation" r:id="rId19" imgW="152280" imgH="139680" progId="Equation.DSMT4">
                    <p:embed/>
                  </p:oleObj>
                </mc:Choice>
                <mc:Fallback>
                  <p:oleObj name="Equation" r:id="rId19" imgW="152280" imgH="139680" progId="Equation.DSMT4">
                    <p:embed/>
                    <p:pic>
                      <p:nvPicPr>
                        <p:cNvPr id="1030" name="Object 11">
                          <a:extLst>
                            <a:ext uri="{FF2B5EF4-FFF2-40B4-BE49-F238E27FC236}">
                              <a16:creationId xmlns:a16="http://schemas.microsoft.com/office/drawing/2014/main" id="{C3849227-7648-40F0-8503-CAF15A0ADB2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78248" y="5546732"/>
                          <a:ext cx="304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1" name="Arc 31">
              <a:extLst>
                <a:ext uri="{FF2B5EF4-FFF2-40B4-BE49-F238E27FC236}">
                  <a16:creationId xmlns:a16="http://schemas.microsoft.com/office/drawing/2014/main" id="{DBB501BF-530D-4244-BD5B-BC6DEB66FC5D}"/>
                </a:ext>
              </a:extLst>
            </p:cNvPr>
            <p:cNvSpPr>
              <a:spLocks/>
            </p:cNvSpPr>
            <p:nvPr/>
          </p:nvSpPr>
          <p:spPr bwMode="auto">
            <a:xfrm>
              <a:off x="3051148" y="5619757"/>
              <a:ext cx="457200" cy="534987"/>
            </a:xfrm>
            <a:custGeom>
              <a:avLst/>
              <a:gdLst>
                <a:gd name="T0" fmla="*/ 0 w 26115"/>
                <a:gd name="T1" fmla="*/ 2147483647 h 21600"/>
                <a:gd name="T2" fmla="*/ 2147483647 w 26115"/>
                <a:gd name="T3" fmla="*/ 2147483647 h 21600"/>
                <a:gd name="T4" fmla="*/ 2147483647 w 26115"/>
                <a:gd name="T5" fmla="*/ 2147483647 h 21600"/>
                <a:gd name="T6" fmla="*/ 0 60000 65536"/>
                <a:gd name="T7" fmla="*/ 0 60000 65536"/>
                <a:gd name="T8" fmla="*/ 0 60000 65536"/>
                <a:gd name="T9" fmla="*/ 0 w 26115"/>
                <a:gd name="T10" fmla="*/ 0 h 21600"/>
                <a:gd name="T11" fmla="*/ 26115 w 26115"/>
                <a:gd name="T12" fmla="*/ 21600 h 21600"/>
              </a:gdLst>
              <a:ahLst/>
              <a:cxnLst>
                <a:cxn ang="T6">
                  <a:pos x="T0" y="T1"/>
                </a:cxn>
                <a:cxn ang="T7">
                  <a:pos x="T2" y="T3"/>
                </a:cxn>
                <a:cxn ang="T8">
                  <a:pos x="T4" y="T5"/>
                </a:cxn>
              </a:cxnLst>
              <a:rect l="T9" t="T10" r="T11" b="T12"/>
              <a:pathLst>
                <a:path w="26115" h="21600" fill="none" extrusionOk="0">
                  <a:moveTo>
                    <a:pt x="-1" y="2011"/>
                  </a:moveTo>
                  <a:cubicBezTo>
                    <a:pt x="2851" y="686"/>
                    <a:pt x="5957" y="-1"/>
                    <a:pt x="9102" y="0"/>
                  </a:cubicBezTo>
                  <a:cubicBezTo>
                    <a:pt x="15746" y="0"/>
                    <a:pt x="22020" y="3057"/>
                    <a:pt x="26114" y="8291"/>
                  </a:cubicBezTo>
                </a:path>
                <a:path w="26115" h="21600" stroke="0" extrusionOk="0">
                  <a:moveTo>
                    <a:pt x="-1" y="2011"/>
                  </a:moveTo>
                  <a:cubicBezTo>
                    <a:pt x="2851" y="686"/>
                    <a:pt x="5957" y="-1"/>
                    <a:pt x="9102" y="0"/>
                  </a:cubicBezTo>
                  <a:cubicBezTo>
                    <a:pt x="15746" y="0"/>
                    <a:pt x="22020" y="3057"/>
                    <a:pt x="26114" y="8291"/>
                  </a:cubicBezTo>
                  <a:lnTo>
                    <a:pt x="9102" y="21600"/>
                  </a:lnTo>
                  <a:close/>
                </a:path>
              </a:pathLst>
            </a:custGeom>
            <a:noFill/>
            <a:ln w="9525">
              <a:solidFill>
                <a:srgbClr val="00121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graphicFrame>
          <p:nvGraphicFramePr>
            <p:cNvPr id="1031" name="Object 12">
              <a:extLst>
                <a:ext uri="{FF2B5EF4-FFF2-40B4-BE49-F238E27FC236}">
                  <a16:creationId xmlns:a16="http://schemas.microsoft.com/office/drawing/2014/main" id="{426B1CB5-9099-4CFD-B7F2-62365C7C33A4}"/>
                </a:ext>
              </a:extLst>
            </p:cNvPr>
            <p:cNvGraphicFramePr>
              <a:graphicFrameLocks noChangeAspect="1"/>
            </p:cNvGraphicFramePr>
            <p:nvPr/>
          </p:nvGraphicFramePr>
          <p:xfrm>
            <a:off x="3279775" y="5326078"/>
            <a:ext cx="355600" cy="388938"/>
          </p:xfrm>
          <a:graphic>
            <a:graphicData uri="http://schemas.openxmlformats.org/presentationml/2006/ole">
              <mc:AlternateContent xmlns:mc="http://schemas.openxmlformats.org/markup-compatibility/2006">
                <mc:Choice xmlns:v="urn:schemas-microsoft-com:vml" Requires="v">
                  <p:oleObj spid="_x0000_s51342" name="Equation" r:id="rId21" imgW="152280" imgH="215640" progId="Equation.DSMT4">
                    <p:embed/>
                  </p:oleObj>
                </mc:Choice>
                <mc:Fallback>
                  <p:oleObj name="Equation" r:id="rId21" imgW="152280" imgH="215640" progId="Equation.DSMT4">
                    <p:embed/>
                    <p:pic>
                      <p:nvPicPr>
                        <p:cNvPr id="1031" name="Object 12">
                          <a:extLst>
                            <a:ext uri="{FF2B5EF4-FFF2-40B4-BE49-F238E27FC236}">
                              <a16:creationId xmlns:a16="http://schemas.microsoft.com/office/drawing/2014/main" id="{426B1CB5-9099-4CFD-B7F2-62365C7C33A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79775" y="5326078"/>
                          <a:ext cx="3556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2" name="Object 13">
              <a:extLst>
                <a:ext uri="{FF2B5EF4-FFF2-40B4-BE49-F238E27FC236}">
                  <a16:creationId xmlns:a16="http://schemas.microsoft.com/office/drawing/2014/main" id="{ED92F2AA-066C-439F-BA7B-DC52EC3013DC}"/>
                </a:ext>
              </a:extLst>
            </p:cNvPr>
            <p:cNvGraphicFramePr>
              <a:graphicFrameLocks noChangeAspect="1"/>
            </p:cNvGraphicFramePr>
            <p:nvPr/>
          </p:nvGraphicFramePr>
          <p:xfrm>
            <a:off x="2268538" y="5455103"/>
            <a:ext cx="385762" cy="412750"/>
          </p:xfrm>
          <a:graphic>
            <a:graphicData uri="http://schemas.openxmlformats.org/presentationml/2006/ole">
              <mc:AlternateContent xmlns:mc="http://schemas.openxmlformats.org/markup-compatibility/2006">
                <mc:Choice xmlns:v="urn:schemas-microsoft-com:vml" Requires="v">
                  <p:oleObj spid="_x0000_s51343" name="Equation" r:id="rId23" imgW="164880" imgH="228600" progId="Equation.DSMT4">
                    <p:embed/>
                  </p:oleObj>
                </mc:Choice>
                <mc:Fallback>
                  <p:oleObj name="Equation" r:id="rId23" imgW="164880" imgH="228600" progId="Equation.DSMT4">
                    <p:embed/>
                    <p:pic>
                      <p:nvPicPr>
                        <p:cNvPr id="1032" name="Object 13">
                          <a:extLst>
                            <a:ext uri="{FF2B5EF4-FFF2-40B4-BE49-F238E27FC236}">
                              <a16:creationId xmlns:a16="http://schemas.microsoft.com/office/drawing/2014/main" id="{ED92F2AA-066C-439F-BA7B-DC52EC3013D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68538" y="5455103"/>
                          <a:ext cx="385762"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par>
                                <p:cTn id="19" presetID="3" presetClass="entr" presetSubtype="1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标题 1">
            <a:extLst>
              <a:ext uri="{FF2B5EF4-FFF2-40B4-BE49-F238E27FC236}">
                <a16:creationId xmlns:a16="http://schemas.microsoft.com/office/drawing/2014/main" id="{1AB90E2A-EA8B-4033-A586-CD9E7D74FEA0}"/>
              </a:ext>
            </a:extLst>
          </p:cNvPr>
          <p:cNvSpPr>
            <a:spLocks noGrp="1"/>
          </p:cNvSpPr>
          <p:nvPr>
            <p:ph type="title"/>
          </p:nvPr>
        </p:nvSpPr>
        <p:spPr/>
        <p:txBody>
          <a:bodyPr/>
          <a:lstStyle/>
          <a:p>
            <a:r>
              <a:rPr lang="en-US" altLang="zh-CN" sz="3600">
                <a:solidFill>
                  <a:srgbClr val="000000"/>
                </a:solidFill>
              </a:rPr>
              <a:t>9.4  </a:t>
            </a:r>
            <a:r>
              <a:rPr lang="zh-CN" altLang="en-US" sz="3600">
                <a:solidFill>
                  <a:srgbClr val="000000"/>
                </a:solidFill>
              </a:rPr>
              <a:t>由零极点图对傅里叶变换几何求值</a:t>
            </a:r>
            <a:endParaRPr lang="zh-CN" altLang="en-US"/>
          </a:p>
        </p:txBody>
      </p:sp>
      <p:sp>
        <p:nvSpPr>
          <p:cNvPr id="4" name="灯片编号占位符 3">
            <a:extLst>
              <a:ext uri="{FF2B5EF4-FFF2-40B4-BE49-F238E27FC236}">
                <a16:creationId xmlns:a16="http://schemas.microsoft.com/office/drawing/2014/main" id="{2C3C96B8-5B84-4EEC-ADF7-34FFA29E0C3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C70DB711-DC7D-4E0B-8107-A32083CD102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055" name="Group 2">
            <a:extLst>
              <a:ext uri="{FF2B5EF4-FFF2-40B4-BE49-F238E27FC236}">
                <a16:creationId xmlns:a16="http://schemas.microsoft.com/office/drawing/2014/main" id="{951E2A1A-D62B-4E5B-A2F7-8A63A8C30710}"/>
              </a:ext>
            </a:extLst>
          </p:cNvPr>
          <p:cNvGrpSpPr>
            <a:grpSpLocks/>
          </p:cNvGrpSpPr>
          <p:nvPr/>
        </p:nvGrpSpPr>
        <p:grpSpPr bwMode="auto">
          <a:xfrm>
            <a:off x="857250" y="1340768"/>
            <a:ext cx="7245350" cy="611187"/>
            <a:chOff x="672" y="624"/>
            <a:chExt cx="4564" cy="385"/>
          </a:xfrm>
        </p:grpSpPr>
        <p:sp>
          <p:nvSpPr>
            <p:cNvPr id="2079" name="Text Box 3">
              <a:extLst>
                <a:ext uri="{FF2B5EF4-FFF2-40B4-BE49-F238E27FC236}">
                  <a16:creationId xmlns:a16="http://schemas.microsoft.com/office/drawing/2014/main" id="{CE1925A5-FD26-4AB2-B793-4EE4C017F865}"/>
                </a:ext>
              </a:extLst>
            </p:cNvPr>
            <p:cNvSpPr txBox="1">
              <a:spLocks noChangeArrowheads="1"/>
            </p:cNvSpPr>
            <p:nvPr/>
          </p:nvSpPr>
          <p:spPr bwMode="auto">
            <a:xfrm>
              <a:off x="672" y="624"/>
              <a:ext cx="124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
                  <a:srgbClr val="000066"/>
                </a:buClr>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其相位特性</a:t>
              </a:r>
            </a:p>
          </p:txBody>
        </p:sp>
        <p:graphicFrame>
          <p:nvGraphicFramePr>
            <p:cNvPr id="2052" name="Object 2">
              <a:extLst>
                <a:ext uri="{FF2B5EF4-FFF2-40B4-BE49-F238E27FC236}">
                  <a16:creationId xmlns:a16="http://schemas.microsoft.com/office/drawing/2014/main" id="{CCC2126D-AF17-491D-A577-D5F7BF7802C9}"/>
                </a:ext>
              </a:extLst>
            </p:cNvPr>
            <p:cNvGraphicFramePr>
              <a:graphicFrameLocks noChangeAspect="1"/>
            </p:cNvGraphicFramePr>
            <p:nvPr/>
          </p:nvGraphicFramePr>
          <p:xfrm>
            <a:off x="2141" y="662"/>
            <a:ext cx="3095" cy="347"/>
          </p:xfrm>
          <a:graphic>
            <a:graphicData uri="http://schemas.openxmlformats.org/presentationml/2006/ole">
              <mc:AlternateContent xmlns:mc="http://schemas.openxmlformats.org/markup-compatibility/2006">
                <mc:Choice xmlns:v="urn:schemas-microsoft-com:vml" Requires="v">
                  <p:oleObj spid="_x0000_s57372" name="Equation" r:id="rId3" imgW="2044440" imgH="228600" progId="Equation.DSMT4">
                    <p:embed/>
                  </p:oleObj>
                </mc:Choice>
                <mc:Fallback>
                  <p:oleObj name="Equation" r:id="rId3" imgW="2044440" imgH="228600" progId="Equation.DSMT4">
                    <p:embed/>
                    <p:pic>
                      <p:nvPicPr>
                        <p:cNvPr id="2052" name="Object 2">
                          <a:extLst>
                            <a:ext uri="{FF2B5EF4-FFF2-40B4-BE49-F238E27FC236}">
                              <a16:creationId xmlns:a16="http://schemas.microsoft.com/office/drawing/2014/main" id="{CCC2126D-AF17-491D-A577-D5F7BF7802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 y="662"/>
                          <a:ext cx="3095"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2056" name="Picture 5">
            <a:extLst>
              <a:ext uri="{FF2B5EF4-FFF2-40B4-BE49-F238E27FC236}">
                <a16:creationId xmlns:a16="http://schemas.microsoft.com/office/drawing/2014/main" id="{ABD0DD64-CFD3-43F5-AA8E-85072BFB57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2043162"/>
            <a:ext cx="3962400"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6">
            <a:extLst>
              <a:ext uri="{FF2B5EF4-FFF2-40B4-BE49-F238E27FC236}">
                <a16:creationId xmlns:a16="http://schemas.microsoft.com/office/drawing/2014/main" id="{4894CCF7-BF07-438E-98FB-65A01C4A93EE}"/>
              </a:ext>
            </a:extLst>
          </p:cNvPr>
          <p:cNvSpPr txBox="1">
            <a:spLocks noChangeArrowheads="1"/>
          </p:cNvSpPr>
          <p:nvPr/>
        </p:nvSpPr>
        <p:spPr bwMode="auto">
          <a:xfrm>
            <a:off x="1208088" y="5281662"/>
            <a:ext cx="69707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全通系统的零点和极点分布关于</a:t>
            </a: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j</a:t>
            </a:r>
            <a:r>
              <a:rPr kumimoji="0" lang="el-GR" altLang="zh-CN" sz="2800"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轴</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对称</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rPr>
              <a:t>。</a:t>
            </a:r>
          </a:p>
        </p:txBody>
      </p:sp>
      <p:grpSp>
        <p:nvGrpSpPr>
          <p:cNvPr id="3" name="Group 7">
            <a:extLst>
              <a:ext uri="{FF2B5EF4-FFF2-40B4-BE49-F238E27FC236}">
                <a16:creationId xmlns:a16="http://schemas.microsoft.com/office/drawing/2014/main" id="{137C6C70-A173-40B6-9DCD-9DA1E515DE79}"/>
              </a:ext>
            </a:extLst>
          </p:cNvPr>
          <p:cNvGrpSpPr>
            <a:grpSpLocks/>
          </p:cNvGrpSpPr>
          <p:nvPr/>
        </p:nvGrpSpPr>
        <p:grpSpPr bwMode="auto">
          <a:xfrm>
            <a:off x="5048250" y="2092374"/>
            <a:ext cx="3490913" cy="3219450"/>
            <a:chOff x="3312" y="1117"/>
            <a:chExt cx="2112" cy="2028"/>
          </a:xfrm>
        </p:grpSpPr>
        <p:sp>
          <p:nvSpPr>
            <p:cNvPr id="2060" name="Line 8">
              <a:extLst>
                <a:ext uri="{FF2B5EF4-FFF2-40B4-BE49-F238E27FC236}">
                  <a16:creationId xmlns:a16="http://schemas.microsoft.com/office/drawing/2014/main" id="{340E6BEC-C120-4140-A660-06FB9681D1DB}"/>
                </a:ext>
              </a:extLst>
            </p:cNvPr>
            <p:cNvSpPr>
              <a:spLocks noChangeShapeType="1"/>
            </p:cNvSpPr>
            <p:nvPr/>
          </p:nvSpPr>
          <p:spPr bwMode="auto">
            <a:xfrm>
              <a:off x="3312" y="2047"/>
              <a:ext cx="2064" cy="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1" name="Line 9">
              <a:extLst>
                <a:ext uri="{FF2B5EF4-FFF2-40B4-BE49-F238E27FC236}">
                  <a16:creationId xmlns:a16="http://schemas.microsoft.com/office/drawing/2014/main" id="{DA8E6EA2-5AAB-40E9-B53C-656AC6FA25F9}"/>
                </a:ext>
              </a:extLst>
            </p:cNvPr>
            <p:cNvSpPr>
              <a:spLocks noChangeShapeType="1"/>
            </p:cNvSpPr>
            <p:nvPr/>
          </p:nvSpPr>
          <p:spPr bwMode="auto">
            <a:xfrm flipV="1">
              <a:off x="4272" y="1197"/>
              <a:ext cx="0" cy="1632"/>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2062" name="Group 10">
              <a:extLst>
                <a:ext uri="{FF2B5EF4-FFF2-40B4-BE49-F238E27FC236}">
                  <a16:creationId xmlns:a16="http://schemas.microsoft.com/office/drawing/2014/main" id="{FCA4E09F-A0FD-4935-906B-EF9D891B449F}"/>
                </a:ext>
              </a:extLst>
            </p:cNvPr>
            <p:cNvGrpSpPr>
              <a:grpSpLocks/>
            </p:cNvGrpSpPr>
            <p:nvPr/>
          </p:nvGrpSpPr>
          <p:grpSpPr bwMode="auto">
            <a:xfrm>
              <a:off x="3936" y="2461"/>
              <a:ext cx="91" cy="96"/>
              <a:chOff x="4276" y="2159"/>
              <a:chExt cx="88" cy="88"/>
            </a:xfrm>
          </p:grpSpPr>
          <p:sp>
            <p:nvSpPr>
              <p:cNvPr id="2077" name="Line 11">
                <a:extLst>
                  <a:ext uri="{FF2B5EF4-FFF2-40B4-BE49-F238E27FC236}">
                    <a16:creationId xmlns:a16="http://schemas.microsoft.com/office/drawing/2014/main" id="{3509A7FE-EB23-4BC3-B06A-D6B6F627B2C0}"/>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78" name="Line 12">
                <a:extLst>
                  <a:ext uri="{FF2B5EF4-FFF2-40B4-BE49-F238E27FC236}">
                    <a16:creationId xmlns:a16="http://schemas.microsoft.com/office/drawing/2014/main" id="{78680F25-7831-46FD-974E-A65F987778E7}"/>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grpSp>
          <p:nvGrpSpPr>
            <p:cNvPr id="2063" name="Group 13">
              <a:extLst>
                <a:ext uri="{FF2B5EF4-FFF2-40B4-BE49-F238E27FC236}">
                  <a16:creationId xmlns:a16="http://schemas.microsoft.com/office/drawing/2014/main" id="{DE844618-2939-4D32-B645-A0ECD3B428DF}"/>
                </a:ext>
              </a:extLst>
            </p:cNvPr>
            <p:cNvGrpSpPr>
              <a:grpSpLocks/>
            </p:cNvGrpSpPr>
            <p:nvPr/>
          </p:nvGrpSpPr>
          <p:grpSpPr bwMode="auto">
            <a:xfrm>
              <a:off x="3936" y="1501"/>
              <a:ext cx="91" cy="96"/>
              <a:chOff x="4276" y="2159"/>
              <a:chExt cx="88" cy="88"/>
            </a:xfrm>
          </p:grpSpPr>
          <p:sp>
            <p:nvSpPr>
              <p:cNvPr id="2075" name="Line 14">
                <a:extLst>
                  <a:ext uri="{FF2B5EF4-FFF2-40B4-BE49-F238E27FC236}">
                    <a16:creationId xmlns:a16="http://schemas.microsoft.com/office/drawing/2014/main" id="{76E4B173-E23A-44AC-A344-FFB132E10218}"/>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76" name="Line 15">
                <a:extLst>
                  <a:ext uri="{FF2B5EF4-FFF2-40B4-BE49-F238E27FC236}">
                    <a16:creationId xmlns:a16="http://schemas.microsoft.com/office/drawing/2014/main" id="{B112B6FD-60A4-4164-86BF-BD1BB1C335E8}"/>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grpSp>
          <p:nvGrpSpPr>
            <p:cNvPr id="2064" name="Group 16">
              <a:extLst>
                <a:ext uri="{FF2B5EF4-FFF2-40B4-BE49-F238E27FC236}">
                  <a16:creationId xmlns:a16="http://schemas.microsoft.com/office/drawing/2014/main" id="{7D5E9934-D7F6-4665-ADA9-E0F702B5831B}"/>
                </a:ext>
              </a:extLst>
            </p:cNvPr>
            <p:cNvGrpSpPr>
              <a:grpSpLocks/>
            </p:cNvGrpSpPr>
            <p:nvPr/>
          </p:nvGrpSpPr>
          <p:grpSpPr bwMode="auto">
            <a:xfrm>
              <a:off x="3552" y="1999"/>
              <a:ext cx="91" cy="96"/>
              <a:chOff x="4276" y="2159"/>
              <a:chExt cx="88" cy="88"/>
            </a:xfrm>
          </p:grpSpPr>
          <p:sp>
            <p:nvSpPr>
              <p:cNvPr id="2073" name="Line 17">
                <a:extLst>
                  <a:ext uri="{FF2B5EF4-FFF2-40B4-BE49-F238E27FC236}">
                    <a16:creationId xmlns:a16="http://schemas.microsoft.com/office/drawing/2014/main" id="{2EF0E4E6-98FD-4A6D-A164-3983D783926F}"/>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74" name="Line 18">
                <a:extLst>
                  <a:ext uri="{FF2B5EF4-FFF2-40B4-BE49-F238E27FC236}">
                    <a16:creationId xmlns:a16="http://schemas.microsoft.com/office/drawing/2014/main" id="{E5472BE9-0D5F-4979-A1A4-835DB2787A20}"/>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2065" name="Oval 19">
              <a:extLst>
                <a:ext uri="{FF2B5EF4-FFF2-40B4-BE49-F238E27FC236}">
                  <a16:creationId xmlns:a16="http://schemas.microsoft.com/office/drawing/2014/main" id="{3DAA25CD-3845-4902-872F-8287EB553B36}"/>
                </a:ext>
              </a:extLst>
            </p:cNvPr>
            <p:cNvSpPr>
              <a:spLocks noChangeArrowheads="1"/>
            </p:cNvSpPr>
            <p:nvPr/>
          </p:nvSpPr>
          <p:spPr bwMode="auto">
            <a:xfrm>
              <a:off x="4512" y="2461"/>
              <a:ext cx="96" cy="96"/>
            </a:xfrm>
            <a:prstGeom prst="ellipse">
              <a:avLst/>
            </a:prstGeom>
            <a:noFill/>
            <a:ln w="28575">
              <a:solidFill>
                <a:srgbClr val="00121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sp>
          <p:nvSpPr>
            <p:cNvPr id="2066" name="Oval 20">
              <a:extLst>
                <a:ext uri="{FF2B5EF4-FFF2-40B4-BE49-F238E27FC236}">
                  <a16:creationId xmlns:a16="http://schemas.microsoft.com/office/drawing/2014/main" id="{331D7F24-17F9-4A76-95EA-EED171EBE73B}"/>
                </a:ext>
              </a:extLst>
            </p:cNvPr>
            <p:cNvSpPr>
              <a:spLocks noChangeArrowheads="1"/>
            </p:cNvSpPr>
            <p:nvPr/>
          </p:nvSpPr>
          <p:spPr bwMode="auto">
            <a:xfrm>
              <a:off x="4512" y="1501"/>
              <a:ext cx="96" cy="96"/>
            </a:xfrm>
            <a:prstGeom prst="ellipse">
              <a:avLst/>
            </a:prstGeom>
            <a:noFill/>
            <a:ln w="28575">
              <a:solidFill>
                <a:srgbClr val="00121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sp>
          <p:nvSpPr>
            <p:cNvPr id="2067" name="Oval 21">
              <a:extLst>
                <a:ext uri="{FF2B5EF4-FFF2-40B4-BE49-F238E27FC236}">
                  <a16:creationId xmlns:a16="http://schemas.microsoft.com/office/drawing/2014/main" id="{A254126F-A37A-4E87-BE0E-5B6FF6F3DFE4}"/>
                </a:ext>
              </a:extLst>
            </p:cNvPr>
            <p:cNvSpPr>
              <a:spLocks noChangeArrowheads="1"/>
            </p:cNvSpPr>
            <p:nvPr/>
          </p:nvSpPr>
          <p:spPr bwMode="auto">
            <a:xfrm>
              <a:off x="4944" y="1999"/>
              <a:ext cx="96" cy="96"/>
            </a:xfrm>
            <a:prstGeom prst="ellipse">
              <a:avLst/>
            </a:prstGeom>
            <a:noFill/>
            <a:ln w="28575">
              <a:solidFill>
                <a:srgbClr val="00121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sp>
          <p:nvSpPr>
            <p:cNvPr id="2068" name="Line 22">
              <a:extLst>
                <a:ext uri="{FF2B5EF4-FFF2-40B4-BE49-F238E27FC236}">
                  <a16:creationId xmlns:a16="http://schemas.microsoft.com/office/drawing/2014/main" id="{C255BA03-CE55-490C-B5B9-38496548441B}"/>
                </a:ext>
              </a:extLst>
            </p:cNvPr>
            <p:cNvSpPr>
              <a:spLocks noChangeShapeType="1"/>
            </p:cNvSpPr>
            <p:nvPr/>
          </p:nvSpPr>
          <p:spPr bwMode="auto">
            <a:xfrm>
              <a:off x="3984" y="1549"/>
              <a:ext cx="576"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69" name="Line 23">
              <a:extLst>
                <a:ext uri="{FF2B5EF4-FFF2-40B4-BE49-F238E27FC236}">
                  <a16:creationId xmlns:a16="http://schemas.microsoft.com/office/drawing/2014/main" id="{AB55EFB8-9F2D-415B-B863-583F1F14798F}"/>
                </a:ext>
              </a:extLst>
            </p:cNvPr>
            <p:cNvSpPr>
              <a:spLocks noChangeShapeType="1"/>
            </p:cNvSpPr>
            <p:nvPr/>
          </p:nvSpPr>
          <p:spPr bwMode="auto">
            <a:xfrm>
              <a:off x="3984" y="1549"/>
              <a:ext cx="0" cy="96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70" name="Line 24">
              <a:extLst>
                <a:ext uri="{FF2B5EF4-FFF2-40B4-BE49-F238E27FC236}">
                  <a16:creationId xmlns:a16="http://schemas.microsoft.com/office/drawing/2014/main" id="{8BAF12D0-C052-4014-8362-A51F2A5DDBDC}"/>
                </a:ext>
              </a:extLst>
            </p:cNvPr>
            <p:cNvSpPr>
              <a:spLocks noChangeShapeType="1"/>
            </p:cNvSpPr>
            <p:nvPr/>
          </p:nvSpPr>
          <p:spPr bwMode="auto">
            <a:xfrm>
              <a:off x="3984" y="2509"/>
              <a:ext cx="576"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71" name="Line 25">
              <a:extLst>
                <a:ext uri="{FF2B5EF4-FFF2-40B4-BE49-F238E27FC236}">
                  <a16:creationId xmlns:a16="http://schemas.microsoft.com/office/drawing/2014/main" id="{A92E7814-4CDA-47F3-994C-C0BA6D06FDFC}"/>
                </a:ext>
              </a:extLst>
            </p:cNvPr>
            <p:cNvSpPr>
              <a:spLocks noChangeShapeType="1"/>
            </p:cNvSpPr>
            <p:nvPr/>
          </p:nvSpPr>
          <p:spPr bwMode="auto">
            <a:xfrm>
              <a:off x="4560" y="1549"/>
              <a:ext cx="0" cy="96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2050" name="Object 3">
              <a:extLst>
                <a:ext uri="{FF2B5EF4-FFF2-40B4-BE49-F238E27FC236}">
                  <a16:creationId xmlns:a16="http://schemas.microsoft.com/office/drawing/2014/main" id="{303A97E7-A9B4-493C-8EFE-78498A381A62}"/>
                </a:ext>
              </a:extLst>
            </p:cNvPr>
            <p:cNvGraphicFramePr>
              <a:graphicFrameLocks noChangeAspect="1"/>
            </p:cNvGraphicFramePr>
            <p:nvPr/>
          </p:nvGraphicFramePr>
          <p:xfrm>
            <a:off x="5232" y="1867"/>
            <a:ext cx="192" cy="176"/>
          </p:xfrm>
          <a:graphic>
            <a:graphicData uri="http://schemas.openxmlformats.org/presentationml/2006/ole">
              <mc:AlternateContent xmlns:mc="http://schemas.openxmlformats.org/markup-compatibility/2006">
                <mc:Choice xmlns:v="urn:schemas-microsoft-com:vml" Requires="v">
                  <p:oleObj spid="_x0000_s57373" name="Equation" r:id="rId6" imgW="152280" imgH="139680" progId="Equation.DSMT4">
                    <p:embed/>
                  </p:oleObj>
                </mc:Choice>
                <mc:Fallback>
                  <p:oleObj name="Equation" r:id="rId6" imgW="152280" imgH="139680" progId="Equation.DSMT4">
                    <p:embed/>
                    <p:pic>
                      <p:nvPicPr>
                        <p:cNvPr id="2050" name="Object 3">
                          <a:extLst>
                            <a:ext uri="{FF2B5EF4-FFF2-40B4-BE49-F238E27FC236}">
                              <a16:creationId xmlns:a16="http://schemas.microsoft.com/office/drawing/2014/main" id="{303A97E7-A9B4-493C-8EFE-78498A381A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32" y="1867"/>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4">
              <a:extLst>
                <a:ext uri="{FF2B5EF4-FFF2-40B4-BE49-F238E27FC236}">
                  <a16:creationId xmlns:a16="http://schemas.microsoft.com/office/drawing/2014/main" id="{E4CCA0FC-07AA-4F21-A1CD-30DB41146D14}"/>
                </a:ext>
              </a:extLst>
            </p:cNvPr>
            <p:cNvGraphicFramePr>
              <a:graphicFrameLocks noChangeAspect="1"/>
            </p:cNvGraphicFramePr>
            <p:nvPr/>
          </p:nvGraphicFramePr>
          <p:xfrm>
            <a:off x="4320" y="1117"/>
            <a:ext cx="316" cy="263"/>
          </p:xfrm>
          <a:graphic>
            <a:graphicData uri="http://schemas.openxmlformats.org/presentationml/2006/ole">
              <mc:AlternateContent xmlns:mc="http://schemas.openxmlformats.org/markup-compatibility/2006">
                <mc:Choice xmlns:v="urn:schemas-microsoft-com:vml" Requires="v">
                  <p:oleObj spid="_x0000_s57374" name="Equation" r:id="rId8" imgW="228600" imgH="190440" progId="Equation.DSMT4">
                    <p:embed/>
                  </p:oleObj>
                </mc:Choice>
                <mc:Fallback>
                  <p:oleObj name="Equation" r:id="rId8" imgW="228600" imgH="190440" progId="Equation.DSMT4">
                    <p:embed/>
                    <p:pic>
                      <p:nvPicPr>
                        <p:cNvPr id="2051" name="Object 4">
                          <a:extLst>
                            <a:ext uri="{FF2B5EF4-FFF2-40B4-BE49-F238E27FC236}">
                              <a16:creationId xmlns:a16="http://schemas.microsoft.com/office/drawing/2014/main" id="{E4CCA0FC-07AA-4F21-A1CD-30DB41146D1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20" y="1117"/>
                          <a:ext cx="316"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2" name="Text Box 28">
              <a:extLst>
                <a:ext uri="{FF2B5EF4-FFF2-40B4-BE49-F238E27FC236}">
                  <a16:creationId xmlns:a16="http://schemas.microsoft.com/office/drawing/2014/main" id="{CFDF601F-9305-4359-8B3C-B13993C6BFBC}"/>
                </a:ext>
              </a:extLst>
            </p:cNvPr>
            <p:cNvSpPr txBox="1">
              <a:spLocks noChangeArrowheads="1"/>
            </p:cNvSpPr>
            <p:nvPr/>
          </p:nvSpPr>
          <p:spPr bwMode="auto">
            <a:xfrm>
              <a:off x="3651" y="2825"/>
              <a:ext cx="126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三阶全通系统</a:t>
              </a:r>
            </a:p>
          </p:txBody>
        </p:sp>
      </p:grpSp>
      <p:sp>
        <p:nvSpPr>
          <p:cNvPr id="32" name="Rectangle 29">
            <a:extLst>
              <a:ext uri="{FF2B5EF4-FFF2-40B4-BE49-F238E27FC236}">
                <a16:creationId xmlns:a16="http://schemas.microsoft.com/office/drawing/2014/main" id="{DA2A1049-74C2-496E-9C5A-6149A88131E6}"/>
              </a:ext>
            </a:extLst>
          </p:cNvPr>
          <p:cNvSpPr>
            <a:spLocks noChangeArrowheads="1"/>
          </p:cNvSpPr>
          <p:nvPr/>
        </p:nvSpPr>
        <p:spPr bwMode="auto">
          <a:xfrm>
            <a:off x="1208088" y="5876974"/>
            <a:ext cx="70072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全通系统被广泛用于对系统进行相位均衡。</a:t>
            </a:r>
          </a:p>
        </p:txBody>
      </p:sp>
      <p:grpSp>
        <p:nvGrpSpPr>
          <p:cNvPr id="34" name="组合 36">
            <a:extLst>
              <a:ext uri="{FF2B5EF4-FFF2-40B4-BE49-F238E27FC236}">
                <a16:creationId xmlns:a16="http://schemas.microsoft.com/office/drawing/2014/main" id="{C31A8322-A65D-4D47-B685-DA53E9421FFB}"/>
              </a:ext>
            </a:extLst>
          </p:cNvPr>
          <p:cNvGrpSpPr>
            <a:grpSpLocks noChangeAspect="1"/>
          </p:cNvGrpSpPr>
          <p:nvPr/>
        </p:nvGrpSpPr>
        <p:grpSpPr bwMode="auto">
          <a:xfrm>
            <a:off x="371653" y="2219374"/>
            <a:ext cx="1814488" cy="1041400"/>
            <a:chOff x="1298548" y="4500570"/>
            <a:chExt cx="2984500" cy="1712912"/>
          </a:xfrm>
        </p:grpSpPr>
        <p:sp>
          <p:nvSpPr>
            <p:cNvPr id="35" name="Line 18">
              <a:extLst>
                <a:ext uri="{FF2B5EF4-FFF2-40B4-BE49-F238E27FC236}">
                  <a16:creationId xmlns:a16="http://schemas.microsoft.com/office/drawing/2014/main" id="{B67F9B27-5AAE-432F-A078-1AE16D0B901D}"/>
                </a:ext>
              </a:extLst>
            </p:cNvPr>
            <p:cNvSpPr>
              <a:spLocks noChangeShapeType="1"/>
            </p:cNvSpPr>
            <p:nvPr/>
          </p:nvSpPr>
          <p:spPr bwMode="auto">
            <a:xfrm>
              <a:off x="1298548" y="5819782"/>
              <a:ext cx="2971800" cy="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6" name="Line 19">
              <a:extLst>
                <a:ext uri="{FF2B5EF4-FFF2-40B4-BE49-F238E27FC236}">
                  <a16:creationId xmlns:a16="http://schemas.microsoft.com/office/drawing/2014/main" id="{711B9F3E-FF93-4A73-B712-957B03BD1C26}"/>
                </a:ext>
              </a:extLst>
            </p:cNvPr>
            <p:cNvSpPr>
              <a:spLocks noChangeShapeType="1"/>
            </p:cNvSpPr>
            <p:nvPr/>
          </p:nvSpPr>
          <p:spPr bwMode="auto">
            <a:xfrm flipV="1">
              <a:off x="2670148" y="4613282"/>
              <a:ext cx="0" cy="1600200"/>
            </a:xfrm>
            <a:prstGeom prst="line">
              <a:avLst/>
            </a:prstGeom>
            <a:noFill/>
            <a:ln w="19050">
              <a:solidFill>
                <a:srgbClr val="001212"/>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37" name="Group 20">
              <a:extLst>
                <a:ext uri="{FF2B5EF4-FFF2-40B4-BE49-F238E27FC236}">
                  <a16:creationId xmlns:a16="http://schemas.microsoft.com/office/drawing/2014/main" id="{B28C9547-8E38-4173-B1E0-A2FB0914865A}"/>
                </a:ext>
              </a:extLst>
            </p:cNvPr>
            <p:cNvGrpSpPr>
              <a:grpSpLocks/>
            </p:cNvGrpSpPr>
            <p:nvPr/>
          </p:nvGrpSpPr>
          <p:grpSpPr bwMode="auto">
            <a:xfrm>
              <a:off x="1984348" y="5740407"/>
              <a:ext cx="144463" cy="152400"/>
              <a:chOff x="4276" y="2159"/>
              <a:chExt cx="88" cy="88"/>
            </a:xfrm>
          </p:grpSpPr>
          <p:sp>
            <p:nvSpPr>
              <p:cNvPr id="49" name="Line 21">
                <a:extLst>
                  <a:ext uri="{FF2B5EF4-FFF2-40B4-BE49-F238E27FC236}">
                    <a16:creationId xmlns:a16="http://schemas.microsoft.com/office/drawing/2014/main" id="{1765A516-86EC-4C7C-ADF4-DB6F9ABAB528}"/>
                  </a:ext>
                </a:extLst>
              </p:cNvPr>
              <p:cNvSpPr>
                <a:spLocks noChangeShapeType="1"/>
              </p:cNvSpPr>
              <p:nvPr/>
            </p:nvSpPr>
            <p:spPr bwMode="auto">
              <a:xfrm flipH="1">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 name="Line 22">
                <a:extLst>
                  <a:ext uri="{FF2B5EF4-FFF2-40B4-BE49-F238E27FC236}">
                    <a16:creationId xmlns:a16="http://schemas.microsoft.com/office/drawing/2014/main" id="{157C6246-6072-49CE-BE77-0D459887FF0D}"/>
                  </a:ext>
                </a:extLst>
              </p:cNvPr>
              <p:cNvSpPr>
                <a:spLocks noChangeShapeType="1"/>
              </p:cNvSpPr>
              <p:nvPr/>
            </p:nvSpPr>
            <p:spPr bwMode="auto">
              <a:xfrm>
                <a:off x="4276" y="2159"/>
                <a:ext cx="88" cy="8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38" name="Oval 23">
              <a:extLst>
                <a:ext uri="{FF2B5EF4-FFF2-40B4-BE49-F238E27FC236}">
                  <a16:creationId xmlns:a16="http://schemas.microsoft.com/office/drawing/2014/main" id="{1AAA8A13-BCA8-4BF6-A195-EB469EE4BE5C}"/>
                </a:ext>
              </a:extLst>
            </p:cNvPr>
            <p:cNvSpPr>
              <a:spLocks noChangeArrowheads="1"/>
            </p:cNvSpPr>
            <p:nvPr/>
          </p:nvSpPr>
          <p:spPr bwMode="auto">
            <a:xfrm>
              <a:off x="3159098" y="5740407"/>
              <a:ext cx="152400" cy="152400"/>
            </a:xfrm>
            <a:prstGeom prst="ellipse">
              <a:avLst/>
            </a:prstGeom>
            <a:noFill/>
            <a:ln w="28575">
              <a:solidFill>
                <a:srgbClr val="00121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sp>
          <p:nvSpPr>
            <p:cNvPr id="39" name="Line 24">
              <a:extLst>
                <a:ext uri="{FF2B5EF4-FFF2-40B4-BE49-F238E27FC236}">
                  <a16:creationId xmlns:a16="http://schemas.microsoft.com/office/drawing/2014/main" id="{05A382E7-B305-4467-9587-2C52C82C9321}"/>
                </a:ext>
              </a:extLst>
            </p:cNvPr>
            <p:cNvSpPr>
              <a:spLocks noChangeShapeType="1"/>
            </p:cNvSpPr>
            <p:nvPr/>
          </p:nvSpPr>
          <p:spPr bwMode="auto">
            <a:xfrm flipV="1">
              <a:off x="2060548" y="5222882"/>
              <a:ext cx="609600" cy="60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0" name="Line 25">
              <a:extLst>
                <a:ext uri="{FF2B5EF4-FFF2-40B4-BE49-F238E27FC236}">
                  <a16:creationId xmlns:a16="http://schemas.microsoft.com/office/drawing/2014/main" id="{94E90C20-611F-4CDB-A846-E94AF5ED6671}"/>
                </a:ext>
              </a:extLst>
            </p:cNvPr>
            <p:cNvSpPr>
              <a:spLocks noChangeShapeType="1"/>
            </p:cNvSpPr>
            <p:nvPr/>
          </p:nvSpPr>
          <p:spPr bwMode="auto">
            <a:xfrm flipH="1" flipV="1">
              <a:off x="2670148" y="5222882"/>
              <a:ext cx="549275" cy="593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41" name="Object 7">
              <a:extLst>
                <a:ext uri="{FF2B5EF4-FFF2-40B4-BE49-F238E27FC236}">
                  <a16:creationId xmlns:a16="http://schemas.microsoft.com/office/drawing/2014/main" id="{16E7E98D-C6E0-4C96-893A-311F2C3248DD}"/>
                </a:ext>
              </a:extLst>
            </p:cNvPr>
            <p:cNvGraphicFramePr>
              <a:graphicFrameLocks noChangeAspect="1"/>
            </p:cNvGraphicFramePr>
            <p:nvPr/>
          </p:nvGraphicFramePr>
          <p:xfrm>
            <a:off x="2670148" y="4500570"/>
            <a:ext cx="501650" cy="417512"/>
          </p:xfrm>
          <a:graphic>
            <a:graphicData uri="http://schemas.openxmlformats.org/presentationml/2006/ole">
              <mc:AlternateContent xmlns:mc="http://schemas.openxmlformats.org/markup-compatibility/2006">
                <mc:Choice xmlns:v="urn:schemas-microsoft-com:vml" Requires="v">
                  <p:oleObj spid="_x0000_s57375" name="Equation" r:id="rId10" imgW="228600" imgH="190440" progId="Equation.DSMT4">
                    <p:embed/>
                  </p:oleObj>
                </mc:Choice>
                <mc:Fallback>
                  <p:oleObj name="Equation" r:id="rId10" imgW="228600" imgH="190440" progId="Equation.DSMT4">
                    <p:embed/>
                    <p:pic>
                      <p:nvPicPr>
                        <p:cNvPr id="1026" name="Object 7">
                          <a:extLst>
                            <a:ext uri="{FF2B5EF4-FFF2-40B4-BE49-F238E27FC236}">
                              <a16:creationId xmlns:a16="http://schemas.microsoft.com/office/drawing/2014/main" id="{21CA6E15-5CF1-44B7-BFC7-05417D6EF6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70148" y="4500570"/>
                          <a:ext cx="501650"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8">
              <a:extLst>
                <a:ext uri="{FF2B5EF4-FFF2-40B4-BE49-F238E27FC236}">
                  <a16:creationId xmlns:a16="http://schemas.microsoft.com/office/drawing/2014/main" id="{1BB127AD-999F-4F2A-B69B-1DDD9CBE4E59}"/>
                </a:ext>
              </a:extLst>
            </p:cNvPr>
            <p:cNvGraphicFramePr>
              <a:graphicFrameLocks noChangeAspect="1"/>
            </p:cNvGraphicFramePr>
            <p:nvPr/>
          </p:nvGraphicFramePr>
          <p:xfrm>
            <a:off x="3127348" y="5908682"/>
            <a:ext cx="265113" cy="292100"/>
          </p:xfrm>
          <a:graphic>
            <a:graphicData uri="http://schemas.openxmlformats.org/presentationml/2006/ole">
              <mc:AlternateContent xmlns:mc="http://schemas.openxmlformats.org/markup-compatibility/2006">
                <mc:Choice xmlns:v="urn:schemas-microsoft-com:vml" Requires="v">
                  <p:oleObj spid="_x0000_s57376" name="Equation" r:id="rId11" imgW="126720" imgH="139680" progId="Equation.DSMT4">
                    <p:embed/>
                  </p:oleObj>
                </mc:Choice>
                <mc:Fallback>
                  <p:oleObj name="Equation" r:id="rId11" imgW="126720" imgH="139680" progId="Equation.DSMT4">
                    <p:embed/>
                    <p:pic>
                      <p:nvPicPr>
                        <p:cNvPr id="1027" name="Object 8">
                          <a:extLst>
                            <a:ext uri="{FF2B5EF4-FFF2-40B4-BE49-F238E27FC236}">
                              <a16:creationId xmlns:a16="http://schemas.microsoft.com/office/drawing/2014/main" id="{F32126D6-99D6-46D4-A162-294C7CCF34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7348" y="5908682"/>
                          <a:ext cx="2651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9">
              <a:extLst>
                <a:ext uri="{FF2B5EF4-FFF2-40B4-BE49-F238E27FC236}">
                  <a16:creationId xmlns:a16="http://schemas.microsoft.com/office/drawing/2014/main" id="{80D27AC9-436E-4DC6-ACDC-75A9ED965897}"/>
                </a:ext>
              </a:extLst>
            </p:cNvPr>
            <p:cNvGraphicFramePr>
              <a:graphicFrameLocks noChangeAspect="1"/>
            </p:cNvGraphicFramePr>
            <p:nvPr/>
          </p:nvGraphicFramePr>
          <p:xfrm>
            <a:off x="1816073" y="5908682"/>
            <a:ext cx="450850" cy="292100"/>
          </p:xfrm>
          <a:graphic>
            <a:graphicData uri="http://schemas.openxmlformats.org/presentationml/2006/ole">
              <mc:AlternateContent xmlns:mc="http://schemas.openxmlformats.org/markup-compatibility/2006">
                <mc:Choice xmlns:v="urn:schemas-microsoft-com:vml" Requires="v">
                  <p:oleObj spid="_x0000_s57377" name="Equation" r:id="rId13" imgW="215640" imgH="139680" progId="Equation.DSMT4">
                    <p:embed/>
                  </p:oleObj>
                </mc:Choice>
                <mc:Fallback>
                  <p:oleObj name="Equation" r:id="rId13" imgW="215640" imgH="139680" progId="Equation.DSMT4">
                    <p:embed/>
                    <p:pic>
                      <p:nvPicPr>
                        <p:cNvPr id="1028" name="Object 9">
                          <a:extLst>
                            <a:ext uri="{FF2B5EF4-FFF2-40B4-BE49-F238E27FC236}">
                              <a16:creationId xmlns:a16="http://schemas.microsoft.com/office/drawing/2014/main" id="{5B175929-2A7E-445A-BF24-B84FD2A7D9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6073" y="5908682"/>
                          <a:ext cx="45085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10">
              <a:extLst>
                <a:ext uri="{FF2B5EF4-FFF2-40B4-BE49-F238E27FC236}">
                  <a16:creationId xmlns:a16="http://schemas.microsoft.com/office/drawing/2014/main" id="{B002BDE2-2676-40B2-AD0C-AFCEEECE11D8}"/>
                </a:ext>
              </a:extLst>
            </p:cNvPr>
            <p:cNvGraphicFramePr>
              <a:graphicFrameLocks noChangeAspect="1"/>
            </p:cNvGraphicFramePr>
            <p:nvPr/>
          </p:nvGraphicFramePr>
          <p:xfrm>
            <a:off x="2342683" y="4975904"/>
            <a:ext cx="355600" cy="325437"/>
          </p:xfrm>
          <a:graphic>
            <a:graphicData uri="http://schemas.openxmlformats.org/presentationml/2006/ole">
              <mc:AlternateContent xmlns:mc="http://schemas.openxmlformats.org/markup-compatibility/2006">
                <mc:Choice xmlns:v="urn:schemas-microsoft-com:vml" Requires="v">
                  <p:oleObj spid="_x0000_s57378" name="Equation" r:id="rId15" imgW="152280" imgH="139680" progId="Equation.DSMT4">
                    <p:embed/>
                  </p:oleObj>
                </mc:Choice>
                <mc:Fallback>
                  <p:oleObj name="Equation" r:id="rId15" imgW="152280" imgH="139680" progId="Equation.DSMT4">
                    <p:embed/>
                    <p:pic>
                      <p:nvPicPr>
                        <p:cNvPr id="1029" name="Object 10">
                          <a:extLst>
                            <a:ext uri="{FF2B5EF4-FFF2-40B4-BE49-F238E27FC236}">
                              <a16:creationId xmlns:a16="http://schemas.microsoft.com/office/drawing/2014/main" id="{88E8ACEC-3BF8-4DEB-80DA-6A5BE048D5B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42683" y="4975904"/>
                          <a:ext cx="355600"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11">
              <a:extLst>
                <a:ext uri="{FF2B5EF4-FFF2-40B4-BE49-F238E27FC236}">
                  <a16:creationId xmlns:a16="http://schemas.microsoft.com/office/drawing/2014/main" id="{67A69D4D-D575-4D50-B1A8-64B4265B6E8E}"/>
                </a:ext>
              </a:extLst>
            </p:cNvPr>
            <p:cNvGraphicFramePr>
              <a:graphicFrameLocks noChangeAspect="1"/>
            </p:cNvGraphicFramePr>
            <p:nvPr/>
          </p:nvGraphicFramePr>
          <p:xfrm>
            <a:off x="3978248" y="5546732"/>
            <a:ext cx="304800" cy="279400"/>
          </p:xfrm>
          <a:graphic>
            <a:graphicData uri="http://schemas.openxmlformats.org/presentationml/2006/ole">
              <mc:AlternateContent xmlns:mc="http://schemas.openxmlformats.org/markup-compatibility/2006">
                <mc:Choice xmlns:v="urn:schemas-microsoft-com:vml" Requires="v">
                  <p:oleObj spid="_x0000_s57379" name="Equation" r:id="rId17" imgW="152280" imgH="139680" progId="Equation.DSMT4">
                    <p:embed/>
                  </p:oleObj>
                </mc:Choice>
                <mc:Fallback>
                  <p:oleObj name="Equation" r:id="rId17" imgW="152280" imgH="139680" progId="Equation.DSMT4">
                    <p:embed/>
                    <p:pic>
                      <p:nvPicPr>
                        <p:cNvPr id="1030" name="Object 11">
                          <a:extLst>
                            <a:ext uri="{FF2B5EF4-FFF2-40B4-BE49-F238E27FC236}">
                              <a16:creationId xmlns:a16="http://schemas.microsoft.com/office/drawing/2014/main" id="{C3849227-7648-40F0-8503-CAF15A0ADB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8248" y="5546732"/>
                          <a:ext cx="304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Arc 31">
              <a:extLst>
                <a:ext uri="{FF2B5EF4-FFF2-40B4-BE49-F238E27FC236}">
                  <a16:creationId xmlns:a16="http://schemas.microsoft.com/office/drawing/2014/main" id="{64D652D2-0618-4F0B-B6FD-A23A0E88DB0B}"/>
                </a:ext>
              </a:extLst>
            </p:cNvPr>
            <p:cNvSpPr>
              <a:spLocks/>
            </p:cNvSpPr>
            <p:nvPr/>
          </p:nvSpPr>
          <p:spPr bwMode="auto">
            <a:xfrm>
              <a:off x="3051148" y="5619757"/>
              <a:ext cx="457200" cy="534987"/>
            </a:xfrm>
            <a:custGeom>
              <a:avLst/>
              <a:gdLst>
                <a:gd name="T0" fmla="*/ 0 w 26115"/>
                <a:gd name="T1" fmla="*/ 2147483647 h 21600"/>
                <a:gd name="T2" fmla="*/ 2147483647 w 26115"/>
                <a:gd name="T3" fmla="*/ 2147483647 h 21600"/>
                <a:gd name="T4" fmla="*/ 2147483647 w 26115"/>
                <a:gd name="T5" fmla="*/ 2147483647 h 21600"/>
                <a:gd name="T6" fmla="*/ 0 60000 65536"/>
                <a:gd name="T7" fmla="*/ 0 60000 65536"/>
                <a:gd name="T8" fmla="*/ 0 60000 65536"/>
                <a:gd name="T9" fmla="*/ 0 w 26115"/>
                <a:gd name="T10" fmla="*/ 0 h 21600"/>
                <a:gd name="T11" fmla="*/ 26115 w 26115"/>
                <a:gd name="T12" fmla="*/ 21600 h 21600"/>
              </a:gdLst>
              <a:ahLst/>
              <a:cxnLst>
                <a:cxn ang="T6">
                  <a:pos x="T0" y="T1"/>
                </a:cxn>
                <a:cxn ang="T7">
                  <a:pos x="T2" y="T3"/>
                </a:cxn>
                <a:cxn ang="T8">
                  <a:pos x="T4" y="T5"/>
                </a:cxn>
              </a:cxnLst>
              <a:rect l="T9" t="T10" r="T11" b="T12"/>
              <a:pathLst>
                <a:path w="26115" h="21600" fill="none" extrusionOk="0">
                  <a:moveTo>
                    <a:pt x="-1" y="2011"/>
                  </a:moveTo>
                  <a:cubicBezTo>
                    <a:pt x="2851" y="686"/>
                    <a:pt x="5957" y="-1"/>
                    <a:pt x="9102" y="0"/>
                  </a:cubicBezTo>
                  <a:cubicBezTo>
                    <a:pt x="15746" y="0"/>
                    <a:pt x="22020" y="3057"/>
                    <a:pt x="26114" y="8291"/>
                  </a:cubicBezTo>
                </a:path>
                <a:path w="26115" h="21600" stroke="0" extrusionOk="0">
                  <a:moveTo>
                    <a:pt x="-1" y="2011"/>
                  </a:moveTo>
                  <a:cubicBezTo>
                    <a:pt x="2851" y="686"/>
                    <a:pt x="5957" y="-1"/>
                    <a:pt x="9102" y="0"/>
                  </a:cubicBezTo>
                  <a:cubicBezTo>
                    <a:pt x="15746" y="0"/>
                    <a:pt x="22020" y="3057"/>
                    <a:pt x="26114" y="8291"/>
                  </a:cubicBezTo>
                  <a:lnTo>
                    <a:pt x="9102" y="21600"/>
                  </a:lnTo>
                  <a:close/>
                </a:path>
              </a:pathLst>
            </a:custGeom>
            <a:noFill/>
            <a:ln w="9525">
              <a:solidFill>
                <a:srgbClr val="00121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p:graphicFrame>
          <p:nvGraphicFramePr>
            <p:cNvPr id="47" name="Object 12">
              <a:extLst>
                <a:ext uri="{FF2B5EF4-FFF2-40B4-BE49-F238E27FC236}">
                  <a16:creationId xmlns:a16="http://schemas.microsoft.com/office/drawing/2014/main" id="{9BD77FD6-67AE-4D2F-A8F9-852338A00322}"/>
                </a:ext>
              </a:extLst>
            </p:cNvPr>
            <p:cNvGraphicFramePr>
              <a:graphicFrameLocks noChangeAspect="1"/>
            </p:cNvGraphicFramePr>
            <p:nvPr/>
          </p:nvGraphicFramePr>
          <p:xfrm>
            <a:off x="3279775" y="5326078"/>
            <a:ext cx="355600" cy="388938"/>
          </p:xfrm>
          <a:graphic>
            <a:graphicData uri="http://schemas.openxmlformats.org/presentationml/2006/ole">
              <mc:AlternateContent xmlns:mc="http://schemas.openxmlformats.org/markup-compatibility/2006">
                <mc:Choice xmlns:v="urn:schemas-microsoft-com:vml" Requires="v">
                  <p:oleObj spid="_x0000_s57380" name="Equation" r:id="rId18" imgW="152280" imgH="215640" progId="Equation.DSMT4">
                    <p:embed/>
                  </p:oleObj>
                </mc:Choice>
                <mc:Fallback>
                  <p:oleObj name="Equation" r:id="rId18" imgW="152280" imgH="215640" progId="Equation.DSMT4">
                    <p:embed/>
                    <p:pic>
                      <p:nvPicPr>
                        <p:cNvPr id="1031" name="Object 12">
                          <a:extLst>
                            <a:ext uri="{FF2B5EF4-FFF2-40B4-BE49-F238E27FC236}">
                              <a16:creationId xmlns:a16="http://schemas.microsoft.com/office/drawing/2014/main" id="{426B1CB5-9099-4CFD-B7F2-62365C7C33A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79775" y="5326078"/>
                          <a:ext cx="3556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13">
              <a:extLst>
                <a:ext uri="{FF2B5EF4-FFF2-40B4-BE49-F238E27FC236}">
                  <a16:creationId xmlns:a16="http://schemas.microsoft.com/office/drawing/2014/main" id="{E7CCCD77-0082-487B-926B-C49F6DF976F1}"/>
                </a:ext>
              </a:extLst>
            </p:cNvPr>
            <p:cNvGraphicFramePr>
              <a:graphicFrameLocks noChangeAspect="1"/>
            </p:cNvGraphicFramePr>
            <p:nvPr/>
          </p:nvGraphicFramePr>
          <p:xfrm>
            <a:off x="2268538" y="5455103"/>
            <a:ext cx="385762" cy="412750"/>
          </p:xfrm>
          <a:graphic>
            <a:graphicData uri="http://schemas.openxmlformats.org/presentationml/2006/ole">
              <mc:AlternateContent xmlns:mc="http://schemas.openxmlformats.org/markup-compatibility/2006">
                <mc:Choice xmlns:v="urn:schemas-microsoft-com:vml" Requires="v">
                  <p:oleObj spid="_x0000_s57381" name="Equation" r:id="rId20" imgW="164880" imgH="228600" progId="Equation.DSMT4">
                    <p:embed/>
                  </p:oleObj>
                </mc:Choice>
                <mc:Fallback>
                  <p:oleObj name="Equation" r:id="rId20" imgW="164880" imgH="228600" progId="Equation.DSMT4">
                    <p:embed/>
                    <p:pic>
                      <p:nvPicPr>
                        <p:cNvPr id="1032" name="Object 13">
                          <a:extLst>
                            <a:ext uri="{FF2B5EF4-FFF2-40B4-BE49-F238E27FC236}">
                              <a16:creationId xmlns:a16="http://schemas.microsoft.com/office/drawing/2014/main" id="{ED92F2AA-066C-439F-BA7B-DC52EC3013D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68538" y="5455103"/>
                          <a:ext cx="385762"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0" name="标题 1">
            <a:extLst>
              <a:ext uri="{FF2B5EF4-FFF2-40B4-BE49-F238E27FC236}">
                <a16:creationId xmlns:a16="http://schemas.microsoft.com/office/drawing/2014/main" id="{4F40384F-09FE-4DF7-9B3A-A5A9F13E0565}"/>
              </a:ext>
            </a:extLst>
          </p:cNvPr>
          <p:cNvSpPr>
            <a:spLocks noGrp="1"/>
          </p:cNvSpPr>
          <p:nvPr>
            <p:ph type="title"/>
          </p:nvPr>
        </p:nvSpPr>
        <p:spPr/>
        <p:txBody>
          <a:bodyPr/>
          <a:lstStyle/>
          <a:p>
            <a:r>
              <a:rPr lang="en-US" altLang="zh-CN" dirty="0"/>
              <a:t>9.5  </a:t>
            </a:r>
            <a:r>
              <a:rPr lang="zh-CN" altLang="en-US" dirty="0"/>
              <a:t>拉普拉斯变换的性质</a:t>
            </a:r>
          </a:p>
        </p:txBody>
      </p:sp>
      <p:sp>
        <p:nvSpPr>
          <p:cNvPr id="3081" name="内容占位符 2">
            <a:extLst>
              <a:ext uri="{FF2B5EF4-FFF2-40B4-BE49-F238E27FC236}">
                <a16:creationId xmlns:a16="http://schemas.microsoft.com/office/drawing/2014/main" id="{5039B516-9EA5-4A78-8383-39536295ACC6}"/>
              </a:ext>
            </a:extLst>
          </p:cNvPr>
          <p:cNvSpPr>
            <a:spLocks noGrp="1"/>
          </p:cNvSpPr>
          <p:nvPr>
            <p:ph idx="1"/>
          </p:nvPr>
        </p:nvSpPr>
        <p:spPr>
          <a:xfrm>
            <a:off x="457200" y="1285875"/>
            <a:ext cx="8229600" cy="928688"/>
          </a:xfrm>
        </p:spPr>
        <p:txBody>
          <a:bodyPr/>
          <a:lstStyle/>
          <a:p>
            <a:r>
              <a:rPr lang="zh-CN" altLang="en-US" sz="2800" b="0" dirty="0"/>
              <a:t>拉普拉斯变换具有很多与傅里叶变换相似的重要性质，主要不同是这里需要考虑</a:t>
            </a:r>
            <a:r>
              <a:rPr lang="en-US" altLang="zh-CN" sz="2800" b="0" dirty="0"/>
              <a:t>ROC</a:t>
            </a:r>
            <a:r>
              <a:rPr lang="zh-CN" altLang="en-US" sz="2800" b="0" dirty="0"/>
              <a:t>。</a:t>
            </a:r>
          </a:p>
          <a:p>
            <a:endParaRPr lang="zh-CN" altLang="en-US" sz="2800" b="0" dirty="0"/>
          </a:p>
        </p:txBody>
      </p:sp>
      <p:sp>
        <p:nvSpPr>
          <p:cNvPr id="4" name="灯片编号占位符 3">
            <a:extLst>
              <a:ext uri="{FF2B5EF4-FFF2-40B4-BE49-F238E27FC236}">
                <a16:creationId xmlns:a16="http://schemas.microsoft.com/office/drawing/2014/main" id="{96F20D14-A744-42B0-B156-631CA3496CE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FC81D2C4-D848-4649-BD47-D03FB841C57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4">
            <a:extLst>
              <a:ext uri="{FF2B5EF4-FFF2-40B4-BE49-F238E27FC236}">
                <a16:creationId xmlns:a16="http://schemas.microsoft.com/office/drawing/2014/main" id="{553EBAFF-22E9-4B7B-BD0A-F0339B1AB6FD}"/>
              </a:ext>
            </a:extLst>
          </p:cNvPr>
          <p:cNvGrpSpPr>
            <a:grpSpLocks/>
          </p:cNvGrpSpPr>
          <p:nvPr/>
        </p:nvGrpSpPr>
        <p:grpSpPr bwMode="auto">
          <a:xfrm>
            <a:off x="1347788" y="4552950"/>
            <a:ext cx="6464225" cy="534988"/>
            <a:chOff x="1056" y="3264"/>
            <a:chExt cx="3864" cy="337"/>
          </a:xfrm>
        </p:grpSpPr>
        <mc:AlternateContent xmlns:mc="http://schemas.openxmlformats.org/markup-compatibility/2006" xmlns:a14="http://schemas.microsoft.com/office/drawing/2010/main">
          <mc:Choice Requires="a14">
            <p:sp>
              <p:nvSpPr>
                <p:cNvPr id="3079" name="Object 2">
                  <a:extLst>
                    <a:ext uri="{FF2B5EF4-FFF2-40B4-BE49-F238E27FC236}">
                      <a16:creationId xmlns:a16="http://schemas.microsoft.com/office/drawing/2014/main" id="{D1C6DDC4-8B87-469B-AA34-A9B912F04161}"/>
                    </a:ext>
                  </a:extLst>
                </p:cNvPr>
                <p:cNvSpPr txBox="1"/>
                <p:nvPr/>
              </p:nvSpPr>
              <p:spPr bwMode="auto">
                <a:xfrm>
                  <a:off x="1497" y="3271"/>
                  <a:ext cx="3423"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𝑎</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𝑏</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𝑎</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𝑏</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3079" name="Object 2">
                  <a:extLst>
                    <a:ext uri="{FF2B5EF4-FFF2-40B4-BE49-F238E27FC236}">
                      <a16:creationId xmlns:a16="http://schemas.microsoft.com/office/drawing/2014/main" id="{D1C6DDC4-8B87-469B-AA34-A9B912F04161}"/>
                    </a:ext>
                  </a:extLst>
                </p:cNvPr>
                <p:cNvSpPr txBox="1">
                  <a:spLocks noRot="1" noChangeAspect="1" noMove="1" noResize="1" noEditPoints="1" noAdjustHandles="1" noChangeArrowheads="1" noChangeShapeType="1" noTextEdit="1"/>
                </p:cNvSpPr>
                <p:nvPr/>
              </p:nvSpPr>
              <p:spPr bwMode="auto">
                <a:xfrm>
                  <a:off x="1497" y="3271"/>
                  <a:ext cx="3423" cy="330"/>
                </a:xfrm>
                <a:prstGeom prst="rect">
                  <a:avLst/>
                </a:prstGeom>
                <a:blipFill>
                  <a:blip r:embed="rId3"/>
                  <a:stretch>
                    <a:fillRect/>
                  </a:stretch>
                </a:blipFill>
                <a:ln>
                  <a:noFill/>
                </a:ln>
                <a:effectLst/>
              </p:spPr>
              <p:txBody>
                <a:bodyPr/>
                <a:lstStyle/>
                <a:p>
                  <a:r>
                    <a:rPr lang="en-US">
                      <a:noFill/>
                    </a:rPr>
                    <a:t> </a:t>
                  </a:r>
                </a:p>
              </p:txBody>
            </p:sp>
          </mc:Fallback>
        </mc:AlternateContent>
        <p:sp>
          <p:nvSpPr>
            <p:cNvPr id="3089" name="Text Box 6">
              <a:extLst>
                <a:ext uri="{FF2B5EF4-FFF2-40B4-BE49-F238E27FC236}">
                  <a16:creationId xmlns:a16="http://schemas.microsoft.com/office/drawing/2014/main" id="{A89604BA-9EF3-498A-9776-3CD36FBCAF52}"/>
                </a:ext>
              </a:extLst>
            </p:cNvPr>
            <p:cNvSpPr txBox="1">
              <a:spLocks noChangeArrowheads="1"/>
            </p:cNvSpPr>
            <p:nvPr/>
          </p:nvSpPr>
          <p:spPr bwMode="auto">
            <a:xfrm>
              <a:off x="1056" y="3264"/>
              <a:ext cx="3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sp>
        <p:nvSpPr>
          <p:cNvPr id="12" name="Rectangle 13">
            <a:extLst>
              <a:ext uri="{FF2B5EF4-FFF2-40B4-BE49-F238E27FC236}">
                <a16:creationId xmlns:a16="http://schemas.microsoft.com/office/drawing/2014/main" id="{F38637DB-04D7-4F9C-8393-076A83F69AD6}"/>
              </a:ext>
            </a:extLst>
          </p:cNvPr>
          <p:cNvSpPr>
            <a:spLocks noChangeArrowheads="1"/>
          </p:cNvSpPr>
          <p:nvPr/>
        </p:nvSpPr>
        <p:spPr bwMode="auto">
          <a:xfrm>
            <a:off x="890588" y="2571750"/>
            <a:ext cx="4576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
                <a:srgbClr val="0000FF"/>
              </a:buClr>
              <a:buSzPct val="75000"/>
              <a:buFont typeface="Wingdings" panose="05000000000000000000" pitchFamily="2" charset="2"/>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线性：</a:t>
            </a:r>
          </a:p>
        </p:txBody>
      </p:sp>
      <p:grpSp>
        <p:nvGrpSpPr>
          <p:cNvPr id="3" name="Group 14">
            <a:extLst>
              <a:ext uri="{FF2B5EF4-FFF2-40B4-BE49-F238E27FC236}">
                <a16:creationId xmlns:a16="http://schemas.microsoft.com/office/drawing/2014/main" id="{41A27246-C4F8-461A-BFE6-818DFAAF5444}"/>
              </a:ext>
            </a:extLst>
          </p:cNvPr>
          <p:cNvGrpSpPr>
            <a:grpSpLocks/>
          </p:cNvGrpSpPr>
          <p:nvPr/>
        </p:nvGrpSpPr>
        <p:grpSpPr bwMode="auto">
          <a:xfrm>
            <a:off x="1423988" y="3257550"/>
            <a:ext cx="5434012" cy="1177925"/>
            <a:chOff x="1104" y="2448"/>
            <a:chExt cx="3423" cy="742"/>
          </a:xfrm>
        </p:grpSpPr>
        <p:graphicFrame>
          <p:nvGraphicFramePr>
            <p:cNvPr id="3075" name="Object 4">
              <a:extLst>
                <a:ext uri="{FF2B5EF4-FFF2-40B4-BE49-F238E27FC236}">
                  <a16:creationId xmlns:a16="http://schemas.microsoft.com/office/drawing/2014/main" id="{E7EE5372-ED29-46D7-A184-ECB8AEFC2293}"/>
                </a:ext>
              </a:extLst>
            </p:cNvPr>
            <p:cNvGraphicFramePr>
              <a:graphicFrameLocks noChangeAspect="1"/>
            </p:cNvGraphicFramePr>
            <p:nvPr/>
          </p:nvGraphicFramePr>
          <p:xfrm>
            <a:off x="1584" y="2448"/>
            <a:ext cx="1523" cy="326"/>
          </p:xfrm>
          <a:graphic>
            <a:graphicData uri="http://schemas.openxmlformats.org/presentationml/2006/ole">
              <mc:AlternateContent xmlns:mc="http://schemas.openxmlformats.org/markup-compatibility/2006">
                <mc:Choice xmlns:v="urn:schemas-microsoft-com:vml" Requires="v">
                  <p:oleObj spid="_x0000_s20902" name="Equation" r:id="rId4" imgW="927000" imgH="215640" progId="Equation.DSMT4">
                    <p:embed/>
                  </p:oleObj>
                </mc:Choice>
                <mc:Fallback>
                  <p:oleObj name="Equation" r:id="rId4" imgW="927000" imgH="215640" progId="Equation.DSMT4">
                    <p:embed/>
                    <p:pic>
                      <p:nvPicPr>
                        <p:cNvPr id="3075" name="Object 4">
                          <a:extLst>
                            <a:ext uri="{FF2B5EF4-FFF2-40B4-BE49-F238E27FC236}">
                              <a16:creationId xmlns:a16="http://schemas.microsoft.com/office/drawing/2014/main" id="{E7EE5372-ED29-46D7-A184-ECB8AEFC22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4" y="2448"/>
                          <a:ext cx="152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6" name="Object 5">
              <a:extLst>
                <a:ext uri="{FF2B5EF4-FFF2-40B4-BE49-F238E27FC236}">
                  <a16:creationId xmlns:a16="http://schemas.microsoft.com/office/drawing/2014/main" id="{06B60AE7-D8B6-46E0-BD20-C6105F42EE70}"/>
                </a:ext>
              </a:extLst>
            </p:cNvPr>
            <p:cNvGraphicFramePr>
              <a:graphicFrameLocks noChangeAspect="1"/>
            </p:cNvGraphicFramePr>
            <p:nvPr/>
          </p:nvGraphicFramePr>
          <p:xfrm>
            <a:off x="3504" y="2448"/>
            <a:ext cx="1016" cy="326"/>
          </p:xfrm>
          <a:graphic>
            <a:graphicData uri="http://schemas.openxmlformats.org/presentationml/2006/ole">
              <mc:AlternateContent xmlns:mc="http://schemas.openxmlformats.org/markup-compatibility/2006">
                <mc:Choice xmlns:v="urn:schemas-microsoft-com:vml" Requires="v">
                  <p:oleObj spid="_x0000_s20903" name="Equation" r:id="rId6" imgW="571320" imgH="215640" progId="Equation.DSMT4">
                    <p:embed/>
                  </p:oleObj>
                </mc:Choice>
                <mc:Fallback>
                  <p:oleObj name="Equation" r:id="rId6" imgW="571320" imgH="215640" progId="Equation.DSMT4">
                    <p:embed/>
                    <p:pic>
                      <p:nvPicPr>
                        <p:cNvPr id="3076" name="Object 5">
                          <a:extLst>
                            <a:ext uri="{FF2B5EF4-FFF2-40B4-BE49-F238E27FC236}">
                              <a16:creationId xmlns:a16="http://schemas.microsoft.com/office/drawing/2014/main" id="{06B60AE7-D8B6-46E0-BD20-C6105F42EE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4" y="2448"/>
                          <a:ext cx="101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7" name="Object 6">
              <a:extLst>
                <a:ext uri="{FF2B5EF4-FFF2-40B4-BE49-F238E27FC236}">
                  <a16:creationId xmlns:a16="http://schemas.microsoft.com/office/drawing/2014/main" id="{B4C11B6A-5100-427B-A0D4-DFA96633598E}"/>
                </a:ext>
              </a:extLst>
            </p:cNvPr>
            <p:cNvGraphicFramePr>
              <a:graphicFrameLocks noChangeAspect="1"/>
            </p:cNvGraphicFramePr>
            <p:nvPr/>
          </p:nvGraphicFramePr>
          <p:xfrm>
            <a:off x="1584" y="2863"/>
            <a:ext cx="1503" cy="327"/>
          </p:xfrm>
          <a:graphic>
            <a:graphicData uri="http://schemas.openxmlformats.org/presentationml/2006/ole">
              <mc:AlternateContent xmlns:mc="http://schemas.openxmlformats.org/markup-compatibility/2006">
                <mc:Choice xmlns:v="urn:schemas-microsoft-com:vml" Requires="v">
                  <p:oleObj spid="_x0000_s20904" name="Equation" r:id="rId8" imgW="952200" imgH="215640" progId="Equation.DSMT4">
                    <p:embed/>
                  </p:oleObj>
                </mc:Choice>
                <mc:Fallback>
                  <p:oleObj name="Equation" r:id="rId8" imgW="952200" imgH="215640" progId="Equation.DSMT4">
                    <p:embed/>
                    <p:pic>
                      <p:nvPicPr>
                        <p:cNvPr id="3077" name="Object 6">
                          <a:extLst>
                            <a:ext uri="{FF2B5EF4-FFF2-40B4-BE49-F238E27FC236}">
                              <a16:creationId xmlns:a16="http://schemas.microsoft.com/office/drawing/2014/main" id="{B4C11B6A-5100-427B-A0D4-DFA9663359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4" y="2863"/>
                          <a:ext cx="15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8" name="Object 7">
              <a:extLst>
                <a:ext uri="{FF2B5EF4-FFF2-40B4-BE49-F238E27FC236}">
                  <a16:creationId xmlns:a16="http://schemas.microsoft.com/office/drawing/2014/main" id="{90A61539-067E-4F01-98D2-0F1E97DD19C5}"/>
                </a:ext>
              </a:extLst>
            </p:cNvPr>
            <p:cNvGraphicFramePr>
              <a:graphicFrameLocks noChangeAspect="1"/>
            </p:cNvGraphicFramePr>
            <p:nvPr/>
          </p:nvGraphicFramePr>
          <p:xfrm>
            <a:off x="3504" y="2864"/>
            <a:ext cx="1023" cy="326"/>
          </p:xfrm>
          <a:graphic>
            <a:graphicData uri="http://schemas.openxmlformats.org/presentationml/2006/ole">
              <mc:AlternateContent xmlns:mc="http://schemas.openxmlformats.org/markup-compatibility/2006">
                <mc:Choice xmlns:v="urn:schemas-microsoft-com:vml" Requires="v">
                  <p:oleObj spid="_x0000_s20905" name="Equation" r:id="rId10" imgW="583920" imgH="215640" progId="Equation.DSMT4">
                    <p:embed/>
                  </p:oleObj>
                </mc:Choice>
                <mc:Fallback>
                  <p:oleObj name="Equation" r:id="rId10" imgW="583920" imgH="215640" progId="Equation.DSMT4">
                    <p:embed/>
                    <p:pic>
                      <p:nvPicPr>
                        <p:cNvPr id="3078" name="Object 7">
                          <a:extLst>
                            <a:ext uri="{FF2B5EF4-FFF2-40B4-BE49-F238E27FC236}">
                              <a16:creationId xmlns:a16="http://schemas.microsoft.com/office/drawing/2014/main" id="{90A61539-067E-4F01-98D2-0F1E97DD19C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4" y="2864"/>
                          <a:ext cx="102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8" name="Rectangle 19">
              <a:extLst>
                <a:ext uri="{FF2B5EF4-FFF2-40B4-BE49-F238E27FC236}">
                  <a16:creationId xmlns:a16="http://schemas.microsoft.com/office/drawing/2014/main" id="{4BD38F75-A089-4FB9-BD9C-A64009DAD4D3}"/>
                </a:ext>
              </a:extLst>
            </p:cNvPr>
            <p:cNvSpPr>
              <a:spLocks noChangeArrowheads="1"/>
            </p:cNvSpPr>
            <p:nvPr/>
          </p:nvSpPr>
          <p:spPr bwMode="auto">
            <a:xfrm>
              <a:off x="1104" y="2449"/>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grpSp>
      <p:grpSp>
        <p:nvGrpSpPr>
          <p:cNvPr id="5" name="组合 20">
            <a:extLst>
              <a:ext uri="{FF2B5EF4-FFF2-40B4-BE49-F238E27FC236}">
                <a16:creationId xmlns:a16="http://schemas.microsoft.com/office/drawing/2014/main" id="{17BC9A03-A1E9-4F6D-8670-B680427DF4A9}"/>
              </a:ext>
            </a:extLst>
          </p:cNvPr>
          <p:cNvGrpSpPr>
            <a:grpSpLocks/>
          </p:cNvGrpSpPr>
          <p:nvPr/>
        </p:nvGrpSpPr>
        <p:grpSpPr bwMode="auto">
          <a:xfrm>
            <a:off x="2438400" y="5394326"/>
            <a:ext cx="3279722" cy="523220"/>
            <a:chOff x="2438604" y="5011753"/>
            <a:chExt cx="2939365" cy="523204"/>
          </a:xfrm>
        </p:grpSpPr>
        <p:sp>
          <p:nvSpPr>
            <p:cNvPr id="3087" name="Text Box 8">
              <a:extLst>
                <a:ext uri="{FF2B5EF4-FFF2-40B4-BE49-F238E27FC236}">
                  <a16:creationId xmlns:a16="http://schemas.microsoft.com/office/drawing/2014/main" id="{18D45E50-920E-4344-B08E-DDCC97FAAC95}"/>
                </a:ext>
              </a:extLst>
            </p:cNvPr>
            <p:cNvSpPr txBox="1">
              <a:spLocks noChangeArrowheads="1"/>
            </p:cNvSpPr>
            <p:nvPr/>
          </p:nvSpPr>
          <p:spPr bwMode="auto">
            <a:xfrm>
              <a:off x="2438604" y="5011753"/>
              <a:ext cx="1791789" cy="523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至少是</a:t>
              </a:r>
            </a:p>
          </p:txBody>
        </p:sp>
        <mc:AlternateContent xmlns:mc="http://schemas.openxmlformats.org/markup-compatibility/2006" xmlns:a14="http://schemas.microsoft.com/office/drawing/2010/main">
          <mc:Choice Requires="a14">
            <p:sp>
              <p:nvSpPr>
                <p:cNvPr id="3074" name="Object 8">
                  <a:extLst>
                    <a:ext uri="{FF2B5EF4-FFF2-40B4-BE49-F238E27FC236}">
                      <a16:creationId xmlns:a16="http://schemas.microsoft.com/office/drawing/2014/main" id="{C8C1D6B4-C632-45EE-8749-4C8C384C99F7}"/>
                    </a:ext>
                  </a:extLst>
                </p:cNvPr>
                <p:cNvSpPr txBox="1"/>
                <p:nvPr/>
              </p:nvSpPr>
              <p:spPr bwMode="auto">
                <a:xfrm>
                  <a:off x="4157181" y="5013341"/>
                  <a:ext cx="1220788" cy="5175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𝑅</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𝑅</m:t>
                            </m:r>
                          </m:e>
                          <m:sub>
                            <m:r>
                              <a:rPr lang="en-US" sz="2800" i="1">
                                <a:solidFill>
                                  <a:srgbClr val="FF0000"/>
                                </a:solidFill>
                                <a:latin typeface="Cambria Math" panose="02040503050406030204" pitchFamily="18" charset="0"/>
                              </a:rPr>
                              <m:t>2</m:t>
                            </m:r>
                          </m:sub>
                        </m:sSub>
                      </m:oMath>
                    </m:oMathPara>
                  </a14:m>
                  <a:endParaRPr lang="en-US" sz="2800" dirty="0">
                    <a:solidFill>
                      <a:srgbClr val="FF0000"/>
                    </a:solidFill>
                  </a:endParaRPr>
                </a:p>
              </p:txBody>
            </p:sp>
          </mc:Choice>
          <mc:Fallback xmlns="">
            <p:sp>
              <p:nvSpPr>
                <p:cNvPr id="3074" name="Object 8">
                  <a:extLst>
                    <a:ext uri="{FF2B5EF4-FFF2-40B4-BE49-F238E27FC236}">
                      <a16:creationId xmlns:a16="http://schemas.microsoft.com/office/drawing/2014/main" id="{C8C1D6B4-C632-45EE-8749-4C8C384C99F7}"/>
                    </a:ext>
                  </a:extLst>
                </p:cNvPr>
                <p:cNvSpPr txBox="1">
                  <a:spLocks noRot="1" noChangeAspect="1" noMove="1" noResize="1" noEditPoints="1" noAdjustHandles="1" noChangeArrowheads="1" noChangeShapeType="1" noTextEdit="1"/>
                </p:cNvSpPr>
                <p:nvPr/>
              </p:nvSpPr>
              <p:spPr bwMode="auto">
                <a:xfrm>
                  <a:off x="4157181" y="5013341"/>
                  <a:ext cx="1220788" cy="517525"/>
                </a:xfrm>
                <a:prstGeom prst="rect">
                  <a:avLst/>
                </a:prstGeom>
                <a:blipFill>
                  <a:blip r:embed="rId12"/>
                  <a:stretch>
                    <a:fillRect/>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par>
                                <p:cTn id="14" presetID="3" presetClass="entr" presetSubtype="1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标题 1">
            <a:extLst>
              <a:ext uri="{FF2B5EF4-FFF2-40B4-BE49-F238E27FC236}">
                <a16:creationId xmlns:a16="http://schemas.microsoft.com/office/drawing/2014/main" id="{D10CD1F4-0E66-4B85-B943-E13B85D29E27}"/>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B04DA0EA-E1AC-42A7-9332-BD36EA0BDA8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E3BC3C91-04BD-4B7E-BCD3-3BDBE696C5E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
            <a:extLst>
              <a:ext uri="{FF2B5EF4-FFF2-40B4-BE49-F238E27FC236}">
                <a16:creationId xmlns:a16="http://schemas.microsoft.com/office/drawing/2014/main" id="{FDB4848C-A362-4817-91EB-6E17F009187B}"/>
              </a:ext>
            </a:extLst>
          </p:cNvPr>
          <p:cNvGrpSpPr>
            <a:grpSpLocks/>
          </p:cNvGrpSpPr>
          <p:nvPr/>
        </p:nvGrpSpPr>
        <p:grpSpPr bwMode="auto">
          <a:xfrm>
            <a:off x="1563688" y="2071688"/>
            <a:ext cx="6300788" cy="946150"/>
            <a:chOff x="864" y="1344"/>
            <a:chExt cx="3969" cy="596"/>
          </a:xfrm>
        </p:grpSpPr>
        <p:graphicFrame>
          <p:nvGraphicFramePr>
            <p:cNvPr id="4103" name="Object 2">
              <a:extLst>
                <a:ext uri="{FF2B5EF4-FFF2-40B4-BE49-F238E27FC236}">
                  <a16:creationId xmlns:a16="http://schemas.microsoft.com/office/drawing/2014/main" id="{672011D1-0F10-4B12-95EB-56FE8ED141F9}"/>
                </a:ext>
              </a:extLst>
            </p:cNvPr>
            <p:cNvGraphicFramePr>
              <a:graphicFrameLocks noChangeAspect="1"/>
            </p:cNvGraphicFramePr>
            <p:nvPr/>
          </p:nvGraphicFramePr>
          <p:xfrm>
            <a:off x="864" y="1344"/>
            <a:ext cx="2269" cy="596"/>
          </p:xfrm>
          <a:graphic>
            <a:graphicData uri="http://schemas.openxmlformats.org/presentationml/2006/ole">
              <mc:AlternateContent xmlns:mc="http://schemas.openxmlformats.org/markup-compatibility/2006">
                <mc:Choice xmlns:v="urn:schemas-microsoft-com:vml" Requires="v">
                  <p:oleObj spid="_x0000_s22241" name="Equation" r:id="rId3" imgW="1498320" imgH="393480" progId="Equation.DSMT4">
                    <p:embed/>
                  </p:oleObj>
                </mc:Choice>
                <mc:Fallback>
                  <p:oleObj name="Equation" r:id="rId3" imgW="1498320" imgH="393480" progId="Equation.DSMT4">
                    <p:embed/>
                    <p:pic>
                      <p:nvPicPr>
                        <p:cNvPr id="4103" name="Object 2">
                          <a:extLst>
                            <a:ext uri="{FF2B5EF4-FFF2-40B4-BE49-F238E27FC236}">
                              <a16:creationId xmlns:a16="http://schemas.microsoft.com/office/drawing/2014/main" id="{672011D1-0F10-4B12-95EB-56FE8ED14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344"/>
                          <a:ext cx="2269"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4" name="Object 3">
              <a:extLst>
                <a:ext uri="{FF2B5EF4-FFF2-40B4-BE49-F238E27FC236}">
                  <a16:creationId xmlns:a16="http://schemas.microsoft.com/office/drawing/2014/main" id="{5D310645-B61B-4308-835D-550BF6383CF0}"/>
                </a:ext>
              </a:extLst>
            </p:cNvPr>
            <p:cNvGraphicFramePr>
              <a:graphicFrameLocks noChangeAspect="1"/>
            </p:cNvGraphicFramePr>
            <p:nvPr>
              <p:extLst>
                <p:ext uri="{D42A27DB-BD31-4B8C-83A1-F6EECF244321}">
                  <p14:modId xmlns:p14="http://schemas.microsoft.com/office/powerpoint/2010/main" val="3281052742"/>
                </p:ext>
              </p:extLst>
            </p:nvPr>
          </p:nvGraphicFramePr>
          <p:xfrm>
            <a:off x="3318" y="1471"/>
            <a:ext cx="1515" cy="346"/>
          </p:xfrm>
          <a:graphic>
            <a:graphicData uri="http://schemas.openxmlformats.org/presentationml/2006/ole">
              <mc:AlternateContent xmlns:mc="http://schemas.openxmlformats.org/markup-compatibility/2006">
                <mc:Choice xmlns:v="urn:schemas-microsoft-com:vml" Requires="v">
                  <p:oleObj spid="_x0000_s22242" name="Equation" r:id="rId5" imgW="1041120" imgH="228600" progId="Equation.DSMT4">
                    <p:embed/>
                  </p:oleObj>
                </mc:Choice>
                <mc:Fallback>
                  <p:oleObj name="Equation" r:id="rId5" imgW="1041120" imgH="228600" progId="Equation.DSMT4">
                    <p:embed/>
                    <p:pic>
                      <p:nvPicPr>
                        <p:cNvPr id="4104" name="Object 3">
                          <a:extLst>
                            <a:ext uri="{FF2B5EF4-FFF2-40B4-BE49-F238E27FC236}">
                              <a16:creationId xmlns:a16="http://schemas.microsoft.com/office/drawing/2014/main" id="{5D310645-B61B-4308-835D-550BF6383CF0}"/>
                            </a:ext>
                          </a:extLst>
                        </p:cNvPr>
                        <p:cNvPicPr>
                          <a:picLocks noChangeAspect="1" noChangeArrowheads="1"/>
                        </p:cNvPicPr>
                        <p:nvPr/>
                      </p:nvPicPr>
                      <p:blipFill>
                        <a:blip r:embed="rId6"/>
                        <a:srcRect/>
                        <a:stretch>
                          <a:fillRect/>
                        </a:stretch>
                      </p:blipFill>
                      <p:spPr bwMode="auto">
                        <a:xfrm>
                          <a:off x="3318" y="1471"/>
                          <a:ext cx="1515"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5">
            <a:extLst>
              <a:ext uri="{FF2B5EF4-FFF2-40B4-BE49-F238E27FC236}">
                <a16:creationId xmlns:a16="http://schemas.microsoft.com/office/drawing/2014/main" id="{6E7AE340-DAC7-42BE-90E9-F0D7676ABC26}"/>
              </a:ext>
            </a:extLst>
          </p:cNvPr>
          <p:cNvGrpSpPr>
            <a:grpSpLocks/>
          </p:cNvGrpSpPr>
          <p:nvPr/>
        </p:nvGrpSpPr>
        <p:grpSpPr bwMode="auto">
          <a:xfrm>
            <a:off x="1604963" y="3071813"/>
            <a:ext cx="4859338" cy="946150"/>
            <a:chOff x="864" y="2064"/>
            <a:chExt cx="3061" cy="596"/>
          </a:xfrm>
        </p:grpSpPr>
        <p:graphicFrame>
          <p:nvGraphicFramePr>
            <p:cNvPr id="4101" name="Object 4">
              <a:extLst>
                <a:ext uri="{FF2B5EF4-FFF2-40B4-BE49-F238E27FC236}">
                  <a16:creationId xmlns:a16="http://schemas.microsoft.com/office/drawing/2014/main" id="{9018BF74-D5C5-4F21-8773-D5CE16546D1C}"/>
                </a:ext>
              </a:extLst>
            </p:cNvPr>
            <p:cNvGraphicFramePr>
              <a:graphicFrameLocks noChangeAspect="1"/>
            </p:cNvGraphicFramePr>
            <p:nvPr/>
          </p:nvGraphicFramePr>
          <p:xfrm>
            <a:off x="864" y="2064"/>
            <a:ext cx="1433" cy="596"/>
          </p:xfrm>
          <a:graphic>
            <a:graphicData uri="http://schemas.openxmlformats.org/presentationml/2006/ole">
              <mc:AlternateContent xmlns:mc="http://schemas.openxmlformats.org/markup-compatibility/2006">
                <mc:Choice xmlns:v="urn:schemas-microsoft-com:vml" Requires="v">
                  <p:oleObj spid="_x0000_s22243" name="Equation" r:id="rId7" imgW="876240" imgH="393480" progId="Equation.DSMT4">
                    <p:embed/>
                  </p:oleObj>
                </mc:Choice>
                <mc:Fallback>
                  <p:oleObj name="Equation" r:id="rId7" imgW="876240" imgH="393480" progId="Equation.DSMT4">
                    <p:embed/>
                    <p:pic>
                      <p:nvPicPr>
                        <p:cNvPr id="4101" name="Object 4">
                          <a:extLst>
                            <a:ext uri="{FF2B5EF4-FFF2-40B4-BE49-F238E27FC236}">
                              <a16:creationId xmlns:a16="http://schemas.microsoft.com/office/drawing/2014/main" id="{9018BF74-D5C5-4F21-8773-D5CE16546D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4" y="2064"/>
                          <a:ext cx="1433"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2" name="Object 5">
              <a:extLst>
                <a:ext uri="{FF2B5EF4-FFF2-40B4-BE49-F238E27FC236}">
                  <a16:creationId xmlns:a16="http://schemas.microsoft.com/office/drawing/2014/main" id="{8BA55B46-02A5-43C7-8EEE-788A58EE5C26}"/>
                </a:ext>
              </a:extLst>
            </p:cNvPr>
            <p:cNvGraphicFramePr>
              <a:graphicFrameLocks noChangeAspect="1"/>
            </p:cNvGraphicFramePr>
            <p:nvPr>
              <p:extLst>
                <p:ext uri="{D42A27DB-BD31-4B8C-83A1-F6EECF244321}">
                  <p14:modId xmlns:p14="http://schemas.microsoft.com/office/powerpoint/2010/main" val="1807584429"/>
                </p:ext>
              </p:extLst>
            </p:nvPr>
          </p:nvGraphicFramePr>
          <p:xfrm>
            <a:off x="2373" y="2201"/>
            <a:ext cx="1552" cy="346"/>
          </p:xfrm>
          <a:graphic>
            <a:graphicData uri="http://schemas.openxmlformats.org/presentationml/2006/ole">
              <mc:AlternateContent xmlns:mc="http://schemas.openxmlformats.org/markup-compatibility/2006">
                <mc:Choice xmlns:v="urn:schemas-microsoft-com:vml" Requires="v">
                  <p:oleObj spid="_x0000_s22244" name="Equation" r:id="rId9" imgW="1066680" imgH="228600" progId="Equation.DSMT4">
                    <p:embed/>
                  </p:oleObj>
                </mc:Choice>
                <mc:Fallback>
                  <p:oleObj name="Equation" r:id="rId9" imgW="1066680" imgH="228600" progId="Equation.DSMT4">
                    <p:embed/>
                    <p:pic>
                      <p:nvPicPr>
                        <p:cNvPr id="4102" name="Object 5">
                          <a:extLst>
                            <a:ext uri="{FF2B5EF4-FFF2-40B4-BE49-F238E27FC236}">
                              <a16:creationId xmlns:a16="http://schemas.microsoft.com/office/drawing/2014/main" id="{8BA55B46-02A5-43C7-8EEE-788A58EE5C26}"/>
                            </a:ext>
                          </a:extLst>
                        </p:cNvPr>
                        <p:cNvPicPr>
                          <a:picLocks noChangeAspect="1" noChangeArrowheads="1"/>
                        </p:cNvPicPr>
                        <p:nvPr/>
                      </p:nvPicPr>
                      <p:blipFill>
                        <a:blip r:embed="rId10"/>
                        <a:srcRect/>
                        <a:stretch>
                          <a:fillRect/>
                        </a:stretch>
                      </p:blipFill>
                      <p:spPr bwMode="auto">
                        <a:xfrm>
                          <a:off x="2373" y="2201"/>
                          <a:ext cx="155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8">
            <a:extLst>
              <a:ext uri="{FF2B5EF4-FFF2-40B4-BE49-F238E27FC236}">
                <a16:creationId xmlns:a16="http://schemas.microsoft.com/office/drawing/2014/main" id="{A51E3C64-B656-4888-AA17-E47304080253}"/>
              </a:ext>
            </a:extLst>
          </p:cNvPr>
          <p:cNvGrpSpPr>
            <a:grpSpLocks/>
          </p:cNvGrpSpPr>
          <p:nvPr/>
        </p:nvGrpSpPr>
        <p:grpSpPr bwMode="auto">
          <a:xfrm>
            <a:off x="1576388" y="4075113"/>
            <a:ext cx="4138612" cy="608012"/>
            <a:chOff x="768" y="2611"/>
            <a:chExt cx="2607" cy="383"/>
          </a:xfrm>
        </p:grpSpPr>
        <p:graphicFrame>
          <p:nvGraphicFramePr>
            <p:cNvPr id="4100" name="Object 6">
              <a:extLst>
                <a:ext uri="{FF2B5EF4-FFF2-40B4-BE49-F238E27FC236}">
                  <a16:creationId xmlns:a16="http://schemas.microsoft.com/office/drawing/2014/main" id="{E71B570F-7FE6-4091-A3F4-AA6BC8A288E0}"/>
                </a:ext>
              </a:extLst>
            </p:cNvPr>
            <p:cNvGraphicFramePr>
              <a:graphicFrameLocks noChangeAspect="1"/>
            </p:cNvGraphicFramePr>
            <p:nvPr/>
          </p:nvGraphicFramePr>
          <p:xfrm>
            <a:off x="1190" y="2611"/>
            <a:ext cx="2185" cy="383"/>
          </p:xfrm>
          <a:graphic>
            <a:graphicData uri="http://schemas.openxmlformats.org/presentationml/2006/ole">
              <mc:AlternateContent xmlns:mc="http://schemas.openxmlformats.org/markup-compatibility/2006">
                <mc:Choice xmlns:v="urn:schemas-microsoft-com:vml" Requires="v">
                  <p:oleObj spid="_x0000_s22245" name="Equation" r:id="rId11" imgW="1447560" imgH="253800" progId="Equation.DSMT4">
                    <p:embed/>
                  </p:oleObj>
                </mc:Choice>
                <mc:Fallback>
                  <p:oleObj name="Equation" r:id="rId11" imgW="1447560" imgH="253800" progId="Equation.DSMT4">
                    <p:embed/>
                    <p:pic>
                      <p:nvPicPr>
                        <p:cNvPr id="4100" name="Object 6">
                          <a:extLst>
                            <a:ext uri="{FF2B5EF4-FFF2-40B4-BE49-F238E27FC236}">
                              <a16:creationId xmlns:a16="http://schemas.microsoft.com/office/drawing/2014/main" id="{E71B570F-7FE6-4091-A3F4-AA6BC8A288E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0" y="2611"/>
                          <a:ext cx="2185"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4" name="Text Box 10">
              <a:extLst>
                <a:ext uri="{FF2B5EF4-FFF2-40B4-BE49-F238E27FC236}">
                  <a16:creationId xmlns:a16="http://schemas.microsoft.com/office/drawing/2014/main" id="{FD1C02A8-0645-41D5-B65E-55445C229AF8}"/>
                </a:ext>
              </a:extLst>
            </p:cNvPr>
            <p:cNvSpPr txBox="1">
              <a:spLocks noChangeArrowheads="1"/>
            </p:cNvSpPr>
            <p:nvPr/>
          </p:nvSpPr>
          <p:spPr bwMode="auto">
            <a:xfrm>
              <a:off x="768" y="2614"/>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而</a:t>
              </a:r>
            </a:p>
          </p:txBody>
        </p:sp>
      </p:grpSp>
      <p:sp>
        <p:nvSpPr>
          <p:cNvPr id="14" name="Text Box 11">
            <a:extLst>
              <a:ext uri="{FF2B5EF4-FFF2-40B4-BE49-F238E27FC236}">
                <a16:creationId xmlns:a16="http://schemas.microsoft.com/office/drawing/2014/main" id="{CD3087AC-686E-48C6-A015-A447880462D4}"/>
              </a:ext>
            </a:extLst>
          </p:cNvPr>
          <p:cNvSpPr txBox="1">
            <a:spLocks noChangeArrowheads="1"/>
          </p:cNvSpPr>
          <p:nvPr/>
        </p:nvSpPr>
        <p:spPr bwMode="auto">
          <a:xfrm>
            <a:off x="1619250" y="4730750"/>
            <a:ext cx="70246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扩大为整个</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平面，原因是出现了</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零极点相抵消</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的现象。</a:t>
            </a:r>
          </a:p>
        </p:txBody>
      </p:sp>
      <p:sp>
        <p:nvSpPr>
          <p:cNvPr id="16" name="Text Box 13">
            <a:extLst>
              <a:ext uri="{FF2B5EF4-FFF2-40B4-BE49-F238E27FC236}">
                <a16:creationId xmlns:a16="http://schemas.microsoft.com/office/drawing/2014/main" id="{BA24B492-D0F9-4ED7-B527-F54104485464}"/>
              </a:ext>
            </a:extLst>
          </p:cNvPr>
          <p:cNvSpPr txBox="1">
            <a:spLocks noChangeArrowheads="1"/>
          </p:cNvSpPr>
          <p:nvPr/>
        </p:nvSpPr>
        <p:spPr bwMode="auto">
          <a:xfrm>
            <a:off x="1581150" y="5762625"/>
            <a:ext cx="6403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当</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1</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与</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2</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无交集时，表明 </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不存在。</a:t>
            </a:r>
          </a:p>
        </p:txBody>
      </p:sp>
      <p:grpSp>
        <p:nvGrpSpPr>
          <p:cNvPr id="4112" name="Group 17">
            <a:extLst>
              <a:ext uri="{FF2B5EF4-FFF2-40B4-BE49-F238E27FC236}">
                <a16:creationId xmlns:a16="http://schemas.microsoft.com/office/drawing/2014/main" id="{559D2104-B2E1-42E4-B79A-159F66C0377F}"/>
              </a:ext>
            </a:extLst>
          </p:cNvPr>
          <p:cNvGrpSpPr>
            <a:grpSpLocks/>
          </p:cNvGrpSpPr>
          <p:nvPr/>
        </p:nvGrpSpPr>
        <p:grpSpPr bwMode="auto">
          <a:xfrm>
            <a:off x="879475" y="1360488"/>
            <a:ext cx="6978650" cy="611187"/>
            <a:chOff x="528" y="646"/>
            <a:chExt cx="4396" cy="385"/>
          </a:xfrm>
        </p:grpSpPr>
        <p:sp>
          <p:nvSpPr>
            <p:cNvPr id="4113" name="Rectangle 18">
              <a:extLst>
                <a:ext uri="{FF2B5EF4-FFF2-40B4-BE49-F238E27FC236}">
                  <a16:creationId xmlns:a16="http://schemas.microsoft.com/office/drawing/2014/main" id="{3BA0E9DB-179B-4D2F-9021-F0F9FBBF5F73}"/>
                </a:ext>
              </a:extLst>
            </p:cNvPr>
            <p:cNvSpPr>
              <a:spLocks noChangeArrowheads="1"/>
            </p:cNvSpPr>
            <p:nvPr/>
          </p:nvSpPr>
          <p:spPr bwMode="auto">
            <a:xfrm>
              <a:off x="528" y="664"/>
              <a:ext cx="3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4098" name="Object 10">
              <a:extLst>
                <a:ext uri="{FF2B5EF4-FFF2-40B4-BE49-F238E27FC236}">
                  <a16:creationId xmlns:a16="http://schemas.microsoft.com/office/drawing/2014/main" id="{81553A35-F4C4-4003-A5A6-2FE3DA883B79}"/>
                </a:ext>
              </a:extLst>
            </p:cNvPr>
            <p:cNvGraphicFramePr>
              <a:graphicFrameLocks noChangeAspect="1"/>
            </p:cNvGraphicFramePr>
            <p:nvPr/>
          </p:nvGraphicFramePr>
          <p:xfrm>
            <a:off x="1008" y="646"/>
            <a:ext cx="1848" cy="383"/>
          </p:xfrm>
          <a:graphic>
            <a:graphicData uri="http://schemas.openxmlformats.org/presentationml/2006/ole">
              <mc:AlternateContent xmlns:mc="http://schemas.openxmlformats.org/markup-compatibility/2006">
                <mc:Choice xmlns:v="urn:schemas-microsoft-com:vml" Requires="v">
                  <p:oleObj spid="_x0000_s22246" name="Equation" r:id="rId13" imgW="1307880" imgH="253800" progId="Equation.DSMT4">
                    <p:embed/>
                  </p:oleObj>
                </mc:Choice>
                <mc:Fallback>
                  <p:oleObj name="Equation" r:id="rId13" imgW="1307880" imgH="253800" progId="Equation.DSMT4">
                    <p:embed/>
                    <p:pic>
                      <p:nvPicPr>
                        <p:cNvPr id="4098" name="Object 10">
                          <a:extLst>
                            <a:ext uri="{FF2B5EF4-FFF2-40B4-BE49-F238E27FC236}">
                              <a16:creationId xmlns:a16="http://schemas.microsoft.com/office/drawing/2014/main" id="{81553A35-F4C4-4003-A5A6-2FE3DA883B7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8" y="646"/>
                          <a:ext cx="1848"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11">
              <a:extLst>
                <a:ext uri="{FF2B5EF4-FFF2-40B4-BE49-F238E27FC236}">
                  <a16:creationId xmlns:a16="http://schemas.microsoft.com/office/drawing/2014/main" id="{6C55EF9F-820A-4CFC-BA1C-B380D60E20BF}"/>
                </a:ext>
              </a:extLst>
            </p:cNvPr>
            <p:cNvGraphicFramePr>
              <a:graphicFrameLocks noChangeAspect="1"/>
            </p:cNvGraphicFramePr>
            <p:nvPr/>
          </p:nvGraphicFramePr>
          <p:xfrm>
            <a:off x="3312" y="646"/>
            <a:ext cx="1612" cy="385"/>
          </p:xfrm>
          <a:graphic>
            <a:graphicData uri="http://schemas.openxmlformats.org/presentationml/2006/ole">
              <mc:AlternateContent xmlns:mc="http://schemas.openxmlformats.org/markup-compatibility/2006">
                <mc:Choice xmlns:v="urn:schemas-microsoft-com:vml" Requires="v">
                  <p:oleObj spid="_x0000_s22247" name="Equation" r:id="rId15" imgW="1002960" imgH="253800" progId="Equation.DSMT4">
                    <p:embed/>
                  </p:oleObj>
                </mc:Choice>
                <mc:Fallback>
                  <p:oleObj name="Equation" r:id="rId15" imgW="1002960" imgH="253800" progId="Equation.DSMT4">
                    <p:embed/>
                    <p:pic>
                      <p:nvPicPr>
                        <p:cNvPr id="4099" name="Object 11">
                          <a:extLst>
                            <a:ext uri="{FF2B5EF4-FFF2-40B4-BE49-F238E27FC236}">
                              <a16:creationId xmlns:a16="http://schemas.microsoft.com/office/drawing/2014/main" id="{6C55EF9F-820A-4CFC-BA1C-B380D60E20B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12" y="646"/>
                          <a:ext cx="1612"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linds(horizontal)">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2" name="标题 1">
            <a:extLst>
              <a:ext uri="{FF2B5EF4-FFF2-40B4-BE49-F238E27FC236}">
                <a16:creationId xmlns:a16="http://schemas.microsoft.com/office/drawing/2014/main" id="{E2EFC8CA-508B-4AAB-AA30-A3A431CF9F33}"/>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A4BB913B-1330-447E-9F7E-8915A9B29B9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97DBBD8B-0A3E-4080-83C2-53C104B366F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34" name="Text Box 2">
            <a:extLst>
              <a:ext uri="{FF2B5EF4-FFF2-40B4-BE49-F238E27FC236}">
                <a16:creationId xmlns:a16="http://schemas.microsoft.com/office/drawing/2014/main" id="{92468084-7901-4A3C-A3D7-8D98A9704E9E}"/>
              </a:ext>
            </a:extLst>
          </p:cNvPr>
          <p:cNvSpPr txBox="1">
            <a:spLocks noChangeArrowheads="1"/>
          </p:cNvSpPr>
          <p:nvPr/>
        </p:nvSpPr>
        <p:spPr bwMode="auto">
          <a:xfrm>
            <a:off x="1128713" y="1262063"/>
            <a:ext cx="563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1" fontAlgn="base" latinLnBrk="0" hangingPunct="1">
              <a:lnSpc>
                <a:spcPct val="100000"/>
              </a:lnSpc>
              <a:spcBef>
                <a:spcPct val="0"/>
              </a:spcBef>
              <a:buClr>
                <a:srgbClr val="0000FF"/>
              </a:buClr>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时移性质</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5135" name="Group 3">
            <a:extLst>
              <a:ext uri="{FF2B5EF4-FFF2-40B4-BE49-F238E27FC236}">
                <a16:creationId xmlns:a16="http://schemas.microsoft.com/office/drawing/2014/main" id="{56F98C53-97E3-4B13-BAE9-EC42B221DA43}"/>
              </a:ext>
            </a:extLst>
          </p:cNvPr>
          <p:cNvGrpSpPr>
            <a:grpSpLocks/>
          </p:cNvGrpSpPr>
          <p:nvPr/>
        </p:nvGrpSpPr>
        <p:grpSpPr bwMode="auto">
          <a:xfrm>
            <a:off x="1371600" y="1916113"/>
            <a:ext cx="4427538" cy="523875"/>
            <a:chOff x="864" y="1017"/>
            <a:chExt cx="2789" cy="330"/>
          </a:xfrm>
        </p:grpSpPr>
        <p:graphicFrame>
          <p:nvGraphicFramePr>
            <p:cNvPr id="5130" name="Object 2">
              <a:extLst>
                <a:ext uri="{FF2B5EF4-FFF2-40B4-BE49-F238E27FC236}">
                  <a16:creationId xmlns:a16="http://schemas.microsoft.com/office/drawing/2014/main" id="{A9A26B6A-9E47-4BC5-B5BD-A845E8D5E65A}"/>
                </a:ext>
              </a:extLst>
            </p:cNvPr>
            <p:cNvGraphicFramePr>
              <a:graphicFrameLocks noChangeAspect="1"/>
            </p:cNvGraphicFramePr>
            <p:nvPr/>
          </p:nvGraphicFramePr>
          <p:xfrm>
            <a:off x="1228" y="1025"/>
            <a:ext cx="1292" cy="308"/>
          </p:xfrm>
          <a:graphic>
            <a:graphicData uri="http://schemas.openxmlformats.org/presentationml/2006/ole">
              <mc:AlternateContent xmlns:mc="http://schemas.openxmlformats.org/markup-compatibility/2006">
                <mc:Choice xmlns:v="urn:schemas-microsoft-com:vml" Requires="v">
                  <p:oleObj spid="_x0000_s23265" name="Equation" r:id="rId3" imgW="850680" imgH="203040" progId="Equation.DSMT4">
                    <p:embed/>
                  </p:oleObj>
                </mc:Choice>
                <mc:Fallback>
                  <p:oleObj name="Equation" r:id="rId3" imgW="850680" imgH="203040" progId="Equation.DSMT4">
                    <p:embed/>
                    <p:pic>
                      <p:nvPicPr>
                        <p:cNvPr id="5130" name="Object 2">
                          <a:extLst>
                            <a:ext uri="{FF2B5EF4-FFF2-40B4-BE49-F238E27FC236}">
                              <a16:creationId xmlns:a16="http://schemas.microsoft.com/office/drawing/2014/main" id="{A9A26B6A-9E47-4BC5-B5BD-A845E8D5E6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 y="1025"/>
                          <a:ext cx="129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31" name="Object 3">
              <a:extLst>
                <a:ext uri="{FF2B5EF4-FFF2-40B4-BE49-F238E27FC236}">
                  <a16:creationId xmlns:a16="http://schemas.microsoft.com/office/drawing/2014/main" id="{2A5C2B82-7742-4AD9-A4EB-5E54EB8E1156}"/>
                </a:ext>
              </a:extLst>
            </p:cNvPr>
            <p:cNvGraphicFramePr>
              <a:graphicFrameLocks noChangeAspect="1"/>
            </p:cNvGraphicFramePr>
            <p:nvPr/>
          </p:nvGraphicFramePr>
          <p:xfrm>
            <a:off x="2832" y="1045"/>
            <a:ext cx="821" cy="268"/>
          </p:xfrm>
          <a:graphic>
            <a:graphicData uri="http://schemas.openxmlformats.org/presentationml/2006/ole">
              <mc:AlternateContent xmlns:mc="http://schemas.openxmlformats.org/markup-compatibility/2006">
                <mc:Choice xmlns:v="urn:schemas-microsoft-com:vml" Requires="v">
                  <p:oleObj spid="_x0000_s23266" name="Equation" r:id="rId5" imgW="545760" imgH="177480" progId="Equation.DSMT4">
                    <p:embed/>
                  </p:oleObj>
                </mc:Choice>
                <mc:Fallback>
                  <p:oleObj name="Equation" r:id="rId5" imgW="545760" imgH="177480" progId="Equation.DSMT4">
                    <p:embed/>
                    <p:pic>
                      <p:nvPicPr>
                        <p:cNvPr id="5131" name="Object 3">
                          <a:extLst>
                            <a:ext uri="{FF2B5EF4-FFF2-40B4-BE49-F238E27FC236}">
                              <a16:creationId xmlns:a16="http://schemas.microsoft.com/office/drawing/2014/main" id="{2A5C2B82-7742-4AD9-A4EB-5E54EB8E11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1045"/>
                          <a:ext cx="821"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6" name="Text Box 6">
              <a:extLst>
                <a:ext uri="{FF2B5EF4-FFF2-40B4-BE49-F238E27FC236}">
                  <a16:creationId xmlns:a16="http://schemas.microsoft.com/office/drawing/2014/main" id="{09FA1024-1B2D-475B-9B0B-F9F495C328F0}"/>
                </a:ext>
              </a:extLst>
            </p:cNvPr>
            <p:cNvSpPr txBox="1">
              <a:spLocks noChangeArrowheads="1"/>
            </p:cNvSpPr>
            <p:nvPr/>
          </p:nvSpPr>
          <p:spPr bwMode="auto">
            <a:xfrm>
              <a:off x="864" y="1017"/>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grpSp>
      <p:grpSp>
        <p:nvGrpSpPr>
          <p:cNvPr id="5136" name="Group 7">
            <a:extLst>
              <a:ext uri="{FF2B5EF4-FFF2-40B4-BE49-F238E27FC236}">
                <a16:creationId xmlns:a16="http://schemas.microsoft.com/office/drawing/2014/main" id="{2721C12F-84AD-4AF2-AC23-F9116D9C358A}"/>
              </a:ext>
            </a:extLst>
          </p:cNvPr>
          <p:cNvGrpSpPr>
            <a:grpSpLocks/>
          </p:cNvGrpSpPr>
          <p:nvPr/>
        </p:nvGrpSpPr>
        <p:grpSpPr bwMode="auto">
          <a:xfrm>
            <a:off x="1371600" y="2541588"/>
            <a:ext cx="5967413" cy="538162"/>
            <a:chOff x="864" y="1481"/>
            <a:chExt cx="3759" cy="339"/>
          </a:xfrm>
        </p:grpSpPr>
        <mc:AlternateContent xmlns:mc="http://schemas.openxmlformats.org/markup-compatibility/2006" xmlns:a14="http://schemas.microsoft.com/office/drawing/2010/main">
          <mc:Choice Requires="a14">
            <p:sp>
              <p:nvSpPr>
                <p:cNvPr id="5129" name="Object 4">
                  <a:extLst>
                    <a:ext uri="{FF2B5EF4-FFF2-40B4-BE49-F238E27FC236}">
                      <a16:creationId xmlns:a16="http://schemas.microsoft.com/office/drawing/2014/main" id="{2944780B-8FD2-4C00-87B0-B8EEFCEAB8C9}"/>
                    </a:ext>
                  </a:extLst>
                </p:cNvPr>
                <p:cNvSpPr txBox="1"/>
                <p:nvPr/>
              </p:nvSpPr>
              <p:spPr bwMode="auto">
                <a:xfrm>
                  <a:off x="1228" y="1481"/>
                  <a:ext cx="2357"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sup>
                        </m:sSup>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5129" name="Object 4">
                  <a:extLst>
                    <a:ext uri="{FF2B5EF4-FFF2-40B4-BE49-F238E27FC236}">
                      <a16:creationId xmlns:a16="http://schemas.microsoft.com/office/drawing/2014/main" id="{2944780B-8FD2-4C00-87B0-B8EEFCEAB8C9}"/>
                    </a:ext>
                  </a:extLst>
                </p:cNvPr>
                <p:cNvSpPr txBox="1">
                  <a:spLocks noRot="1" noChangeAspect="1" noMove="1" noResize="1" noEditPoints="1" noAdjustHandles="1" noChangeArrowheads="1" noChangeShapeType="1" noTextEdit="1"/>
                </p:cNvSpPr>
                <p:nvPr/>
              </p:nvSpPr>
              <p:spPr bwMode="auto">
                <a:xfrm>
                  <a:off x="1228" y="1481"/>
                  <a:ext cx="2357" cy="330"/>
                </a:xfrm>
                <a:prstGeom prst="rect">
                  <a:avLst/>
                </a:prstGeom>
                <a:blipFill>
                  <a:blip r:embed="rId7"/>
                  <a:stretch>
                    <a:fillRect/>
                  </a:stretch>
                </a:blipFill>
                <a:ln>
                  <a:noFill/>
                </a:ln>
                <a:effectLst/>
              </p:spPr>
              <p:txBody>
                <a:bodyPr/>
                <a:lstStyle/>
                <a:p>
                  <a:r>
                    <a:rPr lang="en-US">
                      <a:noFill/>
                    </a:rPr>
                    <a:t> </a:t>
                  </a:r>
                </a:p>
              </p:txBody>
            </p:sp>
          </mc:Fallback>
        </mc:AlternateContent>
        <p:sp>
          <p:nvSpPr>
            <p:cNvPr id="5144" name="Text Box 9">
              <a:extLst>
                <a:ext uri="{FF2B5EF4-FFF2-40B4-BE49-F238E27FC236}">
                  <a16:creationId xmlns:a16="http://schemas.microsoft.com/office/drawing/2014/main" id="{8288048D-3072-4073-BE37-1F62F8CB0086}"/>
                </a:ext>
              </a:extLst>
            </p:cNvPr>
            <p:cNvSpPr txBox="1">
              <a:spLocks noChangeArrowheads="1"/>
            </p:cNvSpPr>
            <p:nvPr/>
          </p:nvSpPr>
          <p:spPr bwMode="auto">
            <a:xfrm>
              <a:off x="3551" y="1490"/>
              <a:ext cx="107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不变</a:t>
              </a:r>
            </a:p>
          </p:txBody>
        </p:sp>
        <p:sp>
          <p:nvSpPr>
            <p:cNvPr id="5145" name="Text Box 10">
              <a:extLst>
                <a:ext uri="{FF2B5EF4-FFF2-40B4-BE49-F238E27FC236}">
                  <a16:creationId xmlns:a16="http://schemas.microsoft.com/office/drawing/2014/main" id="{6B3184B4-F2EB-41BC-8DBB-6BF0EECF1991}"/>
                </a:ext>
              </a:extLst>
            </p:cNvPr>
            <p:cNvSpPr txBox="1">
              <a:spLocks noChangeArrowheads="1"/>
            </p:cNvSpPr>
            <p:nvPr/>
          </p:nvSpPr>
          <p:spPr bwMode="auto">
            <a:xfrm>
              <a:off x="864" y="1488"/>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sp>
        <p:nvSpPr>
          <p:cNvPr id="14" name="Rectangle 11">
            <a:extLst>
              <a:ext uri="{FF2B5EF4-FFF2-40B4-BE49-F238E27FC236}">
                <a16:creationId xmlns:a16="http://schemas.microsoft.com/office/drawing/2014/main" id="{07136647-1EC1-4473-B07F-ECD4E92DEA39}"/>
              </a:ext>
            </a:extLst>
          </p:cNvPr>
          <p:cNvSpPr>
            <a:spLocks noChangeArrowheads="1"/>
          </p:cNvSpPr>
          <p:nvPr/>
        </p:nvSpPr>
        <p:spPr bwMode="auto">
          <a:xfrm>
            <a:off x="1120775" y="3338513"/>
            <a:ext cx="6594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1" fontAlgn="base" latinLnBrk="0" hangingPunct="1">
              <a:lnSpc>
                <a:spcPct val="100000"/>
              </a:lnSpc>
              <a:spcBef>
                <a:spcPct val="0"/>
              </a:spcBef>
              <a:buClr>
                <a:srgbClr val="0000FF"/>
              </a:buClr>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3. </a:t>
            </a:r>
            <a:r>
              <a:rPr kumimoji="0" lang="en-US" altLang="zh-CN" sz="2800" i="1"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域平移</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5" name="Group 12">
            <a:extLst>
              <a:ext uri="{FF2B5EF4-FFF2-40B4-BE49-F238E27FC236}">
                <a16:creationId xmlns:a16="http://schemas.microsoft.com/office/drawing/2014/main" id="{80C8A8A7-BE34-4BB7-A857-AC287D95E30B}"/>
              </a:ext>
            </a:extLst>
          </p:cNvPr>
          <p:cNvGrpSpPr>
            <a:grpSpLocks/>
          </p:cNvGrpSpPr>
          <p:nvPr/>
        </p:nvGrpSpPr>
        <p:grpSpPr bwMode="auto">
          <a:xfrm>
            <a:off x="1381125" y="4025900"/>
            <a:ext cx="4930775" cy="528638"/>
            <a:chOff x="911" y="2466"/>
            <a:chExt cx="3106" cy="333"/>
          </a:xfrm>
        </p:grpSpPr>
        <p:graphicFrame>
          <p:nvGraphicFramePr>
            <p:cNvPr id="5127" name="Object 5">
              <a:extLst>
                <a:ext uri="{FF2B5EF4-FFF2-40B4-BE49-F238E27FC236}">
                  <a16:creationId xmlns:a16="http://schemas.microsoft.com/office/drawing/2014/main" id="{50BF248C-07D2-4600-8E1D-9459E03A8623}"/>
                </a:ext>
              </a:extLst>
            </p:cNvPr>
            <p:cNvGraphicFramePr>
              <a:graphicFrameLocks noChangeAspect="1"/>
            </p:cNvGraphicFramePr>
            <p:nvPr/>
          </p:nvGraphicFramePr>
          <p:xfrm>
            <a:off x="1311" y="2490"/>
            <a:ext cx="1288" cy="309"/>
          </p:xfrm>
          <a:graphic>
            <a:graphicData uri="http://schemas.openxmlformats.org/presentationml/2006/ole">
              <mc:AlternateContent xmlns:mc="http://schemas.openxmlformats.org/markup-compatibility/2006">
                <mc:Choice xmlns:v="urn:schemas-microsoft-com:vml" Requires="v">
                  <p:oleObj spid="_x0000_s23267" name="Equation" r:id="rId8" imgW="850680" imgH="203040" progId="Equation.DSMT4">
                    <p:embed/>
                  </p:oleObj>
                </mc:Choice>
                <mc:Fallback>
                  <p:oleObj name="Equation" r:id="rId8" imgW="850680" imgH="203040" progId="Equation.DSMT4">
                    <p:embed/>
                    <p:pic>
                      <p:nvPicPr>
                        <p:cNvPr id="5127" name="Object 5">
                          <a:extLst>
                            <a:ext uri="{FF2B5EF4-FFF2-40B4-BE49-F238E27FC236}">
                              <a16:creationId xmlns:a16="http://schemas.microsoft.com/office/drawing/2014/main" id="{50BF248C-07D2-4600-8E1D-9459E03A86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1" y="2490"/>
                          <a:ext cx="12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8" name="Object 6">
              <a:extLst>
                <a:ext uri="{FF2B5EF4-FFF2-40B4-BE49-F238E27FC236}">
                  <a16:creationId xmlns:a16="http://schemas.microsoft.com/office/drawing/2014/main" id="{43E2F3B2-243B-45A0-91C1-1D08224195AF}"/>
                </a:ext>
              </a:extLst>
            </p:cNvPr>
            <p:cNvGraphicFramePr>
              <a:graphicFrameLocks noChangeAspect="1"/>
            </p:cNvGraphicFramePr>
            <p:nvPr/>
          </p:nvGraphicFramePr>
          <p:xfrm>
            <a:off x="2784" y="2513"/>
            <a:ext cx="825" cy="267"/>
          </p:xfrm>
          <a:graphic>
            <a:graphicData uri="http://schemas.openxmlformats.org/presentationml/2006/ole">
              <mc:AlternateContent xmlns:mc="http://schemas.openxmlformats.org/markup-compatibility/2006">
                <mc:Choice xmlns:v="urn:schemas-microsoft-com:vml" Requires="v">
                  <p:oleObj spid="_x0000_s23268" name="Equation" r:id="rId9" imgW="545760" imgH="177480" progId="Equation.DSMT4">
                    <p:embed/>
                  </p:oleObj>
                </mc:Choice>
                <mc:Fallback>
                  <p:oleObj name="Equation" r:id="rId9" imgW="545760" imgH="177480" progId="Equation.DSMT4">
                    <p:embed/>
                    <p:pic>
                      <p:nvPicPr>
                        <p:cNvPr id="5128" name="Object 6">
                          <a:extLst>
                            <a:ext uri="{FF2B5EF4-FFF2-40B4-BE49-F238E27FC236}">
                              <a16:creationId xmlns:a16="http://schemas.microsoft.com/office/drawing/2014/main" id="{43E2F3B2-243B-45A0-91C1-1D08224195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4" y="2513"/>
                          <a:ext cx="82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42" name="Text Box 15">
              <a:extLst>
                <a:ext uri="{FF2B5EF4-FFF2-40B4-BE49-F238E27FC236}">
                  <a16:creationId xmlns:a16="http://schemas.microsoft.com/office/drawing/2014/main" id="{6D31F7AF-3D8D-42D2-A8D9-5FF26CB42A41}"/>
                </a:ext>
              </a:extLst>
            </p:cNvPr>
            <p:cNvSpPr txBox="1">
              <a:spLocks noChangeArrowheads="1"/>
            </p:cNvSpPr>
            <p:nvPr/>
          </p:nvSpPr>
          <p:spPr bwMode="auto">
            <a:xfrm>
              <a:off x="911" y="2466"/>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sp>
          <p:nvSpPr>
            <p:cNvPr id="5143" name="Text Box 16">
              <a:extLst>
                <a:ext uri="{FF2B5EF4-FFF2-40B4-BE49-F238E27FC236}">
                  <a16:creationId xmlns:a16="http://schemas.microsoft.com/office/drawing/2014/main" id="{A83FB6FF-51FA-4936-B98F-8592EE072FDE}"/>
                </a:ext>
              </a:extLst>
            </p:cNvPr>
            <p:cNvSpPr txBox="1">
              <a:spLocks noChangeArrowheads="1"/>
            </p:cNvSpPr>
            <p:nvPr/>
          </p:nvSpPr>
          <p:spPr bwMode="auto">
            <a:xfrm>
              <a:off x="3676" y="2466"/>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grpSp>
        <p:nvGrpSpPr>
          <p:cNvPr id="6" name="Group 17">
            <a:extLst>
              <a:ext uri="{FF2B5EF4-FFF2-40B4-BE49-F238E27FC236}">
                <a16:creationId xmlns:a16="http://schemas.microsoft.com/office/drawing/2014/main" id="{6D8EEFE2-FAA0-42C4-846D-881FEC6368B5}"/>
              </a:ext>
            </a:extLst>
          </p:cNvPr>
          <p:cNvGrpSpPr>
            <a:grpSpLocks/>
          </p:cNvGrpSpPr>
          <p:nvPr/>
        </p:nvGrpSpPr>
        <p:grpSpPr bwMode="auto">
          <a:xfrm>
            <a:off x="1430338" y="4670425"/>
            <a:ext cx="6299199" cy="579438"/>
            <a:chOff x="901" y="2752"/>
            <a:chExt cx="3968" cy="365"/>
          </a:xfrm>
        </p:grpSpPr>
        <mc:AlternateContent xmlns:mc="http://schemas.openxmlformats.org/markup-compatibility/2006" xmlns:a14="http://schemas.microsoft.com/office/drawing/2010/main">
          <mc:Choice Requires="a14">
            <p:sp>
              <p:nvSpPr>
                <p:cNvPr id="5125" name="Object 7">
                  <a:extLst>
                    <a:ext uri="{FF2B5EF4-FFF2-40B4-BE49-F238E27FC236}">
                      <a16:creationId xmlns:a16="http://schemas.microsoft.com/office/drawing/2014/main" id="{B733F4B7-A9E2-484F-8E9C-E9E495E0325A}"/>
                    </a:ext>
                  </a:extLst>
                </p:cNvPr>
                <p:cNvSpPr txBox="1"/>
                <p:nvPr/>
              </p:nvSpPr>
              <p:spPr bwMode="auto">
                <a:xfrm>
                  <a:off x="901" y="2752"/>
                  <a:ext cx="2251" cy="3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𝑠</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𝑡</m:t>
                            </m:r>
                          </m:sup>
                        </m:sSup>
                        <m:r>
                          <a:rPr lang="en-US" sz="2800" i="1" smtClean="0">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𝑠</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5125" name="Object 7">
                  <a:extLst>
                    <a:ext uri="{FF2B5EF4-FFF2-40B4-BE49-F238E27FC236}">
                      <a16:creationId xmlns:a16="http://schemas.microsoft.com/office/drawing/2014/main" id="{B733F4B7-A9E2-484F-8E9C-E9E495E0325A}"/>
                    </a:ext>
                  </a:extLst>
                </p:cNvPr>
                <p:cNvSpPr txBox="1">
                  <a:spLocks noRot="1" noChangeAspect="1" noMove="1" noResize="1" noEditPoints="1" noAdjustHandles="1" noChangeArrowheads="1" noChangeShapeType="1" noTextEdit="1"/>
                </p:cNvSpPr>
                <p:nvPr/>
              </p:nvSpPr>
              <p:spPr bwMode="auto">
                <a:xfrm>
                  <a:off x="901" y="2752"/>
                  <a:ext cx="2251" cy="365"/>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6" name="Object 8">
                  <a:extLst>
                    <a:ext uri="{FF2B5EF4-FFF2-40B4-BE49-F238E27FC236}">
                      <a16:creationId xmlns:a16="http://schemas.microsoft.com/office/drawing/2014/main" id="{807BAE2B-199F-4A43-AA23-D7D48F7C4C94}"/>
                    </a:ext>
                  </a:extLst>
                </p:cNvPr>
                <p:cNvSpPr txBox="1"/>
                <p:nvPr/>
              </p:nvSpPr>
              <p:spPr bwMode="auto">
                <a:xfrm>
                  <a:off x="3156" y="2772"/>
                  <a:ext cx="1713" cy="34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0000"/>
                            </a:solidFill>
                            <a:latin typeface="Cambria Math" panose="02040503050406030204" pitchFamily="18" charset="0"/>
                          </a:rPr>
                          <m:t>ROC</m:t>
                        </m:r>
                        <m:r>
                          <a:rPr lang="en-US" sz="2800">
                            <a:solidFill>
                              <a:srgbClr val="000000"/>
                            </a:solidFill>
                            <a:latin typeface="Cambria Math" panose="02040503050406030204" pitchFamily="18" charset="0"/>
                          </a:rPr>
                          <m:t>:</m:t>
                        </m:r>
                        <m:r>
                          <a:rPr lang="en-US" sz="2800" i="1" smtClean="0">
                            <a:solidFill>
                              <a:srgbClr val="FF0000"/>
                            </a:solidFill>
                            <a:latin typeface="Cambria Math" panose="02040503050406030204" pitchFamily="18" charset="0"/>
                          </a:rPr>
                          <m:t>𝑅</m:t>
                        </m:r>
                        <m:r>
                          <a:rPr lang="en-US" sz="2800" i="1" smtClean="0">
                            <a:solidFill>
                              <a:srgbClr val="FF0000"/>
                            </a:solidFill>
                            <a:latin typeface="Cambria Math" panose="02040503050406030204" pitchFamily="18" charset="0"/>
                          </a:rPr>
                          <m:t>+</m:t>
                        </m:r>
                        <m:func>
                          <m:funcPr>
                            <m:ctrlPr>
                              <a:rPr lang="en-US" sz="2800" i="1">
                                <a:solidFill>
                                  <a:srgbClr val="FF0000"/>
                                </a:solidFill>
                                <a:latin typeface="Cambria Math" panose="02040503050406030204" pitchFamily="18" charset="0"/>
                              </a:rPr>
                            </m:ctrlPr>
                          </m:funcPr>
                          <m:fName>
                            <m:r>
                              <m:rPr>
                                <m:sty m:val="p"/>
                              </m:rPr>
                              <a:rPr lang="en-US" sz="2800" i="0">
                                <a:solidFill>
                                  <a:srgbClr val="FF0000"/>
                                </a:solidFill>
                                <a:latin typeface="Cambria Math" panose="02040503050406030204" pitchFamily="18" charset="0"/>
                              </a:rPr>
                              <m:t>Re</m:t>
                            </m:r>
                          </m:fName>
                          <m:e>
                            <m:r>
                              <a:rPr lang="en-US" sz="2800" i="1">
                                <a:solidFill>
                                  <a:srgbClr val="FF0000"/>
                                </a:solidFill>
                                <a:latin typeface="Cambria Math" panose="02040503050406030204" pitchFamily="18" charset="0"/>
                              </a:rPr>
                              <m:t>[</m:t>
                            </m:r>
                          </m:e>
                        </m:func>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𝑠</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oMath>
                    </m:oMathPara>
                  </a14:m>
                  <a:endParaRPr lang="en-US" sz="2800" dirty="0"/>
                </a:p>
              </p:txBody>
            </p:sp>
          </mc:Choice>
          <mc:Fallback xmlns="">
            <p:sp>
              <p:nvSpPr>
                <p:cNvPr id="5126" name="Object 8">
                  <a:extLst>
                    <a:ext uri="{FF2B5EF4-FFF2-40B4-BE49-F238E27FC236}">
                      <a16:creationId xmlns:a16="http://schemas.microsoft.com/office/drawing/2014/main" id="{807BAE2B-199F-4A43-AA23-D7D48F7C4C94}"/>
                    </a:ext>
                  </a:extLst>
                </p:cNvPr>
                <p:cNvSpPr txBox="1">
                  <a:spLocks noRot="1" noChangeAspect="1" noMove="1" noResize="1" noEditPoints="1" noAdjustHandles="1" noChangeArrowheads="1" noChangeShapeType="1" noTextEdit="1"/>
                </p:cNvSpPr>
                <p:nvPr/>
              </p:nvSpPr>
              <p:spPr bwMode="auto">
                <a:xfrm>
                  <a:off x="3156" y="2772"/>
                  <a:ext cx="1713" cy="345"/>
                </a:xfrm>
                <a:prstGeom prst="rect">
                  <a:avLst/>
                </a:prstGeom>
                <a:blipFill>
                  <a:blip r:embed="rId11"/>
                  <a:stretch>
                    <a:fillRect/>
                  </a:stretch>
                </a:blipFill>
                <a:ln>
                  <a:noFill/>
                </a:ln>
                <a:effectLst/>
              </p:spPr>
              <p:txBody>
                <a:bodyPr/>
                <a:lstStyle/>
                <a:p>
                  <a:r>
                    <a:rPr lang="en-US">
                      <a:noFill/>
                    </a:rPr>
                    <a:t> </a:t>
                  </a:r>
                </a:p>
              </p:txBody>
            </p:sp>
          </mc:Fallback>
        </mc:AlternateContent>
      </p:grpSp>
      <p:grpSp>
        <p:nvGrpSpPr>
          <p:cNvPr id="7" name="Group 20">
            <a:extLst>
              <a:ext uri="{FF2B5EF4-FFF2-40B4-BE49-F238E27FC236}">
                <a16:creationId xmlns:a16="http://schemas.microsoft.com/office/drawing/2014/main" id="{19DAA1A3-944A-4A4E-AF6D-0F6160BA3FFF}"/>
              </a:ext>
            </a:extLst>
          </p:cNvPr>
          <p:cNvGrpSpPr>
            <a:grpSpLocks/>
          </p:cNvGrpSpPr>
          <p:nvPr/>
        </p:nvGrpSpPr>
        <p:grpSpPr bwMode="auto">
          <a:xfrm>
            <a:off x="1344613" y="5286375"/>
            <a:ext cx="7315200" cy="1160463"/>
            <a:chOff x="764" y="3174"/>
            <a:chExt cx="4608" cy="731"/>
          </a:xfrm>
        </p:grpSpPr>
        <p:sp>
          <p:nvSpPr>
            <p:cNvPr id="5141" name="Text Box 21">
              <a:extLst>
                <a:ext uri="{FF2B5EF4-FFF2-40B4-BE49-F238E27FC236}">
                  <a16:creationId xmlns:a16="http://schemas.microsoft.com/office/drawing/2014/main" id="{FD6986CB-CAC7-41C1-9AB4-25B22FA74C95}"/>
                </a:ext>
              </a:extLst>
            </p:cNvPr>
            <p:cNvSpPr txBox="1">
              <a:spLocks noChangeArrowheads="1"/>
            </p:cNvSpPr>
            <p:nvPr/>
          </p:nvSpPr>
          <p:spPr bwMode="auto">
            <a:xfrm>
              <a:off x="764" y="3174"/>
              <a:ext cx="4608"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表明               的</a:t>
              </a:r>
              <a:r>
                <a:rPr kumimoji="0" lang="en-US" altLang="zh-CN"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是将          的</a:t>
              </a:r>
              <a:r>
                <a:rPr kumimoji="0" lang="en-US" altLang="zh-CN"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平移了一个             。</a:t>
              </a:r>
            </a:p>
          </p:txBody>
        </p:sp>
        <p:graphicFrame>
          <p:nvGraphicFramePr>
            <p:cNvPr id="5122" name="Object 9">
              <a:extLst>
                <a:ext uri="{FF2B5EF4-FFF2-40B4-BE49-F238E27FC236}">
                  <a16:creationId xmlns:a16="http://schemas.microsoft.com/office/drawing/2014/main" id="{4D8FE0EA-7F2B-4622-A9BD-48EDAC6ADADD}"/>
                </a:ext>
              </a:extLst>
            </p:cNvPr>
            <p:cNvGraphicFramePr>
              <a:graphicFrameLocks noChangeAspect="1"/>
            </p:cNvGraphicFramePr>
            <p:nvPr/>
          </p:nvGraphicFramePr>
          <p:xfrm>
            <a:off x="1315" y="3204"/>
            <a:ext cx="744" cy="345"/>
          </p:xfrm>
          <a:graphic>
            <a:graphicData uri="http://schemas.openxmlformats.org/presentationml/2006/ole">
              <mc:AlternateContent xmlns:mc="http://schemas.openxmlformats.org/markup-compatibility/2006">
                <mc:Choice xmlns:v="urn:schemas-microsoft-com:vml" Requires="v">
                  <p:oleObj spid="_x0000_s23269" name="Equation" r:id="rId12" imgW="609480" imgH="228600" progId="Equation.DSMT4">
                    <p:embed/>
                  </p:oleObj>
                </mc:Choice>
                <mc:Fallback>
                  <p:oleObj name="Equation" r:id="rId12" imgW="609480" imgH="228600" progId="Equation.DSMT4">
                    <p:embed/>
                    <p:pic>
                      <p:nvPicPr>
                        <p:cNvPr id="5122" name="Object 9">
                          <a:extLst>
                            <a:ext uri="{FF2B5EF4-FFF2-40B4-BE49-F238E27FC236}">
                              <a16:creationId xmlns:a16="http://schemas.microsoft.com/office/drawing/2014/main" id="{4D8FE0EA-7F2B-4622-A9BD-48EDAC6ADAD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5" y="3204"/>
                          <a:ext cx="74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10">
              <a:extLst>
                <a:ext uri="{FF2B5EF4-FFF2-40B4-BE49-F238E27FC236}">
                  <a16:creationId xmlns:a16="http://schemas.microsoft.com/office/drawing/2014/main" id="{9E677DE0-54B2-4F1E-B910-57192EEBCF13}"/>
                </a:ext>
              </a:extLst>
            </p:cNvPr>
            <p:cNvGraphicFramePr>
              <a:graphicFrameLocks noChangeAspect="1"/>
            </p:cNvGraphicFramePr>
            <p:nvPr>
              <p:extLst>
                <p:ext uri="{D42A27DB-BD31-4B8C-83A1-F6EECF244321}">
                  <p14:modId xmlns:p14="http://schemas.microsoft.com/office/powerpoint/2010/main" val="4099851926"/>
                </p:ext>
              </p:extLst>
            </p:nvPr>
          </p:nvGraphicFramePr>
          <p:xfrm>
            <a:off x="3291" y="3244"/>
            <a:ext cx="487" cy="305"/>
          </p:xfrm>
          <a:graphic>
            <a:graphicData uri="http://schemas.openxmlformats.org/presentationml/2006/ole">
              <mc:AlternateContent xmlns:mc="http://schemas.openxmlformats.org/markup-compatibility/2006">
                <mc:Choice xmlns:v="urn:schemas-microsoft-com:vml" Requires="v">
                  <p:oleObj spid="_x0000_s23270" name="Equation" r:id="rId14" imgW="355320" imgH="203040" progId="Equation.DSMT4">
                    <p:embed/>
                  </p:oleObj>
                </mc:Choice>
                <mc:Fallback>
                  <p:oleObj name="Equation" r:id="rId14" imgW="355320" imgH="203040" progId="Equation.DSMT4">
                    <p:embed/>
                    <p:pic>
                      <p:nvPicPr>
                        <p:cNvPr id="5123" name="Object 10">
                          <a:extLst>
                            <a:ext uri="{FF2B5EF4-FFF2-40B4-BE49-F238E27FC236}">
                              <a16:creationId xmlns:a16="http://schemas.microsoft.com/office/drawing/2014/main" id="{9E677DE0-54B2-4F1E-B910-57192EEBCF1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91" y="3244"/>
                          <a:ext cx="487"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11">
              <a:extLst>
                <a:ext uri="{FF2B5EF4-FFF2-40B4-BE49-F238E27FC236}">
                  <a16:creationId xmlns:a16="http://schemas.microsoft.com/office/drawing/2014/main" id="{9E1E20EE-D60C-4CDD-933B-A49B89EADDB2}"/>
                </a:ext>
              </a:extLst>
            </p:cNvPr>
            <p:cNvGraphicFramePr>
              <a:graphicFrameLocks noChangeAspect="1"/>
            </p:cNvGraphicFramePr>
            <p:nvPr/>
          </p:nvGraphicFramePr>
          <p:xfrm>
            <a:off x="1301" y="3558"/>
            <a:ext cx="694" cy="347"/>
          </p:xfrm>
          <a:graphic>
            <a:graphicData uri="http://schemas.openxmlformats.org/presentationml/2006/ole">
              <mc:AlternateContent xmlns:mc="http://schemas.openxmlformats.org/markup-compatibility/2006">
                <mc:Choice xmlns:v="urn:schemas-microsoft-com:vml" Requires="v">
                  <p:oleObj spid="_x0000_s23271" name="Equation" r:id="rId16" imgW="431640" imgH="228600" progId="Equation.DSMT4">
                    <p:embed/>
                  </p:oleObj>
                </mc:Choice>
                <mc:Fallback>
                  <p:oleObj name="Equation" r:id="rId16" imgW="431640" imgH="228600" progId="Equation.DSMT4">
                    <p:embed/>
                    <p:pic>
                      <p:nvPicPr>
                        <p:cNvPr id="5124" name="Object 11">
                          <a:extLst>
                            <a:ext uri="{FF2B5EF4-FFF2-40B4-BE49-F238E27FC236}">
                              <a16:creationId xmlns:a16="http://schemas.microsoft.com/office/drawing/2014/main" id="{9E1E20EE-D60C-4CDD-933B-A49B89EADDB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01" y="3558"/>
                          <a:ext cx="69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9" name="标题 1">
            <a:extLst>
              <a:ext uri="{FF2B5EF4-FFF2-40B4-BE49-F238E27FC236}">
                <a16:creationId xmlns:a16="http://schemas.microsoft.com/office/drawing/2014/main" id="{E8E9C210-581F-4292-BE02-6C24CBEBBF95}"/>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EA70C6AD-87B9-4D3C-9674-EF7BB3FA88D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84BEA605-B86A-4667-AA9D-A9A2E35D1CA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39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81" name="Text Box 3">
            <a:extLst>
              <a:ext uri="{FF2B5EF4-FFF2-40B4-BE49-F238E27FC236}">
                <a16:creationId xmlns:a16="http://schemas.microsoft.com/office/drawing/2014/main" id="{3603349E-14E5-4331-951D-3E0061945B6A}"/>
              </a:ext>
            </a:extLst>
          </p:cNvPr>
          <p:cNvSpPr txBox="1">
            <a:spLocks noChangeArrowheads="1"/>
          </p:cNvSpPr>
          <p:nvPr/>
        </p:nvSpPr>
        <p:spPr bwMode="auto">
          <a:xfrm>
            <a:off x="762000" y="1430338"/>
            <a:ext cx="29979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solidFill>
                  <a:srgbClr val="1F497D"/>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4.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时域尺度变换</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nvGrpSpPr>
          <p:cNvPr id="7182" name="Group 4">
            <a:extLst>
              <a:ext uri="{FF2B5EF4-FFF2-40B4-BE49-F238E27FC236}">
                <a16:creationId xmlns:a16="http://schemas.microsoft.com/office/drawing/2014/main" id="{A3D591DA-4813-4A46-B99B-9EF4FC917AD7}"/>
              </a:ext>
            </a:extLst>
          </p:cNvPr>
          <p:cNvGrpSpPr>
            <a:grpSpLocks/>
          </p:cNvGrpSpPr>
          <p:nvPr/>
        </p:nvGrpSpPr>
        <p:grpSpPr bwMode="auto">
          <a:xfrm>
            <a:off x="1371600" y="2116138"/>
            <a:ext cx="4579938" cy="528637"/>
            <a:chOff x="864" y="1008"/>
            <a:chExt cx="2885" cy="333"/>
          </a:xfrm>
        </p:grpSpPr>
        <p:graphicFrame>
          <p:nvGraphicFramePr>
            <p:cNvPr id="7177" name="Object 3">
              <a:extLst>
                <a:ext uri="{FF2B5EF4-FFF2-40B4-BE49-F238E27FC236}">
                  <a16:creationId xmlns:a16="http://schemas.microsoft.com/office/drawing/2014/main" id="{96C0B5BE-9B03-4CEE-82A8-06740CAD4BB3}"/>
                </a:ext>
              </a:extLst>
            </p:cNvPr>
            <p:cNvGraphicFramePr>
              <a:graphicFrameLocks noChangeAspect="1"/>
            </p:cNvGraphicFramePr>
            <p:nvPr/>
          </p:nvGraphicFramePr>
          <p:xfrm>
            <a:off x="2928" y="1046"/>
            <a:ext cx="821" cy="268"/>
          </p:xfrm>
          <a:graphic>
            <a:graphicData uri="http://schemas.openxmlformats.org/presentationml/2006/ole">
              <mc:AlternateContent xmlns:mc="http://schemas.openxmlformats.org/markup-compatibility/2006">
                <mc:Choice xmlns:v="urn:schemas-microsoft-com:vml" Requires="v">
                  <p:oleObj spid="_x0000_s25048" name="Equation" r:id="rId3" imgW="545760" imgH="177480" progId="Equation.DSMT4">
                    <p:embed/>
                  </p:oleObj>
                </mc:Choice>
                <mc:Fallback>
                  <p:oleObj name="Equation" r:id="rId3" imgW="545760" imgH="177480" progId="Equation.DSMT4">
                    <p:embed/>
                    <p:pic>
                      <p:nvPicPr>
                        <p:cNvPr id="7177" name="Object 3">
                          <a:extLst>
                            <a:ext uri="{FF2B5EF4-FFF2-40B4-BE49-F238E27FC236}">
                              <a16:creationId xmlns:a16="http://schemas.microsoft.com/office/drawing/2014/main" id="{96C0B5BE-9B03-4CEE-82A8-06740CAD4B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1046"/>
                          <a:ext cx="821"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8" name="Object 4">
              <a:extLst>
                <a:ext uri="{FF2B5EF4-FFF2-40B4-BE49-F238E27FC236}">
                  <a16:creationId xmlns:a16="http://schemas.microsoft.com/office/drawing/2014/main" id="{15F153EE-B9A4-444A-95EA-CB26373C4E20}"/>
                </a:ext>
              </a:extLst>
            </p:cNvPr>
            <p:cNvGraphicFramePr>
              <a:graphicFrameLocks noChangeAspect="1"/>
            </p:cNvGraphicFramePr>
            <p:nvPr/>
          </p:nvGraphicFramePr>
          <p:xfrm>
            <a:off x="1392" y="1035"/>
            <a:ext cx="1283" cy="306"/>
          </p:xfrm>
          <a:graphic>
            <a:graphicData uri="http://schemas.openxmlformats.org/presentationml/2006/ole">
              <mc:AlternateContent xmlns:mc="http://schemas.openxmlformats.org/markup-compatibility/2006">
                <mc:Choice xmlns:v="urn:schemas-microsoft-com:vml" Requires="v">
                  <p:oleObj spid="_x0000_s25049" name="Equation" r:id="rId5" imgW="850680" imgH="203040" progId="Equation.DSMT4">
                    <p:embed/>
                  </p:oleObj>
                </mc:Choice>
                <mc:Fallback>
                  <p:oleObj name="Equation" r:id="rId5" imgW="850680" imgH="203040" progId="Equation.DSMT4">
                    <p:embed/>
                    <p:pic>
                      <p:nvPicPr>
                        <p:cNvPr id="7178" name="Object 4">
                          <a:extLst>
                            <a:ext uri="{FF2B5EF4-FFF2-40B4-BE49-F238E27FC236}">
                              <a16:creationId xmlns:a16="http://schemas.microsoft.com/office/drawing/2014/main" id="{15F153EE-B9A4-444A-95EA-CB26373C4E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1035"/>
                          <a:ext cx="128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9" name="Text Box 7">
              <a:extLst>
                <a:ext uri="{FF2B5EF4-FFF2-40B4-BE49-F238E27FC236}">
                  <a16:creationId xmlns:a16="http://schemas.microsoft.com/office/drawing/2014/main" id="{9CBA1947-A445-468C-B93E-C7E84ED9939A}"/>
                </a:ext>
              </a:extLst>
            </p:cNvPr>
            <p:cNvSpPr txBox="1">
              <a:spLocks noChangeArrowheads="1"/>
            </p:cNvSpPr>
            <p:nvPr/>
          </p:nvSpPr>
          <p:spPr bwMode="auto">
            <a:xfrm>
              <a:off x="864" y="1008"/>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grpSp>
      <p:grpSp>
        <p:nvGrpSpPr>
          <p:cNvPr id="7183" name="Group 8">
            <a:extLst>
              <a:ext uri="{FF2B5EF4-FFF2-40B4-BE49-F238E27FC236}">
                <a16:creationId xmlns:a16="http://schemas.microsoft.com/office/drawing/2014/main" id="{65221F07-8ACA-41B2-8750-1C1016F35A74}"/>
              </a:ext>
            </a:extLst>
          </p:cNvPr>
          <p:cNvGrpSpPr>
            <a:grpSpLocks/>
          </p:cNvGrpSpPr>
          <p:nvPr/>
        </p:nvGrpSpPr>
        <p:grpSpPr bwMode="auto">
          <a:xfrm>
            <a:off x="1371600" y="2609849"/>
            <a:ext cx="5683250" cy="958850"/>
            <a:chOff x="864" y="1289"/>
            <a:chExt cx="3580" cy="604"/>
          </a:xfrm>
        </p:grpSpPr>
        <mc:AlternateContent xmlns:mc="http://schemas.openxmlformats.org/markup-compatibility/2006" xmlns:a14="http://schemas.microsoft.com/office/drawing/2010/main">
          <mc:Choice Requires="a14">
            <p:sp>
              <p:nvSpPr>
                <p:cNvPr id="7175" name="Object 5">
                  <a:extLst>
                    <a:ext uri="{FF2B5EF4-FFF2-40B4-BE49-F238E27FC236}">
                      <a16:creationId xmlns:a16="http://schemas.microsoft.com/office/drawing/2014/main" id="{8C9C8A67-E658-44E9-BF66-6DC8A72AEBD7}"/>
                    </a:ext>
                  </a:extLst>
                </p:cNvPr>
                <p:cNvSpPr txBox="1"/>
                <p:nvPr/>
              </p:nvSpPr>
              <p:spPr bwMode="auto">
                <a:xfrm>
                  <a:off x="1342" y="1289"/>
                  <a:ext cx="1857" cy="60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𝑎𝑡</m:t>
                        </m:r>
                        <m:r>
                          <a:rPr lang="en-US" sz="2800" i="1" smtClean="0">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d>
                              <m:dPr>
                                <m:begChr m:val="|"/>
                                <m:endChr m:val="|"/>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𝑎</m:t>
                                </m:r>
                              </m:e>
                            </m:d>
                          </m:den>
                        </m:f>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𝑠</m:t>
                            </m:r>
                          </m:num>
                          <m:den>
                            <m:r>
                              <a:rPr lang="en-US" sz="2800" i="1">
                                <a:solidFill>
                                  <a:srgbClr val="FF0000"/>
                                </a:solidFill>
                                <a:latin typeface="Cambria Math" panose="02040503050406030204" pitchFamily="18" charset="0"/>
                              </a:rPr>
                              <m:t>𝑎</m:t>
                            </m:r>
                          </m:den>
                        </m:f>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7175" name="Object 5">
                  <a:extLst>
                    <a:ext uri="{FF2B5EF4-FFF2-40B4-BE49-F238E27FC236}">
                      <a16:creationId xmlns:a16="http://schemas.microsoft.com/office/drawing/2014/main" id="{8C9C8A67-E658-44E9-BF66-6DC8A72AEBD7}"/>
                    </a:ext>
                  </a:extLst>
                </p:cNvPr>
                <p:cNvSpPr txBox="1">
                  <a:spLocks noRot="1" noChangeAspect="1" noMove="1" noResize="1" noEditPoints="1" noAdjustHandles="1" noChangeArrowheads="1" noChangeShapeType="1" noTextEdit="1"/>
                </p:cNvSpPr>
                <p:nvPr/>
              </p:nvSpPr>
              <p:spPr bwMode="auto">
                <a:xfrm>
                  <a:off x="1342" y="1289"/>
                  <a:ext cx="1857" cy="604"/>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176" name="Object 6">
                  <a:extLst>
                    <a:ext uri="{FF2B5EF4-FFF2-40B4-BE49-F238E27FC236}">
                      <a16:creationId xmlns:a16="http://schemas.microsoft.com/office/drawing/2014/main" id="{5309EF67-8D30-44DA-BC04-4A03C8147C83}"/>
                    </a:ext>
                  </a:extLst>
                </p:cNvPr>
                <p:cNvGraphicFramePr>
                  <a:graphicFrameLocks noChangeAspect="1"/>
                </p:cNvGraphicFramePr>
                <p:nvPr/>
              </p:nvGraphicFramePr>
              <p:xfrm>
                <a:off x="3404" y="1469"/>
                <a:ext cx="1040" cy="267"/>
              </p:xfrm>
              <a:graphic>
                <a:graphicData uri="http://schemas.openxmlformats.org/presentationml/2006/ole">
                  <mc:AlternateContent>
                    <mc:Choice xmlns:v="urn:schemas-microsoft-com:vml" Requires="v">
                      <p:oleObj spid="_x0000_s25050" name="Equation" r:id="rId8" imgW="622080" imgH="177480" progId="Equation.DSMT4">
                        <p:embed/>
                      </p:oleObj>
                    </mc:Choice>
                    <mc:Fallback>
                      <p:oleObj name="Equation" r:id="rId8" imgW="622080" imgH="177480" progId="Equation.DSMT4">
                        <p:embed/>
                        <p:pic>
                          <p:nvPicPr>
                            <p:cNvPr id="7176" name="Object 6">
                              <a:extLst>
                                <a:ext uri="{FF2B5EF4-FFF2-40B4-BE49-F238E27FC236}">
                                  <a16:creationId xmlns:a16="http://schemas.microsoft.com/office/drawing/2014/main" id="{5309EF67-8D30-44DA-BC04-4A03C8147C83}"/>
                                </a:ext>
                              </a:extLst>
                            </p:cNvPr>
                            <p:cNvPicPr>
                              <a:picLocks noChangeAspect="1" noChangeArrowheads="1"/>
                            </p:cNvPicPr>
                            <p:nvPr/>
                          </p:nvPicPr>
                          <p:blipFill>
                            <a:blip r:embed="rId9">
                              <a:extLst>
                                <a:ext uri="{28A0092B-C50C-407E-A947-70E740481C1C}">
                                  <a14:useLocalDpi val="0"/>
                                </a:ext>
                              </a:extLst>
                            </a:blip>
                            <a:srcRect/>
                            <a:stretch>
                              <a:fillRect/>
                            </a:stretch>
                          </p:blipFill>
                          <p:spPr bwMode="auto">
                            <a:xfrm>
                              <a:off x="3404" y="1469"/>
                              <a:ext cx="1040" cy="2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7176" name="Object 6">
                  <a:extLst>
                    <a:ext uri="{FF2B5EF4-FFF2-40B4-BE49-F238E27FC236}">
                      <a16:creationId xmlns:a16="http://schemas.microsoft.com/office/drawing/2014/main" id="{5309EF67-8D30-44DA-BC04-4A03C8147C83}"/>
                    </a:ext>
                  </a:extLst>
                </p:cNvPr>
                <p:cNvGraphicFramePr>
                  <a:graphicFrameLocks noChangeAspect="1"/>
                </p:cNvGraphicFramePr>
                <p:nvPr/>
              </p:nvGraphicFramePr>
              <p:xfrm>
                <a:off x="3404" y="1469"/>
                <a:ext cx="1040" cy="267"/>
              </p:xfrm>
              <a:graphic>
                <a:graphicData uri="http://schemas.openxmlformats.org/presentationml/2006/ole">
                  <mc:AlternateContent>
                    <mc:Choice xmlns:v="urn:schemas-microsoft-com:vml" Requires="v">
                      <p:oleObj name="Equation" r:id="rId10" imgW="622080" imgH="177480" progId="Equation.DSMT4">
                        <p:embed/>
                      </p:oleObj>
                    </mc:Choice>
                    <mc:Fallback>
                      <p:oleObj name="Equation" r:id="rId10" imgW="622080" imgH="177480" progId="Equation.DSMT4">
                        <p:embed/>
                        <p:pic>
                          <p:nvPicPr>
                            <p:cNvPr id="7176" name="Object 6">
                              <a:extLst>
                                <a:ext uri="{FF2B5EF4-FFF2-40B4-BE49-F238E27FC236}">
                                  <a16:creationId xmlns:a16="http://schemas.microsoft.com/office/drawing/2014/main" id="{5309EF67-8D30-44DA-BC04-4A03C8147C8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04" y="1469"/>
                              <a:ext cx="1040"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7188" name="Text Box 11">
              <a:extLst>
                <a:ext uri="{FF2B5EF4-FFF2-40B4-BE49-F238E27FC236}">
                  <a16:creationId xmlns:a16="http://schemas.microsoft.com/office/drawing/2014/main" id="{28982AB7-3E6B-47D0-9365-B342B29D36D3}"/>
                </a:ext>
              </a:extLst>
            </p:cNvPr>
            <p:cNvSpPr txBox="1">
              <a:spLocks noChangeArrowheads="1"/>
            </p:cNvSpPr>
            <p:nvPr/>
          </p:nvSpPr>
          <p:spPr bwMode="auto">
            <a:xfrm>
              <a:off x="864" y="1422"/>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mc:AlternateContent xmlns:mc="http://schemas.openxmlformats.org/markup-compatibility/2006" xmlns:a14="http://schemas.microsoft.com/office/drawing/2010/main">
        <mc:Choice Requires="a14">
          <p:sp>
            <p:nvSpPr>
              <p:cNvPr id="7186" name="Text Box 20">
                <a:extLst>
                  <a:ext uri="{FF2B5EF4-FFF2-40B4-BE49-F238E27FC236}">
                    <a16:creationId xmlns:a16="http://schemas.microsoft.com/office/drawing/2014/main" id="{C8C1D34B-626B-445D-9EC2-D61DB7E05E27}"/>
                  </a:ext>
                </a:extLst>
              </p:cNvPr>
              <p:cNvSpPr txBox="1">
                <a:spLocks noChangeArrowheads="1"/>
              </p:cNvSpPr>
              <p:nvPr/>
            </p:nvSpPr>
            <p:spPr bwMode="auto">
              <a:xfrm>
                <a:off x="928688" y="3717032"/>
                <a:ext cx="7572375" cy="6688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当</a:t>
                </a:r>
                <a14:m>
                  <m:oMath xmlns:m="http://schemas.openxmlformats.org/officeDocument/2006/math">
                    <m:r>
                      <a:rPr lang="en-US" sz="2800" i="1" smtClean="0">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𝑅</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时</a:t>
                </a:r>
                <a14:m>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收敛，</a:t>
                </a:r>
                <a14:m>
                  <m:oMath xmlns:m="http://schemas.openxmlformats.org/officeDocument/2006/math">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𝑎</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𝑅</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时</a:t>
                </a:r>
                <a14:m>
                  <m:oMath xmlns:m="http://schemas.openxmlformats.org/officeDocument/2006/math">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𝑠</m:t>
                        </m:r>
                      </m:num>
                      <m:den>
                        <m:r>
                          <a:rPr lang="en-US" sz="2800" i="1">
                            <a:solidFill>
                              <a:srgbClr val="000000"/>
                            </a:solidFill>
                            <a:latin typeface="Cambria Math" panose="02040503050406030204" pitchFamily="18" charset="0"/>
                          </a:rPr>
                          <m:t>𝑎</m:t>
                        </m:r>
                      </m:den>
                    </m:f>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收敛。</a:t>
                </a:r>
              </a:p>
            </p:txBody>
          </p:sp>
        </mc:Choice>
        <mc:Fallback xmlns="">
          <p:sp>
            <p:nvSpPr>
              <p:cNvPr id="7186" name="Text Box 20">
                <a:extLst>
                  <a:ext uri="{FF2B5EF4-FFF2-40B4-BE49-F238E27FC236}">
                    <a16:creationId xmlns:a16="http://schemas.microsoft.com/office/drawing/2014/main" id="{C8C1D34B-626B-445D-9EC2-D61DB7E05E27}"/>
                  </a:ext>
                </a:extLst>
              </p:cNvPr>
              <p:cNvSpPr txBox="1">
                <a:spLocks noRot="1" noChangeAspect="1" noMove="1" noResize="1" noEditPoints="1" noAdjustHandles="1" noChangeArrowheads="1" noChangeShapeType="1" noTextEdit="1"/>
              </p:cNvSpPr>
              <p:nvPr/>
            </p:nvSpPr>
            <p:spPr bwMode="auto">
              <a:xfrm>
                <a:off x="928688" y="3717032"/>
                <a:ext cx="7572375" cy="668837"/>
              </a:xfrm>
              <a:prstGeom prst="rect">
                <a:avLst/>
              </a:prstGeom>
              <a:blipFill>
                <a:blip r:embed="rId12"/>
                <a:stretch>
                  <a:fillRect l="-1609" t="-917" b="-1284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0" name="Rectangle 5">
            <a:extLst>
              <a:ext uri="{FF2B5EF4-FFF2-40B4-BE49-F238E27FC236}">
                <a16:creationId xmlns:a16="http://schemas.microsoft.com/office/drawing/2014/main" id="{E2DCCAD3-482A-49EE-8EAC-868886192915}"/>
              </a:ext>
            </a:extLst>
          </p:cNvPr>
          <p:cNvSpPr>
            <a:spLocks noChangeArrowheads="1"/>
          </p:cNvSpPr>
          <p:nvPr/>
        </p:nvSpPr>
        <p:spPr bwMode="auto">
          <a:xfrm>
            <a:off x="928688" y="4437112"/>
            <a:ext cx="74295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solidFill>
                  <a:srgbClr val="000066"/>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可见：</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若信号在时域尺度变换，其拉普拉斯变换的</a:t>
            </a: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在</a:t>
            </a:r>
            <a:r>
              <a:rPr kumimoji="0" lang="en-US" altLang="zh-CN" sz="2800"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平面上作相反的尺度变换。</a:t>
            </a:r>
          </a:p>
        </p:txBody>
      </p:sp>
      <p:grpSp>
        <p:nvGrpSpPr>
          <p:cNvPr id="15" name="Group 6">
            <a:extLst>
              <a:ext uri="{FF2B5EF4-FFF2-40B4-BE49-F238E27FC236}">
                <a16:creationId xmlns:a16="http://schemas.microsoft.com/office/drawing/2014/main" id="{C2FDDA2B-2817-43B3-8FBD-AF85E3E13E75}"/>
              </a:ext>
            </a:extLst>
          </p:cNvPr>
          <p:cNvGrpSpPr>
            <a:grpSpLocks/>
          </p:cNvGrpSpPr>
          <p:nvPr/>
        </p:nvGrpSpPr>
        <p:grpSpPr bwMode="auto">
          <a:xfrm>
            <a:off x="928688" y="5661248"/>
            <a:ext cx="5528941" cy="576263"/>
            <a:chOff x="720" y="2304"/>
            <a:chExt cx="3113" cy="363"/>
          </a:xfrm>
        </p:grpSpPr>
        <mc:AlternateContent xmlns:mc="http://schemas.openxmlformats.org/markup-compatibility/2006" xmlns:a14="http://schemas.microsoft.com/office/drawing/2010/main">
          <mc:Choice Requires="a14">
            <p:sp>
              <p:nvSpPr>
                <p:cNvPr id="16" name="Object 4">
                  <a:extLst>
                    <a:ext uri="{FF2B5EF4-FFF2-40B4-BE49-F238E27FC236}">
                      <a16:creationId xmlns:a16="http://schemas.microsoft.com/office/drawing/2014/main" id="{FAED77D0-5D33-4402-98C8-82990F8148C3}"/>
                    </a:ext>
                  </a:extLst>
                </p:cNvPr>
                <p:cNvSpPr txBox="1"/>
                <p:nvPr/>
              </p:nvSpPr>
              <p:spPr bwMode="auto">
                <a:xfrm>
                  <a:off x="1346" y="2335"/>
                  <a:ext cx="1588"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8197" name="Object 4">
                  <a:extLst>
                    <a:ext uri="{FF2B5EF4-FFF2-40B4-BE49-F238E27FC236}">
                      <a16:creationId xmlns:a16="http://schemas.microsoft.com/office/drawing/2014/main" id="{76E6E303-C231-4D78-AF4E-D3A2705D20F9}"/>
                    </a:ext>
                  </a:extLst>
                </p:cNvPr>
                <p:cNvSpPr txBox="1">
                  <a:spLocks noRot="1" noChangeAspect="1" noMove="1" noResize="1" noEditPoints="1" noAdjustHandles="1" noChangeArrowheads="1" noChangeShapeType="1" noTextEdit="1"/>
                </p:cNvSpPr>
                <p:nvPr/>
              </p:nvSpPr>
              <p:spPr bwMode="auto">
                <a:xfrm>
                  <a:off x="1346" y="2335"/>
                  <a:ext cx="1588" cy="330"/>
                </a:xfrm>
                <a:prstGeom prst="rect">
                  <a:avLst/>
                </a:prstGeom>
                <a:blipFill>
                  <a:blip r:embed="rId1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5">
                  <a:extLst>
                    <a:ext uri="{FF2B5EF4-FFF2-40B4-BE49-F238E27FC236}">
                      <a16:creationId xmlns:a16="http://schemas.microsoft.com/office/drawing/2014/main" id="{D06DC456-65C9-4E57-B879-5F7A45C193AD}"/>
                    </a:ext>
                  </a:extLst>
                </p:cNvPr>
                <p:cNvSpPr txBox="1"/>
                <p:nvPr/>
              </p:nvSpPr>
              <p:spPr bwMode="auto">
                <a:xfrm>
                  <a:off x="2974" y="2335"/>
                  <a:ext cx="859"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0000"/>
                            </a:solidFill>
                            <a:latin typeface="Cambria Math" panose="02040503050406030204" pitchFamily="18" charset="0"/>
                          </a:rPr>
                          <m:t>ROC</m:t>
                        </m:r>
                        <m:r>
                          <a:rPr lang="en-US" sz="2800">
                            <a:solidFill>
                              <a:srgbClr val="000000"/>
                            </a:solidFill>
                            <a:latin typeface="Cambria Math" panose="02040503050406030204" pitchFamily="18" charset="0"/>
                          </a:rPr>
                          <m:t>:</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𝑅</m:t>
                        </m:r>
                      </m:oMath>
                    </m:oMathPara>
                  </a14:m>
                  <a:endParaRPr lang="en-US" sz="2800" dirty="0"/>
                </a:p>
              </p:txBody>
            </p:sp>
          </mc:Choice>
          <mc:Fallback xmlns="">
            <p:sp>
              <p:nvSpPr>
                <p:cNvPr id="8198" name="Object 5">
                  <a:extLst>
                    <a:ext uri="{FF2B5EF4-FFF2-40B4-BE49-F238E27FC236}">
                      <a16:creationId xmlns:a16="http://schemas.microsoft.com/office/drawing/2014/main" id="{D90CAB56-B1AE-4E98-A344-F65060276A18}"/>
                    </a:ext>
                  </a:extLst>
                </p:cNvPr>
                <p:cNvSpPr txBox="1">
                  <a:spLocks noRot="1" noChangeAspect="1" noMove="1" noResize="1" noEditPoints="1" noAdjustHandles="1" noChangeArrowheads="1" noChangeShapeType="1" noTextEdit="1"/>
                </p:cNvSpPr>
                <p:nvPr/>
              </p:nvSpPr>
              <p:spPr bwMode="auto">
                <a:xfrm>
                  <a:off x="2974" y="2335"/>
                  <a:ext cx="859" cy="330"/>
                </a:xfrm>
                <a:prstGeom prst="rect">
                  <a:avLst/>
                </a:prstGeom>
                <a:blipFill>
                  <a:blip r:embed="rId14"/>
                  <a:stretch>
                    <a:fillRect/>
                  </a:stretch>
                </a:blipFill>
                <a:ln>
                  <a:noFill/>
                </a:ln>
                <a:effectLst/>
              </p:spPr>
              <p:txBody>
                <a:bodyPr/>
                <a:lstStyle/>
                <a:p>
                  <a:r>
                    <a:rPr lang="en-US">
                      <a:noFill/>
                    </a:rPr>
                    <a:t> </a:t>
                  </a:r>
                </a:p>
              </p:txBody>
            </p:sp>
          </mc:Fallback>
        </mc:AlternateContent>
        <p:sp>
          <p:nvSpPr>
            <p:cNvPr id="18" name="Text Box 9">
              <a:extLst>
                <a:ext uri="{FF2B5EF4-FFF2-40B4-BE49-F238E27FC236}">
                  <a16:creationId xmlns:a16="http://schemas.microsoft.com/office/drawing/2014/main" id="{8E6C0D1A-C067-4CC4-9091-44A8C7AB40B9}"/>
                </a:ext>
              </a:extLst>
            </p:cNvPr>
            <p:cNvSpPr txBox="1">
              <a:spLocks noChangeArrowheads="1"/>
            </p:cNvSpPr>
            <p:nvPr/>
          </p:nvSpPr>
          <p:spPr bwMode="auto">
            <a:xfrm>
              <a:off x="720" y="2304"/>
              <a:ext cx="508"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特例</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标题 1">
            <a:extLst>
              <a:ext uri="{FF2B5EF4-FFF2-40B4-BE49-F238E27FC236}">
                <a16:creationId xmlns:a16="http://schemas.microsoft.com/office/drawing/2014/main" id="{6EBB3BEA-C3A3-4B0C-8552-F8F72268F25A}"/>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F2BF0B32-3206-43E7-899D-4DFE02C6B8F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C75C13FE-AA26-4F6C-B1C4-B2F23650218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
            <a:extLst>
              <a:ext uri="{FF2B5EF4-FFF2-40B4-BE49-F238E27FC236}">
                <a16:creationId xmlns:a16="http://schemas.microsoft.com/office/drawing/2014/main" id="{B1B6BA0F-CAAA-4181-8DBC-AD0758AE3F9F}"/>
              </a:ext>
            </a:extLst>
          </p:cNvPr>
          <p:cNvGrpSpPr>
            <a:grpSpLocks/>
          </p:cNvGrpSpPr>
          <p:nvPr/>
        </p:nvGrpSpPr>
        <p:grpSpPr bwMode="auto">
          <a:xfrm>
            <a:off x="1258888" y="3601565"/>
            <a:ext cx="7061201" cy="1771651"/>
            <a:chOff x="1039" y="537"/>
            <a:chExt cx="4448" cy="1116"/>
          </a:xfrm>
        </p:grpSpPr>
        <p:graphicFrame>
          <p:nvGraphicFramePr>
            <p:cNvPr id="8199" name="Object 2">
              <a:extLst>
                <a:ext uri="{FF2B5EF4-FFF2-40B4-BE49-F238E27FC236}">
                  <a16:creationId xmlns:a16="http://schemas.microsoft.com/office/drawing/2014/main" id="{EAD7433A-D538-4AC5-B6FA-D4EAEF01FD94}"/>
                </a:ext>
              </a:extLst>
            </p:cNvPr>
            <p:cNvGraphicFramePr>
              <a:graphicFrameLocks noChangeAspect="1"/>
            </p:cNvGraphicFramePr>
            <p:nvPr>
              <p:extLst>
                <p:ext uri="{D42A27DB-BD31-4B8C-83A1-F6EECF244321}">
                  <p14:modId xmlns:p14="http://schemas.microsoft.com/office/powerpoint/2010/main" val="4161660745"/>
                </p:ext>
              </p:extLst>
            </p:nvPr>
          </p:nvGraphicFramePr>
          <p:xfrm>
            <a:off x="1039" y="537"/>
            <a:ext cx="3206" cy="595"/>
          </p:xfrm>
          <a:graphic>
            <a:graphicData uri="http://schemas.openxmlformats.org/presentationml/2006/ole">
              <mc:AlternateContent xmlns:mc="http://schemas.openxmlformats.org/markup-compatibility/2006">
                <mc:Choice xmlns:v="urn:schemas-microsoft-com:vml" Requires="v">
                  <p:oleObj spid="_x0000_s26122" name="Equation" r:id="rId3" imgW="2120760" imgH="393480" progId="Equation.DSMT4">
                    <p:embed/>
                  </p:oleObj>
                </mc:Choice>
                <mc:Fallback>
                  <p:oleObj name="Equation" r:id="rId3" imgW="2120760" imgH="393480" progId="Equation.DSMT4">
                    <p:embed/>
                    <p:pic>
                      <p:nvPicPr>
                        <p:cNvPr id="8199" name="Object 2">
                          <a:extLst>
                            <a:ext uri="{FF2B5EF4-FFF2-40B4-BE49-F238E27FC236}">
                              <a16:creationId xmlns:a16="http://schemas.microsoft.com/office/drawing/2014/main" id="{EAD7433A-D538-4AC5-B6FA-D4EAEF01FD94}"/>
                            </a:ext>
                          </a:extLst>
                        </p:cNvPr>
                        <p:cNvPicPr>
                          <a:picLocks noChangeAspect="1" noChangeArrowheads="1"/>
                        </p:cNvPicPr>
                        <p:nvPr/>
                      </p:nvPicPr>
                      <p:blipFill>
                        <a:blip r:embed="rId4"/>
                        <a:srcRect/>
                        <a:stretch>
                          <a:fillRect/>
                        </a:stretch>
                      </p:blipFill>
                      <p:spPr bwMode="auto">
                        <a:xfrm>
                          <a:off x="1039" y="537"/>
                          <a:ext cx="3206" cy="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3">
              <a:extLst>
                <a:ext uri="{FF2B5EF4-FFF2-40B4-BE49-F238E27FC236}">
                  <a16:creationId xmlns:a16="http://schemas.microsoft.com/office/drawing/2014/main" id="{2F80FF82-9165-4180-9C17-F7B69A27BA7D}"/>
                </a:ext>
              </a:extLst>
            </p:cNvPr>
            <p:cNvGraphicFramePr>
              <a:graphicFrameLocks noChangeAspect="1"/>
            </p:cNvGraphicFramePr>
            <p:nvPr>
              <p:extLst>
                <p:ext uri="{D42A27DB-BD31-4B8C-83A1-F6EECF244321}">
                  <p14:modId xmlns:p14="http://schemas.microsoft.com/office/powerpoint/2010/main" val="2755751079"/>
                </p:ext>
              </p:extLst>
            </p:nvPr>
          </p:nvGraphicFramePr>
          <p:xfrm>
            <a:off x="3583" y="1345"/>
            <a:ext cx="1904" cy="308"/>
          </p:xfrm>
          <a:graphic>
            <a:graphicData uri="http://schemas.openxmlformats.org/presentationml/2006/ole">
              <mc:AlternateContent xmlns:mc="http://schemas.openxmlformats.org/markup-compatibility/2006">
                <mc:Choice xmlns:v="urn:schemas-microsoft-com:vml" Requires="v">
                  <p:oleObj spid="_x0000_s26123" name="Equation" r:id="rId5" imgW="1257120" imgH="203040" progId="Equation.DSMT4">
                    <p:embed/>
                  </p:oleObj>
                </mc:Choice>
                <mc:Fallback>
                  <p:oleObj name="Equation" r:id="rId5" imgW="1257120" imgH="203040" progId="Equation.DSMT4">
                    <p:embed/>
                    <p:pic>
                      <p:nvPicPr>
                        <p:cNvPr id="8200" name="Object 3">
                          <a:extLst>
                            <a:ext uri="{FF2B5EF4-FFF2-40B4-BE49-F238E27FC236}">
                              <a16:creationId xmlns:a16="http://schemas.microsoft.com/office/drawing/2014/main" id="{2F80FF82-9165-4180-9C17-F7B69A27BA7D}"/>
                            </a:ext>
                          </a:extLst>
                        </p:cNvPr>
                        <p:cNvPicPr>
                          <a:picLocks noChangeAspect="1" noChangeArrowheads="1"/>
                        </p:cNvPicPr>
                        <p:nvPr/>
                      </p:nvPicPr>
                      <p:blipFill>
                        <a:blip r:embed="rId6"/>
                        <a:srcRect/>
                        <a:stretch>
                          <a:fillRect/>
                        </a:stretch>
                      </p:blipFill>
                      <p:spPr bwMode="auto">
                        <a:xfrm>
                          <a:off x="3583" y="1345"/>
                          <a:ext cx="190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205" name="Group 12">
            <a:extLst>
              <a:ext uri="{FF2B5EF4-FFF2-40B4-BE49-F238E27FC236}">
                <a16:creationId xmlns:a16="http://schemas.microsoft.com/office/drawing/2014/main" id="{C041C952-EA84-4FD5-8F0B-7A236778FF2F}"/>
              </a:ext>
            </a:extLst>
          </p:cNvPr>
          <p:cNvGrpSpPr>
            <a:grpSpLocks/>
          </p:cNvGrpSpPr>
          <p:nvPr/>
        </p:nvGrpSpPr>
        <p:grpSpPr bwMode="auto">
          <a:xfrm>
            <a:off x="606953" y="1556345"/>
            <a:ext cx="7709411" cy="1630363"/>
            <a:chOff x="742" y="2900"/>
            <a:chExt cx="4784" cy="1027"/>
          </a:xfrm>
        </p:grpSpPr>
        <p:sp>
          <p:nvSpPr>
            <p:cNvPr id="8206" name="Text Box 18">
              <a:extLst>
                <a:ext uri="{FF2B5EF4-FFF2-40B4-BE49-F238E27FC236}">
                  <a16:creationId xmlns:a16="http://schemas.microsoft.com/office/drawing/2014/main" id="{991B4B25-A247-49BC-8405-18BED04E3CE8}"/>
                </a:ext>
              </a:extLst>
            </p:cNvPr>
            <p:cNvSpPr txBox="1">
              <a:spLocks noChangeArrowheads="1"/>
            </p:cNvSpPr>
            <p:nvPr/>
          </p:nvSpPr>
          <p:spPr bwMode="auto">
            <a:xfrm>
              <a:off x="1102" y="3597"/>
              <a:ext cx="442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求                              的拉普拉斯变换及</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8207" name="Group 13">
              <a:extLst>
                <a:ext uri="{FF2B5EF4-FFF2-40B4-BE49-F238E27FC236}">
                  <a16:creationId xmlns:a16="http://schemas.microsoft.com/office/drawing/2014/main" id="{70C2C074-1E4E-42C8-A159-0C42F0F0838F}"/>
                </a:ext>
              </a:extLst>
            </p:cNvPr>
            <p:cNvGrpSpPr>
              <a:grpSpLocks/>
            </p:cNvGrpSpPr>
            <p:nvPr/>
          </p:nvGrpSpPr>
          <p:grpSpPr bwMode="auto">
            <a:xfrm>
              <a:off x="742" y="2900"/>
              <a:ext cx="4410" cy="594"/>
              <a:chOff x="742" y="2880"/>
              <a:chExt cx="4410" cy="594"/>
            </a:xfrm>
          </p:grpSpPr>
          <p:sp>
            <p:nvSpPr>
              <p:cNvPr id="8208" name="Text Box 14">
                <a:extLst>
                  <a:ext uri="{FF2B5EF4-FFF2-40B4-BE49-F238E27FC236}">
                    <a16:creationId xmlns:a16="http://schemas.microsoft.com/office/drawing/2014/main" id="{0BEB547D-3E74-4C42-9F1F-FB8845D1516C}"/>
                  </a:ext>
                </a:extLst>
              </p:cNvPr>
              <p:cNvSpPr txBox="1">
                <a:spLocks noChangeArrowheads="1"/>
              </p:cNvSpPr>
              <p:nvPr/>
            </p:nvSpPr>
            <p:spPr bwMode="auto">
              <a:xfrm>
                <a:off x="742" y="3013"/>
                <a:ext cx="5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8195" name="Object 6">
                <a:extLst>
                  <a:ext uri="{FF2B5EF4-FFF2-40B4-BE49-F238E27FC236}">
                    <a16:creationId xmlns:a16="http://schemas.microsoft.com/office/drawing/2014/main" id="{B2C4B266-E49A-4222-8A0F-DAC155D2CE8A}"/>
                  </a:ext>
                </a:extLst>
              </p:cNvPr>
              <p:cNvGraphicFramePr>
                <a:graphicFrameLocks noChangeAspect="1"/>
              </p:cNvGraphicFramePr>
              <p:nvPr/>
            </p:nvGraphicFramePr>
            <p:xfrm>
              <a:off x="1149" y="2880"/>
              <a:ext cx="2816" cy="594"/>
            </p:xfrm>
            <a:graphic>
              <a:graphicData uri="http://schemas.openxmlformats.org/presentationml/2006/ole">
                <mc:AlternateContent xmlns:mc="http://schemas.openxmlformats.org/markup-compatibility/2006">
                  <mc:Choice xmlns:v="urn:schemas-microsoft-com:vml" Requires="v">
                    <p:oleObj spid="_x0000_s26124" name="Equation" r:id="rId7" imgW="1866600" imgH="393480" progId="Equation.DSMT4">
                      <p:embed/>
                    </p:oleObj>
                  </mc:Choice>
                  <mc:Fallback>
                    <p:oleObj name="Equation" r:id="rId7" imgW="1866600" imgH="393480" progId="Equation.DSMT4">
                      <p:embed/>
                      <p:pic>
                        <p:nvPicPr>
                          <p:cNvPr id="8195" name="Object 6">
                            <a:extLst>
                              <a:ext uri="{FF2B5EF4-FFF2-40B4-BE49-F238E27FC236}">
                                <a16:creationId xmlns:a16="http://schemas.microsoft.com/office/drawing/2014/main" id="{B2C4B266-E49A-4222-8A0F-DAC155D2CE8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9" y="2880"/>
                            <a:ext cx="2816"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6" name="Object 7">
                <a:extLst>
                  <a:ext uri="{FF2B5EF4-FFF2-40B4-BE49-F238E27FC236}">
                    <a16:creationId xmlns:a16="http://schemas.microsoft.com/office/drawing/2014/main" id="{087CBC7C-70DD-4711-931A-4D276D4781D9}"/>
                  </a:ext>
                </a:extLst>
              </p:cNvPr>
              <p:cNvGraphicFramePr>
                <a:graphicFrameLocks noChangeAspect="1"/>
              </p:cNvGraphicFramePr>
              <p:nvPr/>
            </p:nvGraphicFramePr>
            <p:xfrm>
              <a:off x="4117" y="3048"/>
              <a:ext cx="1035" cy="306"/>
            </p:xfrm>
            <a:graphic>
              <a:graphicData uri="http://schemas.openxmlformats.org/presentationml/2006/ole">
                <mc:AlternateContent xmlns:mc="http://schemas.openxmlformats.org/markup-compatibility/2006">
                  <mc:Choice xmlns:v="urn:schemas-microsoft-com:vml" Requires="v">
                    <p:oleObj spid="_x0000_s26125" name="Equation" r:id="rId9" imgW="685800" imgH="203040" progId="Equation.DSMT4">
                      <p:embed/>
                    </p:oleObj>
                  </mc:Choice>
                  <mc:Fallback>
                    <p:oleObj name="Equation" r:id="rId9" imgW="685800" imgH="203040" progId="Equation.DSMT4">
                      <p:embed/>
                      <p:pic>
                        <p:nvPicPr>
                          <p:cNvPr id="8196" name="Object 7">
                            <a:extLst>
                              <a:ext uri="{FF2B5EF4-FFF2-40B4-BE49-F238E27FC236}">
                                <a16:creationId xmlns:a16="http://schemas.microsoft.com/office/drawing/2014/main" id="{087CBC7C-70DD-4711-931A-4D276D4781D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7" y="3048"/>
                            <a:ext cx="1035"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194" name="Object 8">
              <a:extLst>
                <a:ext uri="{FF2B5EF4-FFF2-40B4-BE49-F238E27FC236}">
                  <a16:creationId xmlns:a16="http://schemas.microsoft.com/office/drawing/2014/main" id="{CE241DD6-B6A4-43CF-8804-D1039F4785E0}"/>
                </a:ext>
              </a:extLst>
            </p:cNvPr>
            <p:cNvGraphicFramePr>
              <a:graphicFrameLocks noChangeAspect="1"/>
            </p:cNvGraphicFramePr>
            <p:nvPr>
              <p:extLst>
                <p:ext uri="{D42A27DB-BD31-4B8C-83A1-F6EECF244321}">
                  <p14:modId xmlns:p14="http://schemas.microsoft.com/office/powerpoint/2010/main" val="1515458725"/>
                </p:ext>
              </p:extLst>
            </p:nvPr>
          </p:nvGraphicFramePr>
          <p:xfrm>
            <a:off x="1432" y="3581"/>
            <a:ext cx="1582" cy="346"/>
          </p:xfrm>
          <a:graphic>
            <a:graphicData uri="http://schemas.openxmlformats.org/presentationml/2006/ole">
              <mc:AlternateContent xmlns:mc="http://schemas.openxmlformats.org/markup-compatibility/2006">
                <mc:Choice xmlns:v="urn:schemas-microsoft-com:vml" Requires="v">
                  <p:oleObj spid="_x0000_s26126" name="Equation" r:id="rId11" imgW="1091880" imgH="228600" progId="Equation.DSMT4">
                    <p:embed/>
                  </p:oleObj>
                </mc:Choice>
                <mc:Fallback>
                  <p:oleObj name="Equation" r:id="rId11" imgW="1091880" imgH="228600" progId="Equation.DSMT4">
                    <p:embed/>
                    <p:pic>
                      <p:nvPicPr>
                        <p:cNvPr id="8194" name="Object 8">
                          <a:extLst>
                            <a:ext uri="{FF2B5EF4-FFF2-40B4-BE49-F238E27FC236}">
                              <a16:creationId xmlns:a16="http://schemas.microsoft.com/office/drawing/2014/main" id="{CE241DD6-B6A4-43CF-8804-D1039F4785E0}"/>
                            </a:ext>
                          </a:extLst>
                        </p:cNvPr>
                        <p:cNvPicPr>
                          <a:picLocks noChangeAspect="1" noChangeArrowheads="1"/>
                        </p:cNvPicPr>
                        <p:nvPr/>
                      </p:nvPicPr>
                      <p:blipFill>
                        <a:blip r:embed="rId12"/>
                        <a:srcRect/>
                        <a:stretch>
                          <a:fillRect/>
                        </a:stretch>
                      </p:blipFill>
                      <p:spPr bwMode="auto">
                        <a:xfrm>
                          <a:off x="1432" y="3581"/>
                          <a:ext cx="158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 name="标题 1">
            <a:extLst>
              <a:ext uri="{FF2B5EF4-FFF2-40B4-BE49-F238E27FC236}">
                <a16:creationId xmlns:a16="http://schemas.microsoft.com/office/drawing/2014/main" id="{C668AC5B-1689-4268-97DF-9E9C201EC793}"/>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5D6462D8-8897-497B-8373-61D3970F702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04E9B86C-BA75-4291-BBA4-FBA9B58D62A4}"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8" name="Rectangle 10">
            <a:extLst>
              <a:ext uri="{FF2B5EF4-FFF2-40B4-BE49-F238E27FC236}">
                <a16:creationId xmlns:a16="http://schemas.microsoft.com/office/drawing/2014/main" id="{F1F171B1-2EE3-4703-B668-0A2D0A84BE4C}"/>
              </a:ext>
            </a:extLst>
          </p:cNvPr>
          <p:cNvSpPr>
            <a:spLocks noChangeArrowheads="1"/>
          </p:cNvSpPr>
          <p:nvPr/>
        </p:nvSpPr>
        <p:spPr bwMode="auto">
          <a:xfrm>
            <a:off x="500063" y="1214438"/>
            <a:ext cx="579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5.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共轭对称性：</a:t>
            </a:r>
          </a:p>
        </p:txBody>
      </p:sp>
      <p:grpSp>
        <p:nvGrpSpPr>
          <p:cNvPr id="9229" name="Group 11">
            <a:extLst>
              <a:ext uri="{FF2B5EF4-FFF2-40B4-BE49-F238E27FC236}">
                <a16:creationId xmlns:a16="http://schemas.microsoft.com/office/drawing/2014/main" id="{0368238B-50D4-45C6-A1F1-1756E5FACD34}"/>
              </a:ext>
            </a:extLst>
          </p:cNvPr>
          <p:cNvGrpSpPr>
            <a:grpSpLocks/>
          </p:cNvGrpSpPr>
          <p:nvPr/>
        </p:nvGrpSpPr>
        <p:grpSpPr bwMode="auto">
          <a:xfrm>
            <a:off x="2583657" y="2476698"/>
            <a:ext cx="3998912" cy="555625"/>
            <a:chOff x="1248" y="3660"/>
            <a:chExt cx="2519" cy="350"/>
          </a:xfrm>
        </p:grpSpPr>
        <mc:AlternateContent xmlns:mc="http://schemas.openxmlformats.org/markup-compatibility/2006" xmlns:a14="http://schemas.microsoft.com/office/drawing/2010/main">
          <mc:Choice Requires="a14">
            <p:sp>
              <p:nvSpPr>
                <p:cNvPr id="9224" name="Object 2">
                  <a:extLst>
                    <a:ext uri="{FF2B5EF4-FFF2-40B4-BE49-F238E27FC236}">
                      <a16:creationId xmlns:a16="http://schemas.microsoft.com/office/drawing/2014/main" id="{B65B9EC1-9B6F-413F-AA86-A8C28355B2B5}"/>
                    </a:ext>
                  </a:extLst>
                </p:cNvPr>
                <p:cNvSpPr txBox="1"/>
                <p:nvPr/>
              </p:nvSpPr>
              <p:spPr bwMode="auto">
                <a:xfrm>
                  <a:off x="1248" y="3660"/>
                  <a:ext cx="1712"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sz="2800" i="1" smtClean="0">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𝑥</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𝑋</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𝑠</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9224" name="Object 2">
                  <a:extLst>
                    <a:ext uri="{FF2B5EF4-FFF2-40B4-BE49-F238E27FC236}">
                      <a16:creationId xmlns:a16="http://schemas.microsoft.com/office/drawing/2014/main" id="{B65B9EC1-9B6F-413F-AA86-A8C28355B2B5}"/>
                    </a:ext>
                  </a:extLst>
                </p:cNvPr>
                <p:cNvSpPr txBox="1">
                  <a:spLocks noRot="1" noChangeAspect="1" noMove="1" noResize="1" noEditPoints="1" noAdjustHandles="1" noChangeArrowheads="1" noChangeShapeType="1" noTextEdit="1"/>
                </p:cNvSpPr>
                <p:nvPr/>
              </p:nvSpPr>
              <p:spPr bwMode="auto">
                <a:xfrm>
                  <a:off x="1248" y="3660"/>
                  <a:ext cx="1712" cy="33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5" name="Object 3">
                  <a:extLst>
                    <a:ext uri="{FF2B5EF4-FFF2-40B4-BE49-F238E27FC236}">
                      <a16:creationId xmlns:a16="http://schemas.microsoft.com/office/drawing/2014/main" id="{50F2738A-3162-44FD-BB9F-63D96F623789}"/>
                    </a:ext>
                  </a:extLst>
                </p:cNvPr>
                <p:cNvSpPr txBox="1"/>
                <p:nvPr/>
              </p:nvSpPr>
              <p:spPr bwMode="auto">
                <a:xfrm>
                  <a:off x="2946" y="3680"/>
                  <a:ext cx="821"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ROC</m:t>
                            </m:r>
                            <m:r>
                              <a:rPr lang="en-US" sz="2800" i="0">
                                <a:solidFill>
                                  <a:srgbClr val="000000"/>
                                </a:solidFill>
                                <a:latin typeface="Cambria Math" panose="02040503050406030204" pitchFamily="18" charset="0"/>
                              </a:rPr>
                              <m:t>:</m:t>
                            </m:r>
                          </m:fName>
                          <m:e>
                            <m:r>
                              <a:rPr lang="en-US" sz="2800" i="1" smtClean="0">
                                <a:solidFill>
                                  <a:srgbClr val="FF0000"/>
                                </a:solidFill>
                                <a:latin typeface="Cambria Math" panose="02040503050406030204" pitchFamily="18" charset="0"/>
                              </a:rPr>
                              <m:t>𝑅</m:t>
                            </m:r>
                          </m:e>
                        </m:func>
                      </m:oMath>
                    </m:oMathPara>
                  </a14:m>
                  <a:endParaRPr lang="en-US" sz="2800" dirty="0"/>
                </a:p>
              </p:txBody>
            </p:sp>
          </mc:Choice>
          <mc:Fallback xmlns="">
            <p:sp>
              <p:nvSpPr>
                <p:cNvPr id="9225" name="Object 3">
                  <a:extLst>
                    <a:ext uri="{FF2B5EF4-FFF2-40B4-BE49-F238E27FC236}">
                      <a16:creationId xmlns:a16="http://schemas.microsoft.com/office/drawing/2014/main" id="{50F2738A-3162-44FD-BB9F-63D96F623789}"/>
                    </a:ext>
                  </a:extLst>
                </p:cNvPr>
                <p:cNvSpPr txBox="1">
                  <a:spLocks noRot="1" noChangeAspect="1" noMove="1" noResize="1" noEditPoints="1" noAdjustHandles="1" noChangeArrowheads="1" noChangeShapeType="1" noTextEdit="1"/>
                </p:cNvSpPr>
                <p:nvPr/>
              </p:nvSpPr>
              <p:spPr bwMode="auto">
                <a:xfrm>
                  <a:off x="2946" y="3680"/>
                  <a:ext cx="821" cy="330"/>
                </a:xfrm>
                <a:prstGeom prst="rect">
                  <a:avLst/>
                </a:prstGeom>
                <a:blipFill>
                  <a:blip r:embed="rId4"/>
                  <a:stretch>
                    <a:fillRect/>
                  </a:stretch>
                </a:blipFill>
                <a:ln>
                  <a:noFill/>
                </a:ln>
                <a:effectLst/>
              </p:spPr>
              <p:txBody>
                <a:bodyPr/>
                <a:lstStyle/>
                <a:p>
                  <a:r>
                    <a:rPr lang="en-US">
                      <a:noFill/>
                    </a:rPr>
                    <a:t> </a:t>
                  </a:r>
                </a:p>
              </p:txBody>
            </p:sp>
          </mc:Fallback>
        </mc:AlternateContent>
      </p:grpSp>
      <p:grpSp>
        <p:nvGrpSpPr>
          <p:cNvPr id="9230" name="Group 14">
            <a:extLst>
              <a:ext uri="{FF2B5EF4-FFF2-40B4-BE49-F238E27FC236}">
                <a16:creationId xmlns:a16="http://schemas.microsoft.com/office/drawing/2014/main" id="{9F04A913-0A83-4BD1-A02C-68DAE6A017A2}"/>
              </a:ext>
            </a:extLst>
          </p:cNvPr>
          <p:cNvGrpSpPr>
            <a:grpSpLocks/>
          </p:cNvGrpSpPr>
          <p:nvPr/>
        </p:nvGrpSpPr>
        <p:grpSpPr bwMode="auto">
          <a:xfrm>
            <a:off x="957263" y="1857375"/>
            <a:ext cx="5187950" cy="534988"/>
            <a:chOff x="864" y="3138"/>
            <a:chExt cx="3268" cy="337"/>
          </a:xfrm>
        </p:grpSpPr>
        <p:graphicFrame>
          <p:nvGraphicFramePr>
            <p:cNvPr id="9222" name="Object 4">
              <a:extLst>
                <a:ext uri="{FF2B5EF4-FFF2-40B4-BE49-F238E27FC236}">
                  <a16:creationId xmlns:a16="http://schemas.microsoft.com/office/drawing/2014/main" id="{D0195711-9B2F-4A61-9E38-BD4D02FE9A58}"/>
                </a:ext>
              </a:extLst>
            </p:cNvPr>
            <p:cNvGraphicFramePr>
              <a:graphicFrameLocks noChangeAspect="1"/>
            </p:cNvGraphicFramePr>
            <p:nvPr/>
          </p:nvGraphicFramePr>
          <p:xfrm>
            <a:off x="1248" y="3168"/>
            <a:ext cx="1281" cy="306"/>
          </p:xfrm>
          <a:graphic>
            <a:graphicData uri="http://schemas.openxmlformats.org/presentationml/2006/ole">
              <mc:AlternateContent xmlns:mc="http://schemas.openxmlformats.org/markup-compatibility/2006">
                <mc:Choice xmlns:v="urn:schemas-microsoft-com:vml" Requires="v">
                  <p:oleObj spid="_x0000_s27042" name="Equation" r:id="rId5" imgW="850680" imgH="203040" progId="Equation.DSMT4">
                    <p:embed/>
                  </p:oleObj>
                </mc:Choice>
                <mc:Fallback>
                  <p:oleObj name="Equation" r:id="rId5" imgW="850680" imgH="203040" progId="Equation.DSMT4">
                    <p:embed/>
                    <p:pic>
                      <p:nvPicPr>
                        <p:cNvPr id="9222" name="Object 4">
                          <a:extLst>
                            <a:ext uri="{FF2B5EF4-FFF2-40B4-BE49-F238E27FC236}">
                              <a16:creationId xmlns:a16="http://schemas.microsoft.com/office/drawing/2014/main" id="{D0195711-9B2F-4A61-9E38-BD4D02FE9A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3168"/>
                          <a:ext cx="128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3" name="Object 5">
              <a:extLst>
                <a:ext uri="{FF2B5EF4-FFF2-40B4-BE49-F238E27FC236}">
                  <a16:creationId xmlns:a16="http://schemas.microsoft.com/office/drawing/2014/main" id="{B168A2A8-DE2B-4D9D-B079-8B296068A05A}"/>
                </a:ext>
              </a:extLst>
            </p:cNvPr>
            <p:cNvGraphicFramePr>
              <a:graphicFrameLocks noChangeAspect="1"/>
            </p:cNvGraphicFramePr>
            <p:nvPr/>
          </p:nvGraphicFramePr>
          <p:xfrm>
            <a:off x="2928" y="3186"/>
            <a:ext cx="821" cy="268"/>
          </p:xfrm>
          <a:graphic>
            <a:graphicData uri="http://schemas.openxmlformats.org/presentationml/2006/ole">
              <mc:AlternateContent xmlns:mc="http://schemas.openxmlformats.org/markup-compatibility/2006">
                <mc:Choice xmlns:v="urn:schemas-microsoft-com:vml" Requires="v">
                  <p:oleObj spid="_x0000_s27043" name="Equation" r:id="rId7" imgW="545760" imgH="177480" progId="Equation.DSMT4">
                    <p:embed/>
                  </p:oleObj>
                </mc:Choice>
                <mc:Fallback>
                  <p:oleObj name="Equation" r:id="rId7" imgW="545760" imgH="177480" progId="Equation.DSMT4">
                    <p:embed/>
                    <p:pic>
                      <p:nvPicPr>
                        <p:cNvPr id="9223" name="Object 5">
                          <a:extLst>
                            <a:ext uri="{FF2B5EF4-FFF2-40B4-BE49-F238E27FC236}">
                              <a16:creationId xmlns:a16="http://schemas.microsoft.com/office/drawing/2014/main" id="{B168A2A8-DE2B-4D9D-B079-8B296068A0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3186"/>
                          <a:ext cx="821"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6" name="Text Box 17">
              <a:extLst>
                <a:ext uri="{FF2B5EF4-FFF2-40B4-BE49-F238E27FC236}">
                  <a16:creationId xmlns:a16="http://schemas.microsoft.com/office/drawing/2014/main" id="{E18239DA-ED7A-4F05-8760-CAFCA6F94EBA}"/>
                </a:ext>
              </a:extLst>
            </p:cNvPr>
            <p:cNvSpPr txBox="1">
              <a:spLocks noChangeArrowheads="1"/>
            </p:cNvSpPr>
            <p:nvPr/>
          </p:nvSpPr>
          <p:spPr bwMode="auto">
            <a:xfrm>
              <a:off x="864" y="313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sp>
          <p:nvSpPr>
            <p:cNvPr id="9237" name="Text Box 18">
              <a:extLst>
                <a:ext uri="{FF2B5EF4-FFF2-40B4-BE49-F238E27FC236}">
                  <a16:creationId xmlns:a16="http://schemas.microsoft.com/office/drawing/2014/main" id="{E8989203-F399-4B2F-A97A-8D5CA14AB698}"/>
                </a:ext>
              </a:extLst>
            </p:cNvPr>
            <p:cNvSpPr txBox="1">
              <a:spLocks noChangeArrowheads="1"/>
            </p:cNvSpPr>
            <p:nvPr/>
          </p:nvSpPr>
          <p:spPr bwMode="auto">
            <a:xfrm>
              <a:off x="3792" y="314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grpSp>
        <p:nvGrpSpPr>
          <p:cNvPr id="5" name="Group 9">
            <a:extLst>
              <a:ext uri="{FF2B5EF4-FFF2-40B4-BE49-F238E27FC236}">
                <a16:creationId xmlns:a16="http://schemas.microsoft.com/office/drawing/2014/main" id="{06C11928-18C5-4A6A-86FE-0EC303CCA602}"/>
              </a:ext>
            </a:extLst>
          </p:cNvPr>
          <p:cNvGrpSpPr>
            <a:grpSpLocks/>
          </p:cNvGrpSpPr>
          <p:nvPr/>
        </p:nvGrpSpPr>
        <p:grpSpPr bwMode="auto">
          <a:xfrm>
            <a:off x="969963" y="3121025"/>
            <a:ext cx="5721350" cy="557213"/>
            <a:chOff x="720" y="600"/>
            <a:chExt cx="3604" cy="351"/>
          </a:xfrm>
        </p:grpSpPr>
        <p:sp>
          <p:nvSpPr>
            <p:cNvPr id="9235" name="Text Box 10">
              <a:extLst>
                <a:ext uri="{FF2B5EF4-FFF2-40B4-BE49-F238E27FC236}">
                  <a16:creationId xmlns:a16="http://schemas.microsoft.com/office/drawing/2014/main" id="{63AFE33C-4E8D-4013-94E5-E5C8FA45F1CE}"/>
                </a:ext>
              </a:extLst>
            </p:cNvPr>
            <p:cNvSpPr txBox="1">
              <a:spLocks noChangeArrowheads="1"/>
            </p:cNvSpPr>
            <p:nvPr/>
          </p:nvSpPr>
          <p:spPr bwMode="auto">
            <a:xfrm>
              <a:off x="720" y="624"/>
              <a:ext cx="27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当        为</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实信号时</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，有：</a:t>
              </a:r>
            </a:p>
          </p:txBody>
        </p:sp>
        <p:graphicFrame>
          <p:nvGraphicFramePr>
            <p:cNvPr id="9220" name="Object 10">
              <a:extLst>
                <a:ext uri="{FF2B5EF4-FFF2-40B4-BE49-F238E27FC236}">
                  <a16:creationId xmlns:a16="http://schemas.microsoft.com/office/drawing/2014/main" id="{8B67F311-53B7-4C93-BDFE-4EFABD0D4B2D}"/>
                </a:ext>
              </a:extLst>
            </p:cNvPr>
            <p:cNvGraphicFramePr>
              <a:graphicFrameLocks noChangeAspect="1"/>
            </p:cNvGraphicFramePr>
            <p:nvPr/>
          </p:nvGraphicFramePr>
          <p:xfrm>
            <a:off x="1030" y="642"/>
            <a:ext cx="424" cy="308"/>
          </p:xfrm>
          <a:graphic>
            <a:graphicData uri="http://schemas.openxmlformats.org/presentationml/2006/ole">
              <mc:AlternateContent xmlns:mc="http://schemas.openxmlformats.org/markup-compatibility/2006">
                <mc:Choice xmlns:v="urn:schemas-microsoft-com:vml" Requires="v">
                  <p:oleObj spid="_x0000_s27044" name="Equation" r:id="rId9" imgW="279360" imgH="203040" progId="Equation.DSMT4">
                    <p:embed/>
                  </p:oleObj>
                </mc:Choice>
                <mc:Fallback>
                  <p:oleObj name="Equation" r:id="rId9" imgW="279360" imgH="203040" progId="Equation.DSMT4">
                    <p:embed/>
                    <p:pic>
                      <p:nvPicPr>
                        <p:cNvPr id="9220" name="Object 10">
                          <a:extLst>
                            <a:ext uri="{FF2B5EF4-FFF2-40B4-BE49-F238E27FC236}">
                              <a16:creationId xmlns:a16="http://schemas.microsoft.com/office/drawing/2014/main" id="{8B67F311-53B7-4C93-BDFE-4EFABD0D4B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0" y="642"/>
                          <a:ext cx="4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1" name="Object 11">
              <a:extLst>
                <a:ext uri="{FF2B5EF4-FFF2-40B4-BE49-F238E27FC236}">
                  <a16:creationId xmlns:a16="http://schemas.microsoft.com/office/drawing/2014/main" id="{05497B0B-E2F8-4665-9575-9E894A3627E5}"/>
                </a:ext>
              </a:extLst>
            </p:cNvPr>
            <p:cNvGraphicFramePr>
              <a:graphicFrameLocks noChangeAspect="1"/>
            </p:cNvGraphicFramePr>
            <p:nvPr/>
          </p:nvGraphicFramePr>
          <p:xfrm>
            <a:off x="3204" y="600"/>
            <a:ext cx="1120" cy="347"/>
          </p:xfrm>
          <a:graphic>
            <a:graphicData uri="http://schemas.openxmlformats.org/presentationml/2006/ole">
              <mc:AlternateContent xmlns:mc="http://schemas.openxmlformats.org/markup-compatibility/2006">
                <mc:Choice xmlns:v="urn:schemas-microsoft-com:vml" Requires="v">
                  <p:oleObj spid="_x0000_s27045" name="Equation" r:id="rId11" imgW="736560" imgH="228600" progId="Equation.DSMT4">
                    <p:embed/>
                  </p:oleObj>
                </mc:Choice>
                <mc:Fallback>
                  <p:oleObj name="Equation" r:id="rId11" imgW="736560" imgH="228600" progId="Equation.DSMT4">
                    <p:embed/>
                    <p:pic>
                      <p:nvPicPr>
                        <p:cNvPr id="9221" name="Object 11">
                          <a:extLst>
                            <a:ext uri="{FF2B5EF4-FFF2-40B4-BE49-F238E27FC236}">
                              <a16:creationId xmlns:a16="http://schemas.microsoft.com/office/drawing/2014/main" id="{05497B0B-E2F8-4665-9575-9E894A3627E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4" y="600"/>
                          <a:ext cx="1120"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14">
            <a:extLst>
              <a:ext uri="{FF2B5EF4-FFF2-40B4-BE49-F238E27FC236}">
                <a16:creationId xmlns:a16="http://schemas.microsoft.com/office/drawing/2014/main" id="{B5C774D8-2619-40C9-A3EA-C43BEFD08F23}"/>
              </a:ext>
            </a:extLst>
          </p:cNvPr>
          <p:cNvGrpSpPr>
            <a:grpSpLocks/>
          </p:cNvGrpSpPr>
          <p:nvPr/>
        </p:nvGrpSpPr>
        <p:grpSpPr bwMode="auto">
          <a:xfrm>
            <a:off x="1049338" y="3768728"/>
            <a:ext cx="5816599" cy="590551"/>
            <a:chOff x="1061" y="1161"/>
            <a:chExt cx="3664" cy="372"/>
          </a:xfrm>
        </p:grpSpPr>
        <mc:AlternateContent xmlns:mc="http://schemas.openxmlformats.org/markup-compatibility/2006" xmlns:a14="http://schemas.microsoft.com/office/drawing/2010/main">
          <mc:Choice Requires="a14">
            <p:sp>
              <p:nvSpPr>
                <p:cNvPr id="9218" name="Object 12">
                  <a:extLst>
                    <a:ext uri="{FF2B5EF4-FFF2-40B4-BE49-F238E27FC236}">
                      <a16:creationId xmlns:a16="http://schemas.microsoft.com/office/drawing/2014/main" id="{CA6340E3-EECC-4FA1-9761-29D6CBA578AC}"/>
                    </a:ext>
                  </a:extLst>
                </p:cNvPr>
                <p:cNvSpPr txBox="1"/>
                <p:nvPr/>
              </p:nvSpPr>
              <p:spPr bwMode="auto">
                <a:xfrm>
                  <a:off x="1061" y="1161"/>
                  <a:ext cx="1901" cy="3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∴ </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𝑋</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𝑠</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p>
              </p:txBody>
            </p:sp>
          </mc:Choice>
          <mc:Fallback xmlns="">
            <p:sp>
              <p:nvSpPr>
                <p:cNvPr id="9218" name="Object 12">
                  <a:extLst>
                    <a:ext uri="{FF2B5EF4-FFF2-40B4-BE49-F238E27FC236}">
                      <a16:creationId xmlns:a16="http://schemas.microsoft.com/office/drawing/2014/main" id="{CA6340E3-EECC-4FA1-9761-29D6CBA578AC}"/>
                    </a:ext>
                  </a:extLst>
                </p:cNvPr>
                <p:cNvSpPr txBox="1">
                  <a:spLocks noRot="1" noChangeAspect="1" noMove="1" noResize="1" noEditPoints="1" noAdjustHandles="1" noChangeArrowheads="1" noChangeShapeType="1" noTextEdit="1"/>
                </p:cNvSpPr>
                <p:nvPr/>
              </p:nvSpPr>
              <p:spPr bwMode="auto">
                <a:xfrm>
                  <a:off x="1061" y="1161"/>
                  <a:ext cx="1901" cy="363"/>
                </a:xfrm>
                <a:prstGeom prst="rect">
                  <a:avLst/>
                </a:prstGeom>
                <a:blipFill>
                  <a:blip r:embed="rId1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19" name="Object 13">
                  <a:extLst>
                    <a:ext uri="{FF2B5EF4-FFF2-40B4-BE49-F238E27FC236}">
                      <a16:creationId xmlns:a16="http://schemas.microsoft.com/office/drawing/2014/main" id="{F0101B07-C61C-4CBA-827E-16B9C4778C6A}"/>
                    </a:ext>
                  </a:extLst>
                </p:cNvPr>
                <p:cNvSpPr txBox="1"/>
                <p:nvPr/>
              </p:nvSpPr>
              <p:spPr bwMode="auto">
                <a:xfrm>
                  <a:off x="3235" y="1194"/>
                  <a:ext cx="1490"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sz="2800" i="1" smtClean="0">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𝑋</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𝑠</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9219" name="Object 13">
                  <a:extLst>
                    <a:ext uri="{FF2B5EF4-FFF2-40B4-BE49-F238E27FC236}">
                      <a16:creationId xmlns:a16="http://schemas.microsoft.com/office/drawing/2014/main" id="{F0101B07-C61C-4CBA-827E-16B9C4778C6A}"/>
                    </a:ext>
                  </a:extLst>
                </p:cNvPr>
                <p:cNvSpPr txBox="1">
                  <a:spLocks noRot="1" noChangeAspect="1" noMove="1" noResize="1" noEditPoints="1" noAdjustHandles="1" noChangeArrowheads="1" noChangeShapeType="1" noTextEdit="1"/>
                </p:cNvSpPr>
                <p:nvPr/>
              </p:nvSpPr>
              <p:spPr bwMode="auto">
                <a:xfrm>
                  <a:off x="3235" y="1194"/>
                  <a:ext cx="1490" cy="330"/>
                </a:xfrm>
                <a:prstGeom prst="rect">
                  <a:avLst/>
                </a:prstGeom>
                <a:blipFill>
                  <a:blip r:embed="rId14"/>
                  <a:stretch>
                    <a:fillRect/>
                  </a:stretch>
                </a:blipFill>
                <a:ln>
                  <a:noFill/>
                </a:ln>
                <a:effectLst/>
              </p:spPr>
              <p:txBody>
                <a:bodyPr/>
                <a:lstStyle/>
                <a:p>
                  <a:r>
                    <a:rPr lang="en-US">
                      <a:noFill/>
                    </a:rPr>
                    <a:t> </a:t>
                  </a:r>
                </a:p>
              </p:txBody>
            </p:sp>
          </mc:Fallback>
        </mc:AlternateContent>
        <p:sp>
          <p:nvSpPr>
            <p:cNvPr id="9234" name="Text Box 17">
              <a:extLst>
                <a:ext uri="{FF2B5EF4-FFF2-40B4-BE49-F238E27FC236}">
                  <a16:creationId xmlns:a16="http://schemas.microsoft.com/office/drawing/2014/main" id="{623AA9E2-11F1-4F0C-B1BE-603C90788D32}"/>
                </a:ext>
              </a:extLst>
            </p:cNvPr>
            <p:cNvSpPr txBox="1">
              <a:spLocks noChangeArrowheads="1"/>
            </p:cNvSpPr>
            <p:nvPr/>
          </p:nvSpPr>
          <p:spPr bwMode="auto">
            <a:xfrm>
              <a:off x="2898" y="1206"/>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或</a:t>
              </a:r>
            </a:p>
          </p:txBody>
        </p:sp>
      </p:grpSp>
      <p:sp>
        <p:nvSpPr>
          <p:cNvPr id="31" name="Text Box 3">
            <a:extLst>
              <a:ext uri="{FF2B5EF4-FFF2-40B4-BE49-F238E27FC236}">
                <a16:creationId xmlns:a16="http://schemas.microsoft.com/office/drawing/2014/main" id="{8F4A39A0-8D70-4B81-A667-7647D3215205}"/>
              </a:ext>
            </a:extLst>
          </p:cNvPr>
          <p:cNvSpPr txBox="1">
            <a:spLocks noChangeArrowheads="1"/>
          </p:cNvSpPr>
          <p:nvPr/>
        </p:nvSpPr>
        <p:spPr bwMode="auto">
          <a:xfrm>
            <a:off x="968375" y="4500563"/>
            <a:ext cx="749205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因此，如果</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是实信号，且</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在</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0</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有极点（或零点），则</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一定在</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0</a:t>
            </a:r>
            <a:r>
              <a:rPr kumimoji="0" lang="en-US" altLang="zh-CN" sz="2800" i="0" u="none" strike="noStrike" kern="1200" cap="none" spc="0" normalizeH="0" baseline="30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也有极点（或零点）。即</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实信号的拉普拉斯变换其复数零、极点必共轭成对出现</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linds(horizontal)">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412776"/>
            <a:ext cx="8229600" cy="673518"/>
          </a:xfrm>
        </p:spPr>
        <p:txBody>
          <a:bodyPr>
            <a:spAutoFit/>
          </a:bodyPr>
          <a:lstStyle/>
          <a:p>
            <a:pPr algn="just">
              <a:lnSpc>
                <a:spcPct val="150000"/>
              </a:lnSpc>
              <a:spcBef>
                <a:spcPts val="0"/>
              </a:spcBef>
              <a:spcAft>
                <a:spcPts val="600"/>
              </a:spcAft>
            </a:pPr>
            <a:r>
              <a:rPr lang="en-US" altLang="zh-CN" sz="2800" b="0" dirty="0"/>
              <a:t>9.22(e)</a:t>
            </a:r>
            <a:r>
              <a:rPr lang="zh-CN" altLang="en-US" sz="2800" b="0" dirty="0"/>
              <a:t>、</a:t>
            </a:r>
            <a:r>
              <a:rPr lang="en-US" altLang="zh-CN" sz="2800" b="0" dirty="0"/>
              <a:t>9.25(c)</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55250009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4" name="标题 1">
            <a:extLst>
              <a:ext uri="{FF2B5EF4-FFF2-40B4-BE49-F238E27FC236}">
                <a16:creationId xmlns:a16="http://schemas.microsoft.com/office/drawing/2014/main" id="{A34E7FFD-3490-4645-8F74-577E93E3969B}"/>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FE15CCE3-D9F9-4BFB-9D1E-23734C862F7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5C4B2EC4-1A49-4EB4-95AF-C11B61A330E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0256" name="Group 2">
            <a:extLst>
              <a:ext uri="{FF2B5EF4-FFF2-40B4-BE49-F238E27FC236}">
                <a16:creationId xmlns:a16="http://schemas.microsoft.com/office/drawing/2014/main" id="{2F6E45FB-9BFC-4DE7-9621-948BC8CB466E}"/>
              </a:ext>
            </a:extLst>
          </p:cNvPr>
          <p:cNvGrpSpPr>
            <a:grpSpLocks/>
          </p:cNvGrpSpPr>
          <p:nvPr/>
        </p:nvGrpSpPr>
        <p:grpSpPr bwMode="auto">
          <a:xfrm>
            <a:off x="1254125" y="2852936"/>
            <a:ext cx="7278688" cy="584200"/>
            <a:chOff x="910" y="1930"/>
            <a:chExt cx="4585" cy="368"/>
          </a:xfrm>
        </p:grpSpPr>
        <mc:AlternateContent xmlns:mc="http://schemas.openxmlformats.org/markup-compatibility/2006" xmlns:a14="http://schemas.microsoft.com/office/drawing/2010/main">
          <mc:Choice Requires="a14">
            <p:sp>
              <p:nvSpPr>
                <p:cNvPr id="10251" name="Object 2">
                  <a:extLst>
                    <a:ext uri="{FF2B5EF4-FFF2-40B4-BE49-F238E27FC236}">
                      <a16:creationId xmlns:a16="http://schemas.microsoft.com/office/drawing/2014/main" id="{74304AA2-6A4A-4B86-AA3F-AD55396AE684}"/>
                    </a:ext>
                  </a:extLst>
                </p:cNvPr>
                <p:cNvSpPr txBox="1"/>
                <p:nvPr/>
              </p:nvSpPr>
              <p:spPr bwMode="auto">
                <a:xfrm>
                  <a:off x="910" y="1930"/>
                  <a:ext cx="2817" cy="33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𝑥</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𝑋</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p>
              </p:txBody>
            </p:sp>
          </mc:Choice>
          <mc:Fallback xmlns="">
            <p:sp>
              <p:nvSpPr>
                <p:cNvPr id="10251" name="Object 2">
                  <a:extLst>
                    <a:ext uri="{FF2B5EF4-FFF2-40B4-BE49-F238E27FC236}">
                      <a16:creationId xmlns:a16="http://schemas.microsoft.com/office/drawing/2014/main" id="{74304AA2-6A4A-4B86-AA3F-AD55396AE684}"/>
                    </a:ext>
                  </a:extLst>
                </p:cNvPr>
                <p:cNvSpPr txBox="1">
                  <a:spLocks noRot="1" noChangeAspect="1" noMove="1" noResize="1" noEditPoints="1" noAdjustHandles="1" noChangeArrowheads="1" noChangeShapeType="1" noTextEdit="1"/>
                </p:cNvSpPr>
                <p:nvPr/>
              </p:nvSpPr>
              <p:spPr bwMode="auto">
                <a:xfrm>
                  <a:off x="910" y="1930"/>
                  <a:ext cx="2817" cy="33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2" name="Object 3">
                  <a:extLst>
                    <a:ext uri="{FF2B5EF4-FFF2-40B4-BE49-F238E27FC236}">
                      <a16:creationId xmlns:a16="http://schemas.microsoft.com/office/drawing/2014/main" id="{623E5632-BD41-48F8-AD7C-AD8ADC5BDCC9}"/>
                    </a:ext>
                  </a:extLst>
                </p:cNvPr>
                <p:cNvSpPr txBox="1"/>
                <p:nvPr/>
              </p:nvSpPr>
              <p:spPr bwMode="auto">
                <a:xfrm>
                  <a:off x="3660" y="1968"/>
                  <a:ext cx="1835" cy="330"/>
                </a:xfrm>
                <a:prstGeom prst="rect">
                  <a:avLst/>
                </a:prstGeom>
                <a:noFill/>
                <a:ln>
                  <a:noFill/>
                </a:ln>
                <a:effectLst/>
              </p:spPr>
              <p:txBody>
                <a:bodyPr wrap="square">
                  <a:spAutoFit/>
                </a:bodyPr>
                <a:lstStyle/>
                <a:p>
                  <a14:m>
                    <m:oMath xmlns:m="http://schemas.openxmlformats.org/officeDocument/2006/math">
                      <m:r>
                        <m:rPr>
                          <m:sty m:val="p"/>
                        </m:rPr>
                        <a:rPr lang="en-US" sz="2800" i="0">
                          <a:solidFill>
                            <a:srgbClr val="000000"/>
                          </a:solidFill>
                          <a:latin typeface="Cambria Math" panose="02040503050406030204" pitchFamily="18" charset="0"/>
                        </a:rPr>
                        <m:t>ROC</m:t>
                      </m:r>
                      <m:r>
                        <a:rPr lang="en-US" sz="2800" i="0">
                          <a:solidFill>
                            <a:srgbClr val="000000"/>
                          </a:solidFill>
                          <a:latin typeface="Cambria Math" panose="02040503050406030204" pitchFamily="18" charset="0"/>
                        </a:rPr>
                        <m:t>:</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solidFill>
                        <a:srgbClr val="FF0000"/>
                      </a:solidFill>
                      <a:latin typeface="Times New Roman" panose="02020603050405020304" pitchFamily="18" charset="0"/>
                      <a:ea typeface="华文楷体" panose="02010600040101010101" pitchFamily="2" charset="-122"/>
                      <a:cs typeface="楷体_GB2312" panose="02010609030101010101" pitchFamily="49" charset="-122"/>
                    </a:rPr>
                    <a:t>包括</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𝑅</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𝑅</m:t>
                          </m:r>
                        </m:e>
                        <m:sub>
                          <m:r>
                            <a:rPr lang="en-US" sz="2800" i="1">
                              <a:solidFill>
                                <a:srgbClr val="FF0000"/>
                              </a:solidFill>
                              <a:latin typeface="Cambria Math" panose="02040503050406030204" pitchFamily="18" charset="0"/>
                            </a:rPr>
                            <m:t>2</m:t>
                          </m:r>
                        </m:sub>
                      </m:sSub>
                    </m:oMath>
                  </a14:m>
                  <a:endParaRPr lang="en-US" sz="2800" dirty="0"/>
                </a:p>
              </p:txBody>
            </p:sp>
          </mc:Choice>
          <mc:Fallback xmlns="">
            <p:sp>
              <p:nvSpPr>
                <p:cNvPr id="10252" name="Object 3">
                  <a:extLst>
                    <a:ext uri="{FF2B5EF4-FFF2-40B4-BE49-F238E27FC236}">
                      <a16:creationId xmlns:a16="http://schemas.microsoft.com/office/drawing/2014/main" id="{623E5632-BD41-48F8-AD7C-AD8ADC5BDCC9}"/>
                    </a:ext>
                  </a:extLst>
                </p:cNvPr>
                <p:cNvSpPr txBox="1">
                  <a:spLocks noRot="1" noChangeAspect="1" noMove="1" noResize="1" noEditPoints="1" noAdjustHandles="1" noChangeArrowheads="1" noChangeShapeType="1" noTextEdit="1"/>
                </p:cNvSpPr>
                <p:nvPr/>
              </p:nvSpPr>
              <p:spPr bwMode="auto">
                <a:xfrm>
                  <a:off x="3660" y="1968"/>
                  <a:ext cx="1835" cy="330"/>
                </a:xfrm>
                <a:prstGeom prst="rect">
                  <a:avLst/>
                </a:prstGeom>
                <a:blipFill>
                  <a:blip r:embed="rId4"/>
                  <a:stretch>
                    <a:fillRect t="-12791" b="-31395"/>
                  </a:stretch>
                </a:blipFill>
                <a:ln>
                  <a:noFill/>
                </a:ln>
                <a:effectLst/>
              </p:spPr>
              <p:txBody>
                <a:bodyPr/>
                <a:lstStyle/>
                <a:p>
                  <a:r>
                    <a:rPr lang="en-US">
                      <a:noFill/>
                    </a:rPr>
                    <a:t> </a:t>
                  </a:r>
                </a:p>
              </p:txBody>
            </p:sp>
          </mc:Fallback>
        </mc:AlternateContent>
      </p:grpSp>
      <p:sp>
        <p:nvSpPr>
          <p:cNvPr id="10257" name="Rectangle 8">
            <a:extLst>
              <a:ext uri="{FF2B5EF4-FFF2-40B4-BE49-F238E27FC236}">
                <a16:creationId xmlns:a16="http://schemas.microsoft.com/office/drawing/2014/main" id="{1A572E91-1BD4-440C-B2CE-0AB33CE89C48}"/>
              </a:ext>
            </a:extLst>
          </p:cNvPr>
          <p:cNvSpPr>
            <a:spLocks noChangeArrowheads="1"/>
          </p:cNvSpPr>
          <p:nvPr/>
        </p:nvSpPr>
        <p:spPr bwMode="auto">
          <a:xfrm>
            <a:off x="571500" y="1214438"/>
            <a:ext cx="22797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solidFill>
                  <a:srgbClr val="1F497D"/>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6.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卷积性质</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0258" name="Group 9">
            <a:extLst>
              <a:ext uri="{FF2B5EF4-FFF2-40B4-BE49-F238E27FC236}">
                <a16:creationId xmlns:a16="http://schemas.microsoft.com/office/drawing/2014/main" id="{A39B2D25-5A77-49D5-A983-ACEC36D86AF0}"/>
              </a:ext>
            </a:extLst>
          </p:cNvPr>
          <p:cNvGrpSpPr>
            <a:grpSpLocks/>
          </p:cNvGrpSpPr>
          <p:nvPr/>
        </p:nvGrpSpPr>
        <p:grpSpPr bwMode="auto">
          <a:xfrm>
            <a:off x="1181100" y="1700808"/>
            <a:ext cx="5105400" cy="1079500"/>
            <a:chOff x="864" y="1008"/>
            <a:chExt cx="3216" cy="680"/>
          </a:xfrm>
        </p:grpSpPr>
        <p:graphicFrame>
          <p:nvGraphicFramePr>
            <p:cNvPr id="10247" name="Object 5">
              <a:extLst>
                <a:ext uri="{FF2B5EF4-FFF2-40B4-BE49-F238E27FC236}">
                  <a16:creationId xmlns:a16="http://schemas.microsoft.com/office/drawing/2014/main" id="{BE64D895-15B3-4FAC-A7BD-E9395587D846}"/>
                </a:ext>
              </a:extLst>
            </p:cNvPr>
            <p:cNvGraphicFramePr>
              <a:graphicFrameLocks noChangeAspect="1"/>
            </p:cNvGraphicFramePr>
            <p:nvPr/>
          </p:nvGraphicFramePr>
          <p:xfrm>
            <a:off x="1200" y="1019"/>
            <a:ext cx="1521" cy="326"/>
          </p:xfrm>
          <a:graphic>
            <a:graphicData uri="http://schemas.openxmlformats.org/presentationml/2006/ole">
              <mc:AlternateContent xmlns:mc="http://schemas.openxmlformats.org/markup-compatibility/2006">
                <mc:Choice xmlns:v="urn:schemas-microsoft-com:vml" Requires="v">
                  <p:oleObj spid="_x0000_s28586" name="Equation" r:id="rId5" imgW="927000" imgH="215640" progId="Equation.DSMT4">
                    <p:embed/>
                  </p:oleObj>
                </mc:Choice>
                <mc:Fallback>
                  <p:oleObj name="Equation" r:id="rId5" imgW="927000" imgH="215640" progId="Equation.DSMT4">
                    <p:embed/>
                    <p:pic>
                      <p:nvPicPr>
                        <p:cNvPr id="10247" name="Object 5">
                          <a:extLst>
                            <a:ext uri="{FF2B5EF4-FFF2-40B4-BE49-F238E27FC236}">
                              <a16:creationId xmlns:a16="http://schemas.microsoft.com/office/drawing/2014/main" id="{BE64D895-15B3-4FAC-A7BD-E9395587D8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1019"/>
                          <a:ext cx="1521"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6">
              <a:extLst>
                <a:ext uri="{FF2B5EF4-FFF2-40B4-BE49-F238E27FC236}">
                  <a16:creationId xmlns:a16="http://schemas.microsoft.com/office/drawing/2014/main" id="{DF0A136C-8EA1-49E7-90BB-BA0F61BB3AD8}"/>
                </a:ext>
              </a:extLst>
            </p:cNvPr>
            <p:cNvGraphicFramePr>
              <a:graphicFrameLocks noChangeAspect="1"/>
            </p:cNvGraphicFramePr>
            <p:nvPr/>
          </p:nvGraphicFramePr>
          <p:xfrm>
            <a:off x="2832" y="1018"/>
            <a:ext cx="1013" cy="327"/>
          </p:xfrm>
          <a:graphic>
            <a:graphicData uri="http://schemas.openxmlformats.org/presentationml/2006/ole">
              <mc:AlternateContent xmlns:mc="http://schemas.openxmlformats.org/markup-compatibility/2006">
                <mc:Choice xmlns:v="urn:schemas-microsoft-com:vml" Requires="v">
                  <p:oleObj spid="_x0000_s28587" name="Equation" r:id="rId7" imgW="571320" imgH="215640" progId="Equation.DSMT4">
                    <p:embed/>
                  </p:oleObj>
                </mc:Choice>
                <mc:Fallback>
                  <p:oleObj name="Equation" r:id="rId7" imgW="571320" imgH="215640" progId="Equation.DSMT4">
                    <p:embed/>
                    <p:pic>
                      <p:nvPicPr>
                        <p:cNvPr id="10248" name="Object 6">
                          <a:extLst>
                            <a:ext uri="{FF2B5EF4-FFF2-40B4-BE49-F238E27FC236}">
                              <a16:creationId xmlns:a16="http://schemas.microsoft.com/office/drawing/2014/main" id="{DF0A136C-8EA1-49E7-90BB-BA0F61BB3A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2" y="1018"/>
                          <a:ext cx="101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7">
              <a:extLst>
                <a:ext uri="{FF2B5EF4-FFF2-40B4-BE49-F238E27FC236}">
                  <a16:creationId xmlns:a16="http://schemas.microsoft.com/office/drawing/2014/main" id="{6617CAA6-9CE7-4BE3-BBEE-87B22DE7B77D}"/>
                </a:ext>
              </a:extLst>
            </p:cNvPr>
            <p:cNvGraphicFramePr>
              <a:graphicFrameLocks noChangeAspect="1"/>
            </p:cNvGraphicFramePr>
            <p:nvPr>
              <p:extLst>
                <p:ext uri="{D42A27DB-BD31-4B8C-83A1-F6EECF244321}">
                  <p14:modId xmlns:p14="http://schemas.microsoft.com/office/powerpoint/2010/main" val="3009422657"/>
                </p:ext>
              </p:extLst>
            </p:nvPr>
          </p:nvGraphicFramePr>
          <p:xfrm>
            <a:off x="1248" y="1362"/>
            <a:ext cx="1421" cy="326"/>
          </p:xfrm>
          <a:graphic>
            <a:graphicData uri="http://schemas.openxmlformats.org/presentationml/2006/ole">
              <mc:AlternateContent xmlns:mc="http://schemas.openxmlformats.org/markup-compatibility/2006">
                <mc:Choice xmlns:v="urn:schemas-microsoft-com:vml" Requires="v">
                  <p:oleObj spid="_x0000_s28588" name="Equation" r:id="rId9" imgW="952200" imgH="215640" progId="Equation.DSMT4">
                    <p:embed/>
                  </p:oleObj>
                </mc:Choice>
                <mc:Fallback>
                  <p:oleObj name="Equation" r:id="rId9" imgW="952200" imgH="215640" progId="Equation.DSMT4">
                    <p:embed/>
                    <p:pic>
                      <p:nvPicPr>
                        <p:cNvPr id="10249" name="Object 7">
                          <a:extLst>
                            <a:ext uri="{FF2B5EF4-FFF2-40B4-BE49-F238E27FC236}">
                              <a16:creationId xmlns:a16="http://schemas.microsoft.com/office/drawing/2014/main" id="{6617CAA6-9CE7-4BE3-BBEE-87B22DE7B77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8" y="1362"/>
                          <a:ext cx="1421"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0" name="Object 8">
              <a:extLst>
                <a:ext uri="{FF2B5EF4-FFF2-40B4-BE49-F238E27FC236}">
                  <a16:creationId xmlns:a16="http://schemas.microsoft.com/office/drawing/2014/main" id="{E44C3E85-DAB0-4542-B055-7FA633DB91C5}"/>
                </a:ext>
              </a:extLst>
            </p:cNvPr>
            <p:cNvGraphicFramePr>
              <a:graphicFrameLocks noChangeAspect="1"/>
            </p:cNvGraphicFramePr>
            <p:nvPr>
              <p:extLst>
                <p:ext uri="{D42A27DB-BD31-4B8C-83A1-F6EECF244321}">
                  <p14:modId xmlns:p14="http://schemas.microsoft.com/office/powerpoint/2010/main" val="395234658"/>
                </p:ext>
              </p:extLst>
            </p:nvPr>
          </p:nvGraphicFramePr>
          <p:xfrm>
            <a:off x="2832" y="1362"/>
            <a:ext cx="895" cy="326"/>
          </p:xfrm>
          <a:graphic>
            <a:graphicData uri="http://schemas.openxmlformats.org/presentationml/2006/ole">
              <mc:AlternateContent xmlns:mc="http://schemas.openxmlformats.org/markup-compatibility/2006">
                <mc:Choice xmlns:v="urn:schemas-microsoft-com:vml" Requires="v">
                  <p:oleObj spid="_x0000_s28589" name="Equation" r:id="rId11" imgW="583920" imgH="215640" progId="Equation.DSMT4">
                    <p:embed/>
                  </p:oleObj>
                </mc:Choice>
                <mc:Fallback>
                  <p:oleObj name="Equation" r:id="rId11" imgW="583920" imgH="215640" progId="Equation.DSMT4">
                    <p:embed/>
                    <p:pic>
                      <p:nvPicPr>
                        <p:cNvPr id="10250" name="Object 8">
                          <a:extLst>
                            <a:ext uri="{FF2B5EF4-FFF2-40B4-BE49-F238E27FC236}">
                              <a16:creationId xmlns:a16="http://schemas.microsoft.com/office/drawing/2014/main" id="{E44C3E85-DAB0-4542-B055-7FA633DB91C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32" y="1362"/>
                          <a:ext cx="895"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3" name="Text Box 14">
              <a:extLst>
                <a:ext uri="{FF2B5EF4-FFF2-40B4-BE49-F238E27FC236}">
                  <a16:creationId xmlns:a16="http://schemas.microsoft.com/office/drawing/2014/main" id="{FEA13507-2A3C-45B2-A7DD-246254EB0485}"/>
                </a:ext>
              </a:extLst>
            </p:cNvPr>
            <p:cNvSpPr txBox="1">
              <a:spLocks noChangeArrowheads="1"/>
            </p:cNvSpPr>
            <p:nvPr/>
          </p:nvSpPr>
          <p:spPr bwMode="auto">
            <a:xfrm>
              <a:off x="864" y="1008"/>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sp>
          <p:nvSpPr>
            <p:cNvPr id="10264" name="Text Box 15">
              <a:extLst>
                <a:ext uri="{FF2B5EF4-FFF2-40B4-BE49-F238E27FC236}">
                  <a16:creationId xmlns:a16="http://schemas.microsoft.com/office/drawing/2014/main" id="{20D87E21-0D43-44BE-B1E9-99EA058290A6}"/>
                </a:ext>
              </a:extLst>
            </p:cNvPr>
            <p:cNvSpPr txBox="1">
              <a:spLocks noChangeArrowheads="1"/>
            </p:cNvSpPr>
            <p:nvPr/>
          </p:nvSpPr>
          <p:spPr bwMode="auto">
            <a:xfrm>
              <a:off x="3739" y="1344"/>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grpSp>
        <p:nvGrpSpPr>
          <p:cNvPr id="6" name="Group 16">
            <a:extLst>
              <a:ext uri="{FF2B5EF4-FFF2-40B4-BE49-F238E27FC236}">
                <a16:creationId xmlns:a16="http://schemas.microsoft.com/office/drawing/2014/main" id="{5D6D87CA-54C2-46FF-8896-2C607816A554}"/>
              </a:ext>
            </a:extLst>
          </p:cNvPr>
          <p:cNvGrpSpPr>
            <a:grpSpLocks/>
          </p:cNvGrpSpPr>
          <p:nvPr/>
        </p:nvGrpSpPr>
        <p:grpSpPr bwMode="auto">
          <a:xfrm>
            <a:off x="1928813" y="6124848"/>
            <a:ext cx="3306762" cy="544512"/>
            <a:chOff x="1637" y="3686"/>
            <a:chExt cx="2083" cy="343"/>
          </a:xfrm>
        </p:grpSpPr>
        <p:graphicFrame>
          <p:nvGraphicFramePr>
            <p:cNvPr id="10246" name="Object 9">
              <a:extLst>
                <a:ext uri="{FF2B5EF4-FFF2-40B4-BE49-F238E27FC236}">
                  <a16:creationId xmlns:a16="http://schemas.microsoft.com/office/drawing/2014/main" id="{FA3C8284-9284-41F7-BC09-304EECCE071A}"/>
                </a:ext>
              </a:extLst>
            </p:cNvPr>
            <p:cNvGraphicFramePr>
              <a:graphicFrameLocks noChangeAspect="1"/>
            </p:cNvGraphicFramePr>
            <p:nvPr/>
          </p:nvGraphicFramePr>
          <p:xfrm>
            <a:off x="2232" y="3696"/>
            <a:ext cx="1488" cy="333"/>
          </p:xfrm>
          <a:graphic>
            <a:graphicData uri="http://schemas.openxmlformats.org/presentationml/2006/ole">
              <mc:AlternateContent xmlns:mc="http://schemas.openxmlformats.org/markup-compatibility/2006">
                <mc:Choice xmlns:v="urn:schemas-microsoft-com:vml" Requires="v">
                  <p:oleObj spid="_x0000_s28590" name="Equation" r:id="rId13" imgW="1041120" imgH="215640" progId="Equation.DSMT4">
                    <p:embed/>
                  </p:oleObj>
                </mc:Choice>
                <mc:Fallback>
                  <p:oleObj name="Equation" r:id="rId13" imgW="1041120" imgH="215640" progId="Equation.DSMT4">
                    <p:embed/>
                    <p:pic>
                      <p:nvPicPr>
                        <p:cNvPr id="10246" name="Object 9">
                          <a:extLst>
                            <a:ext uri="{FF2B5EF4-FFF2-40B4-BE49-F238E27FC236}">
                              <a16:creationId xmlns:a16="http://schemas.microsoft.com/office/drawing/2014/main" id="{FA3C8284-9284-41F7-BC09-304EECCE071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32" y="3696"/>
                          <a:ext cx="1488"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62" name="Text Box 18">
              <a:extLst>
                <a:ext uri="{FF2B5EF4-FFF2-40B4-BE49-F238E27FC236}">
                  <a16:creationId xmlns:a16="http://schemas.microsoft.com/office/drawing/2014/main" id="{7D263E7F-8F89-4282-B9D7-2C376B8664B0}"/>
                </a:ext>
              </a:extLst>
            </p:cNvPr>
            <p:cNvSpPr txBox="1">
              <a:spLocks noChangeArrowheads="1"/>
            </p:cNvSpPr>
            <p:nvPr/>
          </p:nvSpPr>
          <p:spPr bwMode="auto">
            <a:xfrm>
              <a:off x="1637" y="3686"/>
              <a:ext cx="41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r>
                <a:rPr kumimoji="0" lang="en-US" altLang="zh-CN"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grpSp>
        <p:nvGrpSpPr>
          <p:cNvPr id="7" name="Group 19">
            <a:extLst>
              <a:ext uri="{FF2B5EF4-FFF2-40B4-BE49-F238E27FC236}">
                <a16:creationId xmlns:a16="http://schemas.microsoft.com/office/drawing/2014/main" id="{E496877B-9A18-4665-9E0E-6FE926D1158C}"/>
              </a:ext>
            </a:extLst>
          </p:cNvPr>
          <p:cNvGrpSpPr>
            <a:grpSpLocks/>
          </p:cNvGrpSpPr>
          <p:nvPr/>
        </p:nvGrpSpPr>
        <p:grpSpPr bwMode="auto">
          <a:xfrm>
            <a:off x="1181100" y="3500712"/>
            <a:ext cx="6824663" cy="2505077"/>
            <a:chOff x="756" y="2120"/>
            <a:chExt cx="4299" cy="1578"/>
          </a:xfrm>
        </p:grpSpPr>
        <p:sp>
          <p:nvSpPr>
            <p:cNvPr id="10261" name="Text Box 20">
              <a:extLst>
                <a:ext uri="{FF2B5EF4-FFF2-40B4-BE49-F238E27FC236}">
                  <a16:creationId xmlns:a16="http://schemas.microsoft.com/office/drawing/2014/main" id="{06079C5D-BCC3-4176-AEFA-661CC90AD9E4}"/>
                </a:ext>
              </a:extLst>
            </p:cNvPr>
            <p:cNvSpPr txBox="1">
              <a:spLocks noChangeArrowheads="1"/>
            </p:cNvSpPr>
            <p:nvPr/>
          </p:nvSpPr>
          <p:spPr bwMode="auto">
            <a:xfrm>
              <a:off x="756" y="2120"/>
              <a:ext cx="190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扩大的例子</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10242" name="Object 10">
              <a:extLst>
                <a:ext uri="{FF2B5EF4-FFF2-40B4-BE49-F238E27FC236}">
                  <a16:creationId xmlns:a16="http://schemas.microsoft.com/office/drawing/2014/main" id="{6AB7B1BE-6A42-47DB-A113-580DA59B8C3A}"/>
                </a:ext>
              </a:extLst>
            </p:cNvPr>
            <p:cNvGraphicFramePr>
              <a:graphicFrameLocks noChangeAspect="1"/>
            </p:cNvGraphicFramePr>
            <p:nvPr>
              <p:extLst>
                <p:ext uri="{D42A27DB-BD31-4B8C-83A1-F6EECF244321}">
                  <p14:modId xmlns:p14="http://schemas.microsoft.com/office/powerpoint/2010/main" val="287799117"/>
                </p:ext>
              </p:extLst>
            </p:nvPr>
          </p:nvGraphicFramePr>
          <p:xfrm>
            <a:off x="1296" y="2438"/>
            <a:ext cx="1233" cy="596"/>
          </p:xfrm>
          <a:graphic>
            <a:graphicData uri="http://schemas.openxmlformats.org/presentationml/2006/ole">
              <mc:AlternateContent xmlns:mc="http://schemas.openxmlformats.org/markup-compatibility/2006">
                <mc:Choice xmlns:v="urn:schemas-microsoft-com:vml" Requires="v">
                  <p:oleObj spid="_x0000_s28591" name="Equation" r:id="rId15" imgW="863280" imgH="393480" progId="Equation.DSMT4">
                    <p:embed/>
                  </p:oleObj>
                </mc:Choice>
                <mc:Fallback>
                  <p:oleObj name="Equation" r:id="rId15" imgW="863280" imgH="393480" progId="Equation.DSMT4">
                    <p:embed/>
                    <p:pic>
                      <p:nvPicPr>
                        <p:cNvPr id="10242" name="Object 10">
                          <a:extLst>
                            <a:ext uri="{FF2B5EF4-FFF2-40B4-BE49-F238E27FC236}">
                              <a16:creationId xmlns:a16="http://schemas.microsoft.com/office/drawing/2014/main" id="{6AB7B1BE-6A42-47DB-A113-580DA59B8C3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6" y="2438"/>
                          <a:ext cx="1233"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11">
              <a:extLst>
                <a:ext uri="{FF2B5EF4-FFF2-40B4-BE49-F238E27FC236}">
                  <a16:creationId xmlns:a16="http://schemas.microsoft.com/office/drawing/2014/main" id="{E70DA7A8-85FE-4285-976A-63FE13250CB6}"/>
                </a:ext>
              </a:extLst>
            </p:cNvPr>
            <p:cNvGraphicFramePr>
              <a:graphicFrameLocks noChangeAspect="1"/>
            </p:cNvGraphicFramePr>
            <p:nvPr>
              <p:extLst>
                <p:ext uri="{D42A27DB-BD31-4B8C-83A1-F6EECF244321}">
                  <p14:modId xmlns:p14="http://schemas.microsoft.com/office/powerpoint/2010/main" val="1462048231"/>
                </p:ext>
              </p:extLst>
            </p:nvPr>
          </p:nvGraphicFramePr>
          <p:xfrm>
            <a:off x="1277" y="3027"/>
            <a:ext cx="2020" cy="671"/>
          </p:xfrm>
          <a:graphic>
            <a:graphicData uri="http://schemas.openxmlformats.org/presentationml/2006/ole">
              <mc:AlternateContent xmlns:mc="http://schemas.openxmlformats.org/markup-compatibility/2006">
                <mc:Choice xmlns:v="urn:schemas-microsoft-com:vml" Requires="v">
                  <p:oleObj spid="_x0000_s28592" name="Equation" r:id="rId17" imgW="1434960" imgH="444240" progId="Equation.DSMT4">
                    <p:embed/>
                  </p:oleObj>
                </mc:Choice>
                <mc:Fallback>
                  <p:oleObj name="Equation" r:id="rId17" imgW="1434960" imgH="444240" progId="Equation.DSMT4">
                    <p:embed/>
                    <p:pic>
                      <p:nvPicPr>
                        <p:cNvPr id="10243" name="Object 11">
                          <a:extLst>
                            <a:ext uri="{FF2B5EF4-FFF2-40B4-BE49-F238E27FC236}">
                              <a16:creationId xmlns:a16="http://schemas.microsoft.com/office/drawing/2014/main" id="{E70DA7A8-85FE-4285-976A-63FE13250CB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77" y="3027"/>
                          <a:ext cx="2020" cy="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4" name="Object 12">
              <a:extLst>
                <a:ext uri="{FF2B5EF4-FFF2-40B4-BE49-F238E27FC236}">
                  <a16:creationId xmlns:a16="http://schemas.microsoft.com/office/drawing/2014/main" id="{A7086E30-4144-4E99-A47D-CE1350EED147}"/>
                </a:ext>
              </a:extLst>
            </p:cNvPr>
            <p:cNvGraphicFramePr>
              <a:graphicFrameLocks noChangeAspect="1"/>
            </p:cNvGraphicFramePr>
            <p:nvPr>
              <p:extLst>
                <p:ext uri="{D42A27DB-BD31-4B8C-83A1-F6EECF244321}">
                  <p14:modId xmlns:p14="http://schemas.microsoft.com/office/powerpoint/2010/main" val="1082089203"/>
                </p:ext>
              </p:extLst>
            </p:nvPr>
          </p:nvGraphicFramePr>
          <p:xfrm>
            <a:off x="2822" y="2575"/>
            <a:ext cx="1573" cy="345"/>
          </p:xfrm>
          <a:graphic>
            <a:graphicData uri="http://schemas.openxmlformats.org/presentationml/2006/ole">
              <mc:AlternateContent xmlns:mc="http://schemas.openxmlformats.org/markup-compatibility/2006">
                <mc:Choice xmlns:v="urn:schemas-microsoft-com:vml" Requires="v">
                  <p:oleObj spid="_x0000_s28593" name="Equation" r:id="rId19" imgW="1041120" imgH="228600" progId="Equation.DSMT4">
                    <p:embed/>
                  </p:oleObj>
                </mc:Choice>
                <mc:Fallback>
                  <p:oleObj name="Equation" r:id="rId19" imgW="1041120" imgH="228600" progId="Equation.DSMT4">
                    <p:embed/>
                    <p:pic>
                      <p:nvPicPr>
                        <p:cNvPr id="10244" name="Object 12">
                          <a:extLst>
                            <a:ext uri="{FF2B5EF4-FFF2-40B4-BE49-F238E27FC236}">
                              <a16:creationId xmlns:a16="http://schemas.microsoft.com/office/drawing/2014/main" id="{A7086E30-4144-4E99-A47D-CE1350EED147}"/>
                            </a:ext>
                          </a:extLst>
                        </p:cNvPr>
                        <p:cNvPicPr>
                          <a:picLocks noChangeAspect="1" noChangeArrowheads="1"/>
                        </p:cNvPicPr>
                        <p:nvPr/>
                      </p:nvPicPr>
                      <p:blipFill>
                        <a:blip r:embed="rId20"/>
                        <a:srcRect/>
                        <a:stretch>
                          <a:fillRect/>
                        </a:stretch>
                      </p:blipFill>
                      <p:spPr bwMode="auto">
                        <a:xfrm>
                          <a:off x="2822" y="2575"/>
                          <a:ext cx="1573"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13">
              <a:extLst>
                <a:ext uri="{FF2B5EF4-FFF2-40B4-BE49-F238E27FC236}">
                  <a16:creationId xmlns:a16="http://schemas.microsoft.com/office/drawing/2014/main" id="{0197878D-B9F1-491C-B421-795308770FEC}"/>
                </a:ext>
              </a:extLst>
            </p:cNvPr>
            <p:cNvGraphicFramePr>
              <a:graphicFrameLocks noChangeAspect="1"/>
            </p:cNvGraphicFramePr>
            <p:nvPr>
              <p:extLst>
                <p:ext uri="{D42A27DB-BD31-4B8C-83A1-F6EECF244321}">
                  <p14:modId xmlns:p14="http://schemas.microsoft.com/office/powerpoint/2010/main" val="4200823511"/>
                </p:ext>
              </p:extLst>
            </p:nvPr>
          </p:nvGraphicFramePr>
          <p:xfrm>
            <a:off x="3423" y="3166"/>
            <a:ext cx="1632" cy="346"/>
          </p:xfrm>
          <a:graphic>
            <a:graphicData uri="http://schemas.openxmlformats.org/presentationml/2006/ole">
              <mc:AlternateContent xmlns:mc="http://schemas.openxmlformats.org/markup-compatibility/2006">
                <mc:Choice xmlns:v="urn:schemas-microsoft-com:vml" Requires="v">
                  <p:oleObj spid="_x0000_s28594" name="Equation" r:id="rId21" imgW="1079280" imgH="228600" progId="Equation.DSMT4">
                    <p:embed/>
                  </p:oleObj>
                </mc:Choice>
                <mc:Fallback>
                  <p:oleObj name="Equation" r:id="rId21" imgW="1079280" imgH="228600" progId="Equation.DSMT4">
                    <p:embed/>
                    <p:pic>
                      <p:nvPicPr>
                        <p:cNvPr id="10245" name="Object 13">
                          <a:extLst>
                            <a:ext uri="{FF2B5EF4-FFF2-40B4-BE49-F238E27FC236}">
                              <a16:creationId xmlns:a16="http://schemas.microsoft.com/office/drawing/2014/main" id="{0197878D-B9F1-491C-B421-795308770FEC}"/>
                            </a:ext>
                          </a:extLst>
                        </p:cNvPr>
                        <p:cNvPicPr>
                          <a:picLocks noChangeAspect="1" noChangeArrowheads="1"/>
                        </p:cNvPicPr>
                        <p:nvPr/>
                      </p:nvPicPr>
                      <p:blipFill>
                        <a:blip r:embed="rId22"/>
                        <a:srcRect/>
                        <a:stretch>
                          <a:fillRect/>
                        </a:stretch>
                      </p:blipFill>
                      <p:spPr bwMode="auto">
                        <a:xfrm>
                          <a:off x="3423" y="3166"/>
                          <a:ext cx="1632" cy="3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标题 1">
            <a:extLst>
              <a:ext uri="{FF2B5EF4-FFF2-40B4-BE49-F238E27FC236}">
                <a16:creationId xmlns:a16="http://schemas.microsoft.com/office/drawing/2014/main" id="{2C9065CB-9E79-4227-94CD-DB852EAD86B9}"/>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3E58E470-9C9C-4C9C-9860-831AEADE0A1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29CB6299-8DB5-4256-8D8F-155F6EE7D4D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1273" name="Group 2">
            <a:extLst>
              <a:ext uri="{FF2B5EF4-FFF2-40B4-BE49-F238E27FC236}">
                <a16:creationId xmlns:a16="http://schemas.microsoft.com/office/drawing/2014/main" id="{20263B4F-B978-404A-A444-C25BFFF555A2}"/>
              </a:ext>
            </a:extLst>
          </p:cNvPr>
          <p:cNvGrpSpPr>
            <a:grpSpLocks/>
          </p:cNvGrpSpPr>
          <p:nvPr/>
        </p:nvGrpSpPr>
        <p:grpSpPr bwMode="auto">
          <a:xfrm>
            <a:off x="714375" y="1417638"/>
            <a:ext cx="5680075" cy="1065212"/>
            <a:chOff x="720" y="528"/>
            <a:chExt cx="3578" cy="671"/>
          </a:xfrm>
        </p:grpSpPr>
        <p:graphicFrame>
          <p:nvGraphicFramePr>
            <p:cNvPr id="11269" name="Object 2">
              <a:extLst>
                <a:ext uri="{FF2B5EF4-FFF2-40B4-BE49-F238E27FC236}">
                  <a16:creationId xmlns:a16="http://schemas.microsoft.com/office/drawing/2014/main" id="{62DB69C8-0B9D-461A-B19B-018F13A60669}"/>
                </a:ext>
              </a:extLst>
            </p:cNvPr>
            <p:cNvGraphicFramePr>
              <a:graphicFrameLocks noChangeAspect="1"/>
            </p:cNvGraphicFramePr>
            <p:nvPr/>
          </p:nvGraphicFramePr>
          <p:xfrm>
            <a:off x="720" y="528"/>
            <a:ext cx="2684" cy="671"/>
          </p:xfrm>
          <a:graphic>
            <a:graphicData uri="http://schemas.openxmlformats.org/presentationml/2006/ole">
              <mc:AlternateContent xmlns:mc="http://schemas.openxmlformats.org/markup-compatibility/2006">
                <mc:Choice xmlns:v="urn:schemas-microsoft-com:vml" Requires="v">
                  <p:oleObj spid="_x0000_s29090" name="Equation" r:id="rId3" imgW="1777680" imgH="444240" progId="Equation.DSMT4">
                    <p:embed/>
                  </p:oleObj>
                </mc:Choice>
                <mc:Fallback>
                  <p:oleObj name="Equation" r:id="rId3" imgW="1777680" imgH="444240" progId="Equation.DSMT4">
                    <p:embed/>
                    <p:pic>
                      <p:nvPicPr>
                        <p:cNvPr id="11269" name="Object 2">
                          <a:extLst>
                            <a:ext uri="{FF2B5EF4-FFF2-40B4-BE49-F238E27FC236}">
                              <a16:creationId xmlns:a16="http://schemas.microsoft.com/office/drawing/2014/main" id="{62DB69C8-0B9D-461A-B19B-018F13A606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528"/>
                          <a:ext cx="2684" cy="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0" name="Object 3">
              <a:extLst>
                <a:ext uri="{FF2B5EF4-FFF2-40B4-BE49-F238E27FC236}">
                  <a16:creationId xmlns:a16="http://schemas.microsoft.com/office/drawing/2014/main" id="{862269CD-53BF-46BE-8C26-89D12EA0702B}"/>
                </a:ext>
              </a:extLst>
            </p:cNvPr>
            <p:cNvGraphicFramePr>
              <a:graphicFrameLocks noChangeAspect="1"/>
            </p:cNvGraphicFramePr>
            <p:nvPr/>
          </p:nvGraphicFramePr>
          <p:xfrm>
            <a:off x="3552" y="700"/>
            <a:ext cx="746" cy="306"/>
          </p:xfrm>
          <a:graphic>
            <a:graphicData uri="http://schemas.openxmlformats.org/presentationml/2006/ole">
              <mc:AlternateContent xmlns:mc="http://schemas.openxmlformats.org/markup-compatibility/2006">
                <mc:Choice xmlns:v="urn:schemas-microsoft-com:vml" Requires="v">
                  <p:oleObj spid="_x0000_s29091" name="Equation" r:id="rId5" imgW="495000" imgH="203040" progId="Equation.DSMT4">
                    <p:embed/>
                  </p:oleObj>
                </mc:Choice>
                <mc:Fallback>
                  <p:oleObj name="Equation" r:id="rId5" imgW="495000" imgH="203040" progId="Equation.DSMT4">
                    <p:embed/>
                    <p:pic>
                      <p:nvPicPr>
                        <p:cNvPr id="11270" name="Object 3">
                          <a:extLst>
                            <a:ext uri="{FF2B5EF4-FFF2-40B4-BE49-F238E27FC236}">
                              <a16:creationId xmlns:a16="http://schemas.microsoft.com/office/drawing/2014/main" id="{862269CD-53BF-46BE-8C26-89D12EA070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2" y="700"/>
                          <a:ext cx="74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 name="Text Box 5">
            <a:extLst>
              <a:ext uri="{FF2B5EF4-FFF2-40B4-BE49-F238E27FC236}">
                <a16:creationId xmlns:a16="http://schemas.microsoft.com/office/drawing/2014/main" id="{F098866B-D064-48B5-BED4-7639CEBAD842}"/>
              </a:ext>
            </a:extLst>
          </p:cNvPr>
          <p:cNvSpPr txBox="1">
            <a:spLocks noChangeArrowheads="1"/>
          </p:cNvSpPr>
          <p:nvPr/>
        </p:nvSpPr>
        <p:spPr bwMode="auto">
          <a:xfrm>
            <a:off x="6608763" y="1646238"/>
            <a:ext cx="163564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扩大</a:t>
            </a:r>
          </a:p>
        </p:txBody>
      </p:sp>
      <p:sp>
        <p:nvSpPr>
          <p:cNvPr id="10" name="Text Box 7">
            <a:extLst>
              <a:ext uri="{FF2B5EF4-FFF2-40B4-BE49-F238E27FC236}">
                <a16:creationId xmlns:a16="http://schemas.microsoft.com/office/drawing/2014/main" id="{EFB1355A-844F-4DCB-AA6D-22B30F46AEEB}"/>
              </a:ext>
            </a:extLst>
          </p:cNvPr>
          <p:cNvSpPr txBox="1">
            <a:spLocks noChangeArrowheads="1"/>
          </p:cNvSpPr>
          <p:nvPr/>
        </p:nvSpPr>
        <p:spPr bwMode="auto">
          <a:xfrm>
            <a:off x="636588" y="2473325"/>
            <a:ext cx="779303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原因是</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1</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与</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2500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2</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相乘时，发生了零极点相抵消的现象。当被抵消的极点恰好在</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的边界上时，就会使收敛域扩大。</a:t>
            </a:r>
          </a:p>
        </p:txBody>
      </p:sp>
      <p:sp>
        <p:nvSpPr>
          <p:cNvPr id="13" name="Text Box 10">
            <a:extLst>
              <a:ext uri="{FF2B5EF4-FFF2-40B4-BE49-F238E27FC236}">
                <a16:creationId xmlns:a16="http://schemas.microsoft.com/office/drawing/2014/main" id="{C12AA9A2-F0B4-443F-8A57-B3B81412D971}"/>
              </a:ext>
            </a:extLst>
          </p:cNvPr>
          <p:cNvSpPr txBox="1">
            <a:spLocks noChangeArrowheads="1"/>
          </p:cNvSpPr>
          <p:nvPr/>
        </p:nvSpPr>
        <p:spPr bwMode="auto">
          <a:xfrm>
            <a:off x="285750" y="3929063"/>
            <a:ext cx="8143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7.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时域微分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3" name="Group 11">
            <a:extLst>
              <a:ext uri="{FF2B5EF4-FFF2-40B4-BE49-F238E27FC236}">
                <a16:creationId xmlns:a16="http://schemas.microsoft.com/office/drawing/2014/main" id="{9BA9A2B2-1065-440E-B893-5C6408711F85}"/>
              </a:ext>
            </a:extLst>
          </p:cNvPr>
          <p:cNvGrpSpPr>
            <a:grpSpLocks/>
          </p:cNvGrpSpPr>
          <p:nvPr/>
        </p:nvGrpSpPr>
        <p:grpSpPr bwMode="auto">
          <a:xfrm>
            <a:off x="622300" y="4572001"/>
            <a:ext cx="7693530" cy="1541463"/>
            <a:chOff x="684" y="3061"/>
            <a:chExt cx="4615" cy="971"/>
          </a:xfrm>
        </p:grpSpPr>
        <mc:AlternateContent xmlns:mc="http://schemas.openxmlformats.org/markup-compatibility/2006" xmlns:a14="http://schemas.microsoft.com/office/drawing/2010/main">
          <mc:Choice Requires="a14">
            <p:sp>
              <p:nvSpPr>
                <p:cNvPr id="11266" name="Object 6">
                  <a:extLst>
                    <a:ext uri="{FF2B5EF4-FFF2-40B4-BE49-F238E27FC236}">
                      <a16:creationId xmlns:a16="http://schemas.microsoft.com/office/drawing/2014/main" id="{4DDECDAE-CA74-4FB9-A91D-80D5A9C66106}"/>
                    </a:ext>
                  </a:extLst>
                </p:cNvPr>
                <p:cNvSpPr txBox="1"/>
                <p:nvPr/>
              </p:nvSpPr>
              <p:spPr bwMode="auto">
                <a:xfrm>
                  <a:off x="1056" y="3457"/>
                  <a:ext cx="1522" cy="5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800" i="1" smtClean="0">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𝑑𝑥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um>
                          <m:den>
                            <m:r>
                              <a:rPr lang="en-US" sz="2800" i="1">
                                <a:solidFill>
                                  <a:srgbClr val="FF0000"/>
                                </a:solidFill>
                                <a:latin typeface="Cambria Math" panose="02040503050406030204" pitchFamily="18" charset="0"/>
                              </a:rPr>
                              <m:t>𝑑𝑡</m:t>
                            </m:r>
                          </m:den>
                        </m:f>
                        <m:r>
                          <a:rPr lang="en-US" sz="2800" i="1" smtClean="0">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rPr>
                          <m:t>𝑠𝑋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11266" name="Object 6">
                  <a:extLst>
                    <a:ext uri="{FF2B5EF4-FFF2-40B4-BE49-F238E27FC236}">
                      <a16:creationId xmlns:a16="http://schemas.microsoft.com/office/drawing/2014/main" id="{4DDECDAE-CA74-4FB9-A91D-80D5A9C66106}"/>
                    </a:ext>
                  </a:extLst>
                </p:cNvPr>
                <p:cNvSpPr txBox="1">
                  <a:spLocks noRot="1" noChangeAspect="1" noMove="1" noResize="1" noEditPoints="1" noAdjustHandles="1" noChangeArrowheads="1" noChangeShapeType="1" noTextEdit="1"/>
                </p:cNvSpPr>
                <p:nvPr/>
              </p:nvSpPr>
              <p:spPr bwMode="auto">
                <a:xfrm>
                  <a:off x="1056" y="3457"/>
                  <a:ext cx="1522" cy="575"/>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267" name="Object 7">
                  <a:extLst>
                    <a:ext uri="{FF2B5EF4-FFF2-40B4-BE49-F238E27FC236}">
                      <a16:creationId xmlns:a16="http://schemas.microsoft.com/office/drawing/2014/main" id="{0B0C4828-3F3D-4DBC-86DD-7DEB1669E9A2}"/>
                    </a:ext>
                  </a:extLst>
                </p:cNvPr>
                <p:cNvGraphicFramePr>
                  <a:graphicFrameLocks noChangeAspect="1"/>
                </p:cNvGraphicFramePr>
                <p:nvPr/>
              </p:nvGraphicFramePr>
              <p:xfrm>
                <a:off x="1093" y="3092"/>
                <a:ext cx="1280" cy="306"/>
              </p:xfrm>
              <a:graphic>
                <a:graphicData uri="http://schemas.openxmlformats.org/presentationml/2006/ole">
                  <mc:AlternateContent>
                    <mc:Choice xmlns:v="urn:schemas-microsoft-com:vml" Requires="v">
                      <p:oleObj spid="_x0000_s29092" name="Equation" r:id="rId8" imgW="850680" imgH="203040" progId="Equation.DSMT4">
                        <p:embed/>
                      </p:oleObj>
                    </mc:Choice>
                    <mc:Fallback>
                      <p:oleObj name="Equation" r:id="rId8" imgW="850680" imgH="203040" progId="Equation.DSMT4">
                        <p:embed/>
                        <p:pic>
                          <p:nvPicPr>
                            <p:cNvPr id="11267" name="Object 7">
                              <a:extLst>
                                <a:ext uri="{FF2B5EF4-FFF2-40B4-BE49-F238E27FC236}">
                                  <a16:creationId xmlns:a16="http://schemas.microsoft.com/office/drawing/2014/main" id="{0B0C4828-3F3D-4DBC-86DD-7DEB1669E9A2}"/>
                                </a:ext>
                              </a:extLst>
                            </p:cNvPr>
                            <p:cNvPicPr>
                              <a:picLocks noChangeAspect="1" noChangeArrowheads="1"/>
                            </p:cNvPicPr>
                            <p:nvPr/>
                          </p:nvPicPr>
                          <p:blipFill>
                            <a:blip r:embed="rId9">
                              <a:extLst>
                                <a:ext uri="{28A0092B-C50C-407E-A947-70E740481C1C}">
                                  <a14:useLocalDpi val="0"/>
                                </a:ext>
                              </a:extLst>
                            </a:blip>
                            <a:srcRect/>
                            <a:stretch>
                              <a:fillRect/>
                            </a:stretch>
                          </p:blipFill>
                          <p:spPr bwMode="auto">
                            <a:xfrm>
                              <a:off x="1093" y="3092"/>
                              <a:ext cx="1280" cy="3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1267" name="Object 7">
                  <a:extLst>
                    <a:ext uri="{FF2B5EF4-FFF2-40B4-BE49-F238E27FC236}">
                      <a16:creationId xmlns:a16="http://schemas.microsoft.com/office/drawing/2014/main" id="{0B0C4828-3F3D-4DBC-86DD-7DEB1669E9A2}"/>
                    </a:ext>
                  </a:extLst>
                </p:cNvPr>
                <p:cNvGraphicFramePr>
                  <a:graphicFrameLocks noChangeAspect="1"/>
                </p:cNvGraphicFramePr>
                <p:nvPr/>
              </p:nvGraphicFramePr>
              <p:xfrm>
                <a:off x="1093" y="3092"/>
                <a:ext cx="1280" cy="306"/>
              </p:xfrm>
              <a:graphic>
                <a:graphicData uri="http://schemas.openxmlformats.org/presentationml/2006/ole">
                  <mc:AlternateContent>
                    <mc:Choice xmlns:v="urn:schemas-microsoft-com:vml" Requires="v">
                      <p:oleObj name="Equation" r:id="rId10" imgW="850680" imgH="203040" progId="Equation.DSMT4">
                        <p:embed/>
                      </p:oleObj>
                    </mc:Choice>
                    <mc:Fallback>
                      <p:oleObj name="Equation" r:id="rId10" imgW="850680" imgH="203040" progId="Equation.DSMT4">
                        <p:embed/>
                        <p:pic>
                          <p:nvPicPr>
                            <p:cNvPr id="11267" name="Object 7">
                              <a:extLst>
                                <a:ext uri="{FF2B5EF4-FFF2-40B4-BE49-F238E27FC236}">
                                  <a16:creationId xmlns:a16="http://schemas.microsoft.com/office/drawing/2014/main" id="{0B0C4828-3F3D-4DBC-86DD-7DEB1669E9A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3" y="3092"/>
                              <a:ext cx="128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1268" name="Object 8">
                  <a:extLst>
                    <a:ext uri="{FF2B5EF4-FFF2-40B4-BE49-F238E27FC236}">
                      <a16:creationId xmlns:a16="http://schemas.microsoft.com/office/drawing/2014/main" id="{0E9967DB-7072-452E-8BE7-6A0C695DB516}"/>
                    </a:ext>
                  </a:extLst>
                </p:cNvPr>
                <p:cNvGraphicFramePr>
                  <a:graphicFrameLocks noChangeAspect="1"/>
                </p:cNvGraphicFramePr>
                <p:nvPr/>
              </p:nvGraphicFramePr>
              <p:xfrm>
                <a:off x="2725" y="3111"/>
                <a:ext cx="818" cy="267"/>
              </p:xfrm>
              <a:graphic>
                <a:graphicData uri="http://schemas.openxmlformats.org/presentationml/2006/ole">
                  <mc:AlternateContent>
                    <mc:Choice xmlns:v="urn:schemas-microsoft-com:vml" Requires="v">
                      <p:oleObj spid="_x0000_s29093" name="Equation" r:id="rId12" imgW="545760" imgH="177480" progId="Equation.DSMT4">
                        <p:embed/>
                      </p:oleObj>
                    </mc:Choice>
                    <mc:Fallback>
                      <p:oleObj name="Equation" r:id="rId12" imgW="545760" imgH="177480" progId="Equation.DSMT4">
                        <p:embed/>
                        <p:pic>
                          <p:nvPicPr>
                            <p:cNvPr id="11268" name="Object 8">
                              <a:extLst>
                                <a:ext uri="{FF2B5EF4-FFF2-40B4-BE49-F238E27FC236}">
                                  <a16:creationId xmlns:a16="http://schemas.microsoft.com/office/drawing/2014/main" id="{0E9967DB-7072-452E-8BE7-6A0C695DB516}"/>
                                </a:ext>
                              </a:extLst>
                            </p:cNvPr>
                            <p:cNvPicPr>
                              <a:picLocks noChangeAspect="1" noChangeArrowheads="1"/>
                            </p:cNvPicPr>
                            <p:nvPr/>
                          </p:nvPicPr>
                          <p:blipFill>
                            <a:blip r:embed="rId9">
                              <a:extLst>
                                <a:ext uri="{28A0092B-C50C-407E-A947-70E740481C1C}">
                                  <a14:useLocalDpi val="0"/>
                                </a:ext>
                              </a:extLst>
                            </a:blip>
                            <a:srcRect/>
                            <a:stretch>
                              <a:fillRect/>
                            </a:stretch>
                          </p:blipFill>
                          <p:spPr bwMode="auto">
                            <a:xfrm>
                              <a:off x="2725" y="3111"/>
                              <a:ext cx="818" cy="2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1268" name="Object 8">
                  <a:extLst>
                    <a:ext uri="{FF2B5EF4-FFF2-40B4-BE49-F238E27FC236}">
                      <a16:creationId xmlns:a16="http://schemas.microsoft.com/office/drawing/2014/main" id="{0E9967DB-7072-452E-8BE7-6A0C695DB516}"/>
                    </a:ext>
                  </a:extLst>
                </p:cNvPr>
                <p:cNvGraphicFramePr>
                  <a:graphicFrameLocks noChangeAspect="1"/>
                </p:cNvGraphicFramePr>
                <p:nvPr/>
              </p:nvGraphicFramePr>
              <p:xfrm>
                <a:off x="2725" y="3111"/>
                <a:ext cx="818" cy="267"/>
              </p:xfrm>
              <a:graphic>
                <a:graphicData uri="http://schemas.openxmlformats.org/presentationml/2006/ole">
                  <mc:AlternateContent>
                    <mc:Choice xmlns:v="urn:schemas-microsoft-com:vml" Requires="v">
                      <p:oleObj name="Equation" r:id="rId13" imgW="545760" imgH="177480" progId="Equation.DSMT4">
                        <p:embed/>
                      </p:oleObj>
                    </mc:Choice>
                    <mc:Fallback>
                      <p:oleObj name="Equation" r:id="rId13" imgW="545760" imgH="177480" progId="Equation.DSMT4">
                        <p:embed/>
                        <p:pic>
                          <p:nvPicPr>
                            <p:cNvPr id="11268" name="Object 8">
                              <a:extLst>
                                <a:ext uri="{FF2B5EF4-FFF2-40B4-BE49-F238E27FC236}">
                                  <a16:creationId xmlns:a16="http://schemas.microsoft.com/office/drawing/2014/main" id="{0E9967DB-7072-452E-8BE7-6A0C695DB51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25" y="3111"/>
                              <a:ext cx="81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11278" name="Rectangle 15">
              <a:extLst>
                <a:ext uri="{FF2B5EF4-FFF2-40B4-BE49-F238E27FC236}">
                  <a16:creationId xmlns:a16="http://schemas.microsoft.com/office/drawing/2014/main" id="{D0D3C429-1D77-45BE-9128-5BE53C57463B}"/>
                </a:ext>
              </a:extLst>
            </p:cNvPr>
            <p:cNvSpPr>
              <a:spLocks noChangeArrowheads="1"/>
            </p:cNvSpPr>
            <p:nvPr/>
          </p:nvSpPr>
          <p:spPr bwMode="auto">
            <a:xfrm>
              <a:off x="2449" y="3608"/>
              <a:ext cx="28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包括</a:t>
              </a:r>
              <a:r>
                <a:rPr kumimoji="0" lang="en-US" altLang="zh-CN" sz="2800" i="1"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，有可能扩大</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1279" name="Text Box 18">
              <a:extLst>
                <a:ext uri="{FF2B5EF4-FFF2-40B4-BE49-F238E27FC236}">
                  <a16:creationId xmlns:a16="http://schemas.microsoft.com/office/drawing/2014/main" id="{DF9EFFD7-895D-42BD-8C51-25CCB0AD658D}"/>
                </a:ext>
              </a:extLst>
            </p:cNvPr>
            <p:cNvSpPr txBox="1">
              <a:spLocks noChangeArrowheads="1"/>
            </p:cNvSpPr>
            <p:nvPr/>
          </p:nvSpPr>
          <p:spPr bwMode="auto">
            <a:xfrm>
              <a:off x="694" y="3061"/>
              <a:ext cx="3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sp>
          <p:nvSpPr>
            <p:cNvPr id="11280" name="Text Box 19">
              <a:extLst>
                <a:ext uri="{FF2B5EF4-FFF2-40B4-BE49-F238E27FC236}">
                  <a16:creationId xmlns:a16="http://schemas.microsoft.com/office/drawing/2014/main" id="{E6F5458A-CE6F-4878-BA74-9310D1670050}"/>
                </a:ext>
              </a:extLst>
            </p:cNvPr>
            <p:cNvSpPr txBox="1">
              <a:spLocks noChangeArrowheads="1"/>
            </p:cNvSpPr>
            <p:nvPr/>
          </p:nvSpPr>
          <p:spPr bwMode="auto">
            <a:xfrm>
              <a:off x="684" y="3577"/>
              <a:ext cx="3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par>
                                <p:cTn id="18" presetID="3" presetClass="entr" presetSubtype="1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标题 1">
            <a:extLst>
              <a:ext uri="{FF2B5EF4-FFF2-40B4-BE49-F238E27FC236}">
                <a16:creationId xmlns:a16="http://schemas.microsoft.com/office/drawing/2014/main" id="{A7EEF71D-52A3-4E1D-8058-FCE9E6142FBC}"/>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395AFA0C-77CF-422C-83B4-2ECBA47FCF0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5D77B093-8694-447E-9981-7C35C12697C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301" name="Rectangle 2">
            <a:extLst>
              <a:ext uri="{FF2B5EF4-FFF2-40B4-BE49-F238E27FC236}">
                <a16:creationId xmlns:a16="http://schemas.microsoft.com/office/drawing/2014/main" id="{A21642A4-7602-4364-8BE3-72E2833270B1}"/>
              </a:ext>
            </a:extLst>
          </p:cNvPr>
          <p:cNvSpPr>
            <a:spLocks noChangeArrowheads="1"/>
          </p:cNvSpPr>
          <p:nvPr/>
        </p:nvSpPr>
        <p:spPr bwMode="auto">
          <a:xfrm>
            <a:off x="500063" y="1217613"/>
            <a:ext cx="7550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8.  </a:t>
            </a:r>
            <a:r>
              <a:rPr kumimoji="0" lang="en-US" altLang="zh-CN" sz="2800" i="1"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域微分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2302" name="Group 3">
            <a:extLst>
              <a:ext uri="{FF2B5EF4-FFF2-40B4-BE49-F238E27FC236}">
                <a16:creationId xmlns:a16="http://schemas.microsoft.com/office/drawing/2014/main" id="{F548E6F8-2E67-4D95-9FFE-C4C0BF0681E1}"/>
              </a:ext>
            </a:extLst>
          </p:cNvPr>
          <p:cNvGrpSpPr>
            <a:grpSpLocks/>
          </p:cNvGrpSpPr>
          <p:nvPr/>
        </p:nvGrpSpPr>
        <p:grpSpPr bwMode="auto">
          <a:xfrm>
            <a:off x="735013" y="1903413"/>
            <a:ext cx="4964112" cy="1585912"/>
            <a:chOff x="768" y="1056"/>
            <a:chExt cx="3127" cy="999"/>
          </a:xfrm>
        </p:grpSpPr>
        <mc:AlternateContent xmlns:mc="http://schemas.openxmlformats.org/markup-compatibility/2006" xmlns:a14="http://schemas.microsoft.com/office/drawing/2010/main">
          <mc:Choice Requires="a14">
            <p:graphicFrame>
              <p:nvGraphicFramePr>
                <p:cNvPr id="12295" name="Object 2">
                  <a:extLst>
                    <a:ext uri="{FF2B5EF4-FFF2-40B4-BE49-F238E27FC236}">
                      <a16:creationId xmlns:a16="http://schemas.microsoft.com/office/drawing/2014/main" id="{068ABC9B-C9FF-46E3-B6C6-36C38ABBB92F}"/>
                    </a:ext>
                  </a:extLst>
                </p:cNvPr>
                <p:cNvGraphicFramePr>
                  <a:graphicFrameLocks noChangeAspect="1"/>
                </p:cNvGraphicFramePr>
                <p:nvPr/>
              </p:nvGraphicFramePr>
              <p:xfrm>
                <a:off x="1200" y="1104"/>
                <a:ext cx="1283" cy="306"/>
              </p:xfrm>
              <a:graphic>
                <a:graphicData uri="http://schemas.openxmlformats.org/presentationml/2006/ole">
                  <mc:AlternateContent>
                    <mc:Choice xmlns:v="urn:schemas-microsoft-com:vml" Requires="v">
                      <p:oleObj spid="_x0000_s30426" name="Equation" r:id="rId3" imgW="850680" imgH="203040" progId="Equation.DSMT4">
                        <p:embed/>
                      </p:oleObj>
                    </mc:Choice>
                    <mc:Fallback>
                      <p:oleObj name="Equation" r:id="rId3" imgW="850680" imgH="203040" progId="Equation.DSMT4">
                        <p:embed/>
                        <p:pic>
                          <p:nvPicPr>
                            <p:cNvPr id="12295" name="Object 2">
                              <a:extLst>
                                <a:ext uri="{FF2B5EF4-FFF2-40B4-BE49-F238E27FC236}">
                                  <a16:creationId xmlns:a16="http://schemas.microsoft.com/office/drawing/2014/main" id="{068ABC9B-C9FF-46E3-B6C6-36C38ABBB92F}"/>
                                </a:ext>
                              </a:extLst>
                            </p:cNvPr>
                            <p:cNvPicPr>
                              <a:picLocks noChangeAspect="1" noChangeArrowheads="1"/>
                            </p:cNvPicPr>
                            <p:nvPr/>
                          </p:nvPicPr>
                          <p:blipFill>
                            <a:blip r:embed="rId4">
                              <a:extLst>
                                <a:ext uri="{28A0092B-C50C-407E-A947-70E740481C1C}">
                                  <a14:useLocalDpi val="0"/>
                                </a:ext>
                              </a:extLst>
                            </a:blip>
                            <a:srcRect/>
                            <a:stretch>
                              <a:fillRect/>
                            </a:stretch>
                          </p:blipFill>
                          <p:spPr bwMode="auto">
                            <a:xfrm>
                              <a:off x="1200" y="1104"/>
                              <a:ext cx="1283" cy="30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2295" name="Object 2">
                  <a:extLst>
                    <a:ext uri="{FF2B5EF4-FFF2-40B4-BE49-F238E27FC236}">
                      <a16:creationId xmlns:a16="http://schemas.microsoft.com/office/drawing/2014/main" id="{068ABC9B-C9FF-46E3-B6C6-36C38ABBB92F}"/>
                    </a:ext>
                  </a:extLst>
                </p:cNvPr>
                <p:cNvGraphicFramePr>
                  <a:graphicFrameLocks noChangeAspect="1"/>
                </p:cNvGraphicFramePr>
                <p:nvPr/>
              </p:nvGraphicFramePr>
              <p:xfrm>
                <a:off x="1200" y="1104"/>
                <a:ext cx="1283" cy="306"/>
              </p:xfrm>
              <a:graphic>
                <a:graphicData uri="http://schemas.openxmlformats.org/presentationml/2006/ole">
                  <mc:AlternateContent>
                    <mc:Choice xmlns:v="urn:schemas-microsoft-com:vml" Requires="v">
                      <p:oleObj name="Equation" r:id="rId5" imgW="850680" imgH="203040" progId="Equation.DSMT4">
                        <p:embed/>
                      </p:oleObj>
                    </mc:Choice>
                    <mc:Fallback>
                      <p:oleObj name="Equation" r:id="rId5" imgW="850680" imgH="203040" progId="Equation.DSMT4">
                        <p:embed/>
                        <p:pic>
                          <p:nvPicPr>
                            <p:cNvPr id="12295" name="Object 2">
                              <a:extLst>
                                <a:ext uri="{FF2B5EF4-FFF2-40B4-BE49-F238E27FC236}">
                                  <a16:creationId xmlns:a16="http://schemas.microsoft.com/office/drawing/2014/main" id="{068ABC9B-C9FF-46E3-B6C6-36C38ABBB9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 y="1104"/>
                              <a:ext cx="128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12296" name="Object 3">
                  <a:extLst>
                    <a:ext uri="{FF2B5EF4-FFF2-40B4-BE49-F238E27FC236}">
                      <a16:creationId xmlns:a16="http://schemas.microsoft.com/office/drawing/2014/main" id="{E6A4C97E-D1EF-4D63-91AC-9E6DC68C2C47}"/>
                    </a:ext>
                  </a:extLst>
                </p:cNvPr>
                <p:cNvSpPr txBox="1"/>
                <p:nvPr/>
              </p:nvSpPr>
              <p:spPr bwMode="auto">
                <a:xfrm>
                  <a:off x="1152" y="1480"/>
                  <a:ext cx="1761" cy="5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𝑑𝑋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num>
                          <m:den>
                            <m:r>
                              <a:rPr lang="en-US" sz="2800" i="1">
                                <a:solidFill>
                                  <a:srgbClr val="FF0000"/>
                                </a:solidFill>
                                <a:latin typeface="Cambria Math" panose="02040503050406030204" pitchFamily="18" charset="0"/>
                              </a:rPr>
                              <m:t>𝑑𝑠</m:t>
                            </m:r>
                          </m:den>
                        </m:f>
                      </m:oMath>
                    </m:oMathPara>
                  </a14:m>
                  <a:endParaRPr lang="en-US" sz="2800" dirty="0">
                    <a:solidFill>
                      <a:srgbClr val="FF0000"/>
                    </a:solidFill>
                  </a:endParaRPr>
                </a:p>
              </p:txBody>
            </p:sp>
          </mc:Choice>
          <mc:Fallback xmlns="">
            <p:sp>
              <p:nvSpPr>
                <p:cNvPr id="12296" name="Object 3">
                  <a:extLst>
                    <a:ext uri="{FF2B5EF4-FFF2-40B4-BE49-F238E27FC236}">
                      <a16:creationId xmlns:a16="http://schemas.microsoft.com/office/drawing/2014/main" id="{E6A4C97E-D1EF-4D63-91AC-9E6DC68C2C47}"/>
                    </a:ext>
                  </a:extLst>
                </p:cNvPr>
                <p:cNvSpPr txBox="1">
                  <a:spLocks noRot="1" noChangeAspect="1" noMove="1" noResize="1" noEditPoints="1" noAdjustHandles="1" noChangeArrowheads="1" noChangeShapeType="1" noTextEdit="1"/>
                </p:cNvSpPr>
                <p:nvPr/>
              </p:nvSpPr>
              <p:spPr bwMode="auto">
                <a:xfrm>
                  <a:off x="1152" y="1480"/>
                  <a:ext cx="1761" cy="575"/>
                </a:xfrm>
                <a:prstGeom prst="rect">
                  <a:avLst/>
                </a:prstGeom>
                <a:blipFill>
                  <a:blip r:embed="rId7"/>
                  <a:stretch>
                    <a:fillRect/>
                  </a:stretch>
                </a:blipFill>
                <a:ln>
                  <a:noFill/>
                </a:ln>
                <a:effectLst/>
              </p:spPr>
              <p:txBody>
                <a:bodyPr/>
                <a:lstStyle/>
                <a:p>
                  <a:r>
                    <a:rPr lang="en-US">
                      <a:noFill/>
                    </a:rPr>
                    <a:t> </a:t>
                  </a:r>
                </a:p>
              </p:txBody>
            </p:sp>
          </mc:Fallback>
        </mc:AlternateContent>
        <p:sp>
          <p:nvSpPr>
            <p:cNvPr id="12306" name="Rectangle 6">
              <a:extLst>
                <a:ext uri="{FF2B5EF4-FFF2-40B4-BE49-F238E27FC236}">
                  <a16:creationId xmlns:a16="http://schemas.microsoft.com/office/drawing/2014/main" id="{5E8BCB06-5002-474D-B529-848D804BD7D8}"/>
                </a:ext>
              </a:extLst>
            </p:cNvPr>
            <p:cNvSpPr>
              <a:spLocks noChangeArrowheads="1"/>
            </p:cNvSpPr>
            <p:nvPr/>
          </p:nvSpPr>
          <p:spPr bwMode="auto">
            <a:xfrm>
              <a:off x="768" y="105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p>
          </p:txBody>
        </p:sp>
        <p:sp>
          <p:nvSpPr>
            <p:cNvPr id="12307" name="Rectangle 7">
              <a:extLst>
                <a:ext uri="{FF2B5EF4-FFF2-40B4-BE49-F238E27FC236}">
                  <a16:creationId xmlns:a16="http://schemas.microsoft.com/office/drawing/2014/main" id="{A6CC003E-7F0F-4241-B2F1-8EF8BF2DB0BC}"/>
                </a:ext>
              </a:extLst>
            </p:cNvPr>
            <p:cNvSpPr>
              <a:spLocks noChangeArrowheads="1"/>
            </p:cNvSpPr>
            <p:nvPr/>
          </p:nvSpPr>
          <p:spPr bwMode="auto">
            <a:xfrm>
              <a:off x="768" y="159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mc:AlternateContent xmlns:mc="http://schemas.openxmlformats.org/markup-compatibility/2006" xmlns:a14="http://schemas.microsoft.com/office/drawing/2010/main">
          <mc:Choice Requires="a14">
            <p:graphicFrame>
              <p:nvGraphicFramePr>
                <p:cNvPr id="12297" name="Object 4">
                  <a:extLst>
                    <a:ext uri="{FF2B5EF4-FFF2-40B4-BE49-F238E27FC236}">
                      <a16:creationId xmlns:a16="http://schemas.microsoft.com/office/drawing/2014/main" id="{1B0FEABD-6BF1-41F1-A777-E5210490A976}"/>
                    </a:ext>
                  </a:extLst>
                </p:cNvPr>
                <p:cNvGraphicFramePr>
                  <a:graphicFrameLocks noChangeAspect="1"/>
                </p:cNvGraphicFramePr>
                <p:nvPr>
                  <p:extLst>
                    <p:ext uri="{D42A27DB-BD31-4B8C-83A1-F6EECF244321}">
                      <p14:modId xmlns:p14="http://schemas.microsoft.com/office/powerpoint/2010/main" val="3638256801"/>
                    </p:ext>
                  </p:extLst>
                </p:nvPr>
              </p:nvGraphicFramePr>
              <p:xfrm>
                <a:off x="2833" y="1104"/>
                <a:ext cx="822" cy="268"/>
              </p:xfrm>
              <a:graphic>
                <a:graphicData uri="http://schemas.openxmlformats.org/presentationml/2006/ole">
                  <mc:AlternateContent>
                    <mc:Choice xmlns:v="urn:schemas-microsoft-com:vml" Requires="v">
                      <p:oleObj spid="_x0000_s30427" name="Equation" r:id="rId8" imgW="545760" imgH="177480" progId="Equation.DSMT4">
                        <p:embed/>
                      </p:oleObj>
                    </mc:Choice>
                    <mc:Fallback>
                      <p:oleObj name="Equation" r:id="rId8" imgW="545760" imgH="177480" progId="Equation.DSMT4">
                        <p:embed/>
                        <p:pic>
                          <p:nvPicPr>
                            <p:cNvPr id="12297" name="Object 4">
                              <a:extLst>
                                <a:ext uri="{FF2B5EF4-FFF2-40B4-BE49-F238E27FC236}">
                                  <a16:creationId xmlns:a16="http://schemas.microsoft.com/office/drawing/2014/main" id="{1B0FEABD-6BF1-41F1-A777-E5210490A976}"/>
                                </a:ext>
                              </a:extLst>
                            </p:cNvPr>
                            <p:cNvPicPr>
                              <a:picLocks noChangeAspect="1" noChangeArrowheads="1"/>
                            </p:cNvPicPr>
                            <p:nvPr/>
                          </p:nvPicPr>
                          <p:blipFill>
                            <a:blip r:embed="rId9"/>
                            <a:srcRect/>
                            <a:stretch>
                              <a:fillRect/>
                            </a:stretch>
                          </p:blipFill>
                          <p:spPr bwMode="auto">
                            <a:xfrm>
                              <a:off x="2833" y="1104"/>
                              <a:ext cx="822" cy="26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2297" name="Object 4">
                  <a:extLst>
                    <a:ext uri="{FF2B5EF4-FFF2-40B4-BE49-F238E27FC236}">
                      <a16:creationId xmlns:a16="http://schemas.microsoft.com/office/drawing/2014/main" id="{1B0FEABD-6BF1-41F1-A777-E5210490A976}"/>
                    </a:ext>
                  </a:extLst>
                </p:cNvPr>
                <p:cNvGraphicFramePr>
                  <a:graphicFrameLocks noChangeAspect="1"/>
                </p:cNvGraphicFramePr>
                <p:nvPr/>
              </p:nvGraphicFramePr>
              <p:xfrm>
                <a:off x="2824" y="1104"/>
                <a:ext cx="841" cy="268"/>
              </p:xfrm>
              <a:graphic>
                <a:graphicData uri="http://schemas.openxmlformats.org/presentationml/2006/ole">
                  <mc:AlternateContent>
                    <mc:Choice xmlns:v="urn:schemas-microsoft-com:vml" Requires="v">
                      <p:oleObj name="Equation" r:id="rId10" imgW="558720" imgH="177480" progId="Equation.DSMT4">
                        <p:embed/>
                      </p:oleObj>
                    </mc:Choice>
                    <mc:Fallback>
                      <p:oleObj name="Equation" r:id="rId10" imgW="558720" imgH="177480" progId="Equation.DSMT4">
                        <p:embed/>
                        <p:pic>
                          <p:nvPicPr>
                            <p:cNvPr id="12297" name="Object 4">
                              <a:extLst>
                                <a:ext uri="{FF2B5EF4-FFF2-40B4-BE49-F238E27FC236}">
                                  <a16:creationId xmlns:a16="http://schemas.microsoft.com/office/drawing/2014/main" id="{1B0FEABD-6BF1-41F1-A777-E5210490A97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4" y="1104"/>
                              <a:ext cx="841"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12298" name="Object 5">
                  <a:extLst>
                    <a:ext uri="{FF2B5EF4-FFF2-40B4-BE49-F238E27FC236}">
                      <a16:creationId xmlns:a16="http://schemas.microsoft.com/office/drawing/2014/main" id="{4672B3C5-6C6F-46D0-BAC7-634CE7ECB729}"/>
                    </a:ext>
                  </a:extLst>
                </p:cNvPr>
                <p:cNvSpPr txBox="1"/>
                <p:nvPr/>
              </p:nvSpPr>
              <p:spPr bwMode="auto">
                <a:xfrm>
                  <a:off x="2824" y="1623"/>
                  <a:ext cx="1071" cy="330"/>
                </a:xfrm>
                <a:prstGeom prst="rect">
                  <a:avLst/>
                </a:prstGeom>
                <a:noFill/>
                <a:ln>
                  <a:noFill/>
                </a:ln>
                <a:effectLst/>
              </p:spPr>
              <p:txBody>
                <a:bodyPr wrap="square">
                  <a:spAutoFit/>
                </a:bodyPr>
                <a:lstStyle/>
                <a:p>
                  <a:r>
                    <a:rPr lang="zh-CN" altLang="en-US" sz="2800" dirty="0">
                      <a:solidFill>
                        <a:srgbClr val="000000"/>
                      </a:solidFill>
                    </a:rPr>
                    <a:t>，</a:t>
                  </a:r>
                  <a14:m>
                    <m:oMath xmlns:m="http://schemas.openxmlformats.org/officeDocument/2006/math">
                      <m:r>
                        <m:rPr>
                          <m:sty m:val="p"/>
                        </m:rPr>
                        <a:rPr lang="en-US" sz="2800" smtClean="0">
                          <a:solidFill>
                            <a:srgbClr val="000000"/>
                          </a:solidFill>
                          <a:latin typeface="Cambria Math" panose="02040503050406030204" pitchFamily="18" charset="0"/>
                        </a:rPr>
                        <m:t>ROC</m:t>
                      </m:r>
                      <m:r>
                        <a:rPr lang="en-US" sz="2800"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 </m:t>
                      </m:r>
                      <m:r>
                        <a:rPr lang="en-US" sz="2800" i="1" smtClean="0">
                          <a:solidFill>
                            <a:srgbClr val="FF0000"/>
                          </a:solidFill>
                          <a:latin typeface="Cambria Math" panose="02040503050406030204" pitchFamily="18" charset="0"/>
                        </a:rPr>
                        <m:t>𝑅</m:t>
                      </m:r>
                    </m:oMath>
                  </a14:m>
                  <a:endParaRPr lang="en-US" sz="2800" dirty="0"/>
                </a:p>
              </p:txBody>
            </p:sp>
          </mc:Choice>
          <mc:Fallback xmlns="">
            <p:sp>
              <p:nvSpPr>
                <p:cNvPr id="12298" name="Object 5">
                  <a:extLst>
                    <a:ext uri="{FF2B5EF4-FFF2-40B4-BE49-F238E27FC236}">
                      <a16:creationId xmlns:a16="http://schemas.microsoft.com/office/drawing/2014/main" id="{4672B3C5-6C6F-46D0-BAC7-634CE7ECB729}"/>
                    </a:ext>
                  </a:extLst>
                </p:cNvPr>
                <p:cNvSpPr txBox="1">
                  <a:spLocks noRot="1" noChangeAspect="1" noMove="1" noResize="1" noEditPoints="1" noAdjustHandles="1" noChangeArrowheads="1" noChangeShapeType="1" noTextEdit="1"/>
                </p:cNvSpPr>
                <p:nvPr/>
              </p:nvSpPr>
              <p:spPr bwMode="auto">
                <a:xfrm>
                  <a:off x="2824" y="1623"/>
                  <a:ext cx="1071" cy="330"/>
                </a:xfrm>
                <a:prstGeom prst="rect">
                  <a:avLst/>
                </a:prstGeom>
                <a:blipFill>
                  <a:blip r:embed="rId12"/>
                  <a:stretch>
                    <a:fillRect l="-7527" t="-16279" b="-27907"/>
                  </a:stretch>
                </a:blipFill>
                <a:ln>
                  <a:noFill/>
                </a:ln>
                <a:effectLst/>
              </p:spPr>
              <p:txBody>
                <a:bodyPr/>
                <a:lstStyle/>
                <a:p>
                  <a:r>
                    <a:rPr lang="en-US">
                      <a:noFill/>
                    </a:rPr>
                    <a:t> </a:t>
                  </a:r>
                </a:p>
              </p:txBody>
            </p:sp>
          </mc:Fallback>
        </mc:AlternateContent>
      </p:grpSp>
      <p:grpSp>
        <p:nvGrpSpPr>
          <p:cNvPr id="3" name="Group 10">
            <a:extLst>
              <a:ext uri="{FF2B5EF4-FFF2-40B4-BE49-F238E27FC236}">
                <a16:creationId xmlns:a16="http://schemas.microsoft.com/office/drawing/2014/main" id="{2AB5999A-2FF1-4C93-97DC-D22F43977C76}"/>
              </a:ext>
            </a:extLst>
          </p:cNvPr>
          <p:cNvGrpSpPr>
            <a:grpSpLocks/>
          </p:cNvGrpSpPr>
          <p:nvPr/>
        </p:nvGrpSpPr>
        <p:grpSpPr bwMode="auto">
          <a:xfrm>
            <a:off x="444500" y="3500438"/>
            <a:ext cx="6808788" cy="1003300"/>
            <a:chOff x="720" y="2087"/>
            <a:chExt cx="4289" cy="632"/>
          </a:xfrm>
        </p:grpSpPr>
        <p:graphicFrame>
          <p:nvGraphicFramePr>
            <p:cNvPr id="12292" name="Object 6">
              <a:extLst>
                <a:ext uri="{FF2B5EF4-FFF2-40B4-BE49-F238E27FC236}">
                  <a16:creationId xmlns:a16="http://schemas.microsoft.com/office/drawing/2014/main" id="{9BE74083-454F-4383-98D2-23EFB1BB28EC}"/>
                </a:ext>
              </a:extLst>
            </p:cNvPr>
            <p:cNvGraphicFramePr>
              <a:graphicFrameLocks noChangeAspect="1"/>
            </p:cNvGraphicFramePr>
            <p:nvPr/>
          </p:nvGraphicFramePr>
          <p:xfrm>
            <a:off x="1104" y="2087"/>
            <a:ext cx="1614" cy="632"/>
          </p:xfrm>
          <a:graphic>
            <a:graphicData uri="http://schemas.openxmlformats.org/presentationml/2006/ole">
              <mc:AlternateContent xmlns:mc="http://schemas.openxmlformats.org/markup-compatibility/2006">
                <mc:Choice xmlns:v="urn:schemas-microsoft-com:vml" Requires="v">
                  <p:oleObj spid="_x0000_s30428" name="Equation" r:id="rId13" imgW="977760" imgH="419040" progId="Equation.DSMT4">
                    <p:embed/>
                  </p:oleObj>
                </mc:Choice>
                <mc:Fallback>
                  <p:oleObj name="Equation" r:id="rId13" imgW="977760" imgH="419040" progId="Equation.DSMT4">
                    <p:embed/>
                    <p:pic>
                      <p:nvPicPr>
                        <p:cNvPr id="12292" name="Object 6">
                          <a:extLst>
                            <a:ext uri="{FF2B5EF4-FFF2-40B4-BE49-F238E27FC236}">
                              <a16:creationId xmlns:a16="http://schemas.microsoft.com/office/drawing/2014/main" id="{9BE74083-454F-4383-98D2-23EFB1BB28E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04" y="2087"/>
                          <a:ext cx="1614"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3" name="Object 7">
              <a:extLst>
                <a:ext uri="{FF2B5EF4-FFF2-40B4-BE49-F238E27FC236}">
                  <a16:creationId xmlns:a16="http://schemas.microsoft.com/office/drawing/2014/main" id="{02F41998-B11C-452C-810F-5E641FE7BD47}"/>
                </a:ext>
              </a:extLst>
            </p:cNvPr>
            <p:cNvGraphicFramePr>
              <a:graphicFrameLocks noChangeAspect="1"/>
            </p:cNvGraphicFramePr>
            <p:nvPr/>
          </p:nvGraphicFramePr>
          <p:xfrm>
            <a:off x="2867" y="2257"/>
            <a:ext cx="1263" cy="268"/>
          </p:xfrm>
          <a:graphic>
            <a:graphicData uri="http://schemas.openxmlformats.org/presentationml/2006/ole">
              <mc:AlternateContent xmlns:mc="http://schemas.openxmlformats.org/markup-compatibility/2006">
                <mc:Choice xmlns:v="urn:schemas-microsoft-com:vml" Requires="v">
                  <p:oleObj spid="_x0000_s30429" name="Equation" r:id="rId15" imgW="876240" imgH="177480" progId="Equation.DSMT4">
                    <p:embed/>
                  </p:oleObj>
                </mc:Choice>
                <mc:Fallback>
                  <p:oleObj name="Equation" r:id="rId15" imgW="876240" imgH="177480" progId="Equation.DSMT4">
                    <p:embed/>
                    <p:pic>
                      <p:nvPicPr>
                        <p:cNvPr id="12293" name="Object 7">
                          <a:extLst>
                            <a:ext uri="{FF2B5EF4-FFF2-40B4-BE49-F238E27FC236}">
                              <a16:creationId xmlns:a16="http://schemas.microsoft.com/office/drawing/2014/main" id="{02F41998-B11C-452C-810F-5E641FE7BD4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67" y="2257"/>
                          <a:ext cx="1263"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4" name="Text Box 13">
              <a:extLst>
                <a:ext uri="{FF2B5EF4-FFF2-40B4-BE49-F238E27FC236}">
                  <a16:creationId xmlns:a16="http://schemas.microsoft.com/office/drawing/2014/main" id="{4154B606-5A15-4E76-95E9-AFB9A8A894D7}"/>
                </a:ext>
              </a:extLst>
            </p:cNvPr>
            <p:cNvSpPr txBox="1">
              <a:spLocks noChangeArrowheads="1"/>
            </p:cNvSpPr>
            <p:nvPr/>
          </p:nvSpPr>
          <p:spPr bwMode="auto">
            <a:xfrm>
              <a:off x="720" y="2208"/>
              <a:ext cx="43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2305" name="Text Box 14">
              <a:extLst>
                <a:ext uri="{FF2B5EF4-FFF2-40B4-BE49-F238E27FC236}">
                  <a16:creationId xmlns:a16="http://schemas.microsoft.com/office/drawing/2014/main" id="{F869DC76-2CBB-4C60-9923-E2769E773B0B}"/>
                </a:ext>
              </a:extLst>
            </p:cNvPr>
            <p:cNvSpPr txBox="1">
              <a:spLocks noChangeArrowheads="1"/>
            </p:cNvSpPr>
            <p:nvPr/>
          </p:nvSpPr>
          <p:spPr bwMode="auto">
            <a:xfrm>
              <a:off x="4175" y="2226"/>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求</a:t>
              </a:r>
            </a:p>
          </p:txBody>
        </p:sp>
        <p:graphicFrame>
          <p:nvGraphicFramePr>
            <p:cNvPr id="12294" name="Object 8">
              <a:extLst>
                <a:ext uri="{FF2B5EF4-FFF2-40B4-BE49-F238E27FC236}">
                  <a16:creationId xmlns:a16="http://schemas.microsoft.com/office/drawing/2014/main" id="{6540A82C-0FD8-4635-837C-F388A0DC3110}"/>
                </a:ext>
              </a:extLst>
            </p:cNvPr>
            <p:cNvGraphicFramePr>
              <a:graphicFrameLocks noChangeAspect="1"/>
            </p:cNvGraphicFramePr>
            <p:nvPr/>
          </p:nvGraphicFramePr>
          <p:xfrm>
            <a:off x="4535" y="2244"/>
            <a:ext cx="474" cy="306"/>
          </p:xfrm>
          <a:graphic>
            <a:graphicData uri="http://schemas.openxmlformats.org/presentationml/2006/ole">
              <mc:AlternateContent xmlns:mc="http://schemas.openxmlformats.org/markup-compatibility/2006">
                <mc:Choice xmlns:v="urn:schemas-microsoft-com:vml" Requires="v">
                  <p:oleObj spid="_x0000_s30430" name="Equation" r:id="rId17" imgW="279360" imgH="203040" progId="Equation.DSMT4">
                    <p:embed/>
                  </p:oleObj>
                </mc:Choice>
                <mc:Fallback>
                  <p:oleObj name="Equation" r:id="rId17" imgW="279360" imgH="203040" progId="Equation.DSMT4">
                    <p:embed/>
                    <p:pic>
                      <p:nvPicPr>
                        <p:cNvPr id="12294" name="Object 8">
                          <a:extLst>
                            <a:ext uri="{FF2B5EF4-FFF2-40B4-BE49-F238E27FC236}">
                              <a16:creationId xmlns:a16="http://schemas.microsoft.com/office/drawing/2014/main" id="{6540A82C-0FD8-4635-837C-F388A0DC311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35" y="2244"/>
                          <a:ext cx="474"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9" name="Object 9">
            <a:extLst>
              <a:ext uri="{FF2B5EF4-FFF2-40B4-BE49-F238E27FC236}">
                <a16:creationId xmlns:a16="http://schemas.microsoft.com/office/drawing/2014/main" id="{6515DAE5-350C-469B-85FE-812428D5717E}"/>
              </a:ext>
            </a:extLst>
          </p:cNvPr>
          <p:cNvGraphicFramePr>
            <a:graphicFrameLocks noChangeAspect="1"/>
          </p:cNvGraphicFramePr>
          <p:nvPr>
            <p:extLst>
              <p:ext uri="{D42A27DB-BD31-4B8C-83A1-F6EECF244321}">
                <p14:modId xmlns:p14="http://schemas.microsoft.com/office/powerpoint/2010/main" val="2905704371"/>
              </p:ext>
            </p:extLst>
          </p:nvPr>
        </p:nvGraphicFramePr>
        <p:xfrm>
          <a:off x="1463675" y="4603750"/>
          <a:ext cx="4433888" cy="1008063"/>
        </p:xfrm>
        <a:graphic>
          <a:graphicData uri="http://schemas.openxmlformats.org/presentationml/2006/ole">
            <mc:AlternateContent xmlns:mc="http://schemas.openxmlformats.org/markup-compatibility/2006">
              <mc:Choice xmlns:v="urn:schemas-microsoft-com:vml" Requires="v">
                <p:oleObj spid="_x0000_s30431" name="Equation" r:id="rId19" imgW="1638000" imgH="419040" progId="Equation.DSMT4">
                  <p:embed/>
                </p:oleObj>
              </mc:Choice>
              <mc:Fallback>
                <p:oleObj name="Equation" r:id="rId19" imgW="1638000" imgH="419040" progId="Equation.DSMT4">
                  <p:embed/>
                  <p:pic>
                    <p:nvPicPr>
                      <p:cNvPr id="19" name="Object 9">
                        <a:extLst>
                          <a:ext uri="{FF2B5EF4-FFF2-40B4-BE49-F238E27FC236}">
                            <a16:creationId xmlns:a16="http://schemas.microsoft.com/office/drawing/2014/main" id="{6515DAE5-350C-469B-85FE-812428D5717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63675" y="4603750"/>
                        <a:ext cx="4433888"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0">
            <a:extLst>
              <a:ext uri="{FF2B5EF4-FFF2-40B4-BE49-F238E27FC236}">
                <a16:creationId xmlns:a16="http://schemas.microsoft.com/office/drawing/2014/main" id="{5BCC903F-25C2-46D3-8AAC-7E31E55CCAE0}"/>
              </a:ext>
            </a:extLst>
          </p:cNvPr>
          <p:cNvGraphicFramePr>
            <a:graphicFrameLocks noChangeAspect="1"/>
          </p:cNvGraphicFramePr>
          <p:nvPr>
            <p:extLst>
              <p:ext uri="{D42A27DB-BD31-4B8C-83A1-F6EECF244321}">
                <p14:modId xmlns:p14="http://schemas.microsoft.com/office/powerpoint/2010/main" val="1083424890"/>
              </p:ext>
            </p:extLst>
          </p:nvPr>
        </p:nvGraphicFramePr>
        <p:xfrm>
          <a:off x="1512888" y="5735638"/>
          <a:ext cx="3130550" cy="550862"/>
        </p:xfrm>
        <a:graphic>
          <a:graphicData uri="http://schemas.openxmlformats.org/presentationml/2006/ole">
            <mc:AlternateContent xmlns:mc="http://schemas.openxmlformats.org/markup-compatibility/2006">
              <mc:Choice xmlns:v="urn:schemas-microsoft-com:vml" Requires="v">
                <p:oleObj spid="_x0000_s30432" name="Equation" r:id="rId21" imgW="1155600" imgH="228600" progId="Equation.DSMT4">
                  <p:embed/>
                </p:oleObj>
              </mc:Choice>
              <mc:Fallback>
                <p:oleObj name="Equation" r:id="rId21" imgW="1155600" imgH="228600" progId="Equation.DSMT4">
                  <p:embed/>
                  <p:pic>
                    <p:nvPicPr>
                      <p:cNvPr id="20" name="Object 10">
                        <a:extLst>
                          <a:ext uri="{FF2B5EF4-FFF2-40B4-BE49-F238E27FC236}">
                            <a16:creationId xmlns:a16="http://schemas.microsoft.com/office/drawing/2014/main" id="{5BCC903F-25C2-46D3-8AAC-7E31E55CCAE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12888" y="5735638"/>
                        <a:ext cx="3130550" cy="55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3" name="标题 1">
            <a:extLst>
              <a:ext uri="{FF2B5EF4-FFF2-40B4-BE49-F238E27FC236}">
                <a16:creationId xmlns:a16="http://schemas.microsoft.com/office/drawing/2014/main" id="{26E02FDA-2D6B-4147-B917-7F4BEBAE582C}"/>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28C9C448-D328-4B47-A428-D113DA47688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F341EA7D-7C96-4E9B-AE43-C957C78855D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3325" name="Rectangle 2">
            <a:extLst>
              <a:ext uri="{FF2B5EF4-FFF2-40B4-BE49-F238E27FC236}">
                <a16:creationId xmlns:a16="http://schemas.microsoft.com/office/drawing/2014/main" id="{B9D6D4C5-A73D-411B-A07D-4D1197C9C797}"/>
              </a:ext>
            </a:extLst>
          </p:cNvPr>
          <p:cNvSpPr>
            <a:spLocks noChangeArrowheads="1"/>
          </p:cNvSpPr>
          <p:nvPr/>
        </p:nvSpPr>
        <p:spPr bwMode="auto">
          <a:xfrm>
            <a:off x="357188" y="1214438"/>
            <a:ext cx="800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9.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时域积分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3326" name="Group 3">
            <a:extLst>
              <a:ext uri="{FF2B5EF4-FFF2-40B4-BE49-F238E27FC236}">
                <a16:creationId xmlns:a16="http://schemas.microsoft.com/office/drawing/2014/main" id="{F44FEAE3-53E2-4635-9EED-AA95121C1D8C}"/>
              </a:ext>
            </a:extLst>
          </p:cNvPr>
          <p:cNvGrpSpPr>
            <a:grpSpLocks/>
          </p:cNvGrpSpPr>
          <p:nvPr/>
        </p:nvGrpSpPr>
        <p:grpSpPr bwMode="auto">
          <a:xfrm>
            <a:off x="790576" y="1819278"/>
            <a:ext cx="4602163" cy="523876"/>
            <a:chOff x="779" y="1104"/>
            <a:chExt cx="2899" cy="330"/>
          </a:xfrm>
        </p:grpSpPr>
        <mc:AlternateContent xmlns:mc="http://schemas.openxmlformats.org/markup-compatibility/2006" xmlns:a14="http://schemas.microsoft.com/office/drawing/2010/main">
          <mc:Choice Requires="a14">
            <p:sp>
              <p:nvSpPr>
                <p:cNvPr id="13322" name="Object 3">
                  <a:extLst>
                    <a:ext uri="{FF2B5EF4-FFF2-40B4-BE49-F238E27FC236}">
                      <a16:creationId xmlns:a16="http://schemas.microsoft.com/office/drawing/2014/main" id="{6AE1338E-44E8-49DD-B6CE-646EB6446EF9}"/>
                    </a:ext>
                  </a:extLst>
                </p:cNvPr>
                <p:cNvSpPr txBox="1"/>
                <p:nvPr/>
              </p:nvSpPr>
              <p:spPr bwMode="auto">
                <a:xfrm>
                  <a:off x="2753" y="1136"/>
                  <a:ext cx="925" cy="26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ROC</m:t>
                            </m:r>
                            <m:r>
                              <a:rPr lang="en-US" sz="2800" i="0">
                                <a:solidFill>
                                  <a:srgbClr val="000000"/>
                                </a:solidFill>
                                <a:latin typeface="Cambria Math" panose="02040503050406030204" pitchFamily="18" charset="0"/>
                              </a:rPr>
                              <m:t>:</m:t>
                            </m:r>
                          </m:fName>
                          <m:e>
                            <m:r>
                              <a:rPr lang="en-US" sz="2800" i="1">
                                <a:solidFill>
                                  <a:srgbClr val="000000"/>
                                </a:solidFill>
                                <a:latin typeface="Cambria Math" panose="02040503050406030204" pitchFamily="18" charset="0"/>
                              </a:rPr>
                              <m:t>𝑅</m:t>
                            </m:r>
                          </m:e>
                        </m:func>
                      </m:oMath>
                    </m:oMathPara>
                  </a14:m>
                  <a:endParaRPr lang="en-US" sz="2800" dirty="0"/>
                </a:p>
              </p:txBody>
            </p:sp>
          </mc:Choice>
          <mc:Fallback xmlns="">
            <p:sp>
              <p:nvSpPr>
                <p:cNvPr id="13322" name="Object 3">
                  <a:extLst>
                    <a:ext uri="{FF2B5EF4-FFF2-40B4-BE49-F238E27FC236}">
                      <a16:creationId xmlns:a16="http://schemas.microsoft.com/office/drawing/2014/main" id="{6AE1338E-44E8-49DD-B6CE-646EB6446EF9}"/>
                    </a:ext>
                  </a:extLst>
                </p:cNvPr>
                <p:cNvSpPr txBox="1">
                  <a:spLocks noRot="1" noChangeAspect="1" noMove="1" noResize="1" noEditPoints="1" noAdjustHandles="1" noChangeArrowheads="1" noChangeShapeType="1" noTextEdit="1"/>
                </p:cNvSpPr>
                <p:nvPr/>
              </p:nvSpPr>
              <p:spPr bwMode="auto">
                <a:xfrm>
                  <a:off x="2753" y="1136"/>
                  <a:ext cx="925" cy="268"/>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33" name="Rectangle 6">
                  <a:extLst>
                    <a:ext uri="{FF2B5EF4-FFF2-40B4-BE49-F238E27FC236}">
                      <a16:creationId xmlns:a16="http://schemas.microsoft.com/office/drawing/2014/main" id="{0034FE22-A8B8-4AC9-9842-BF5C24080418}"/>
                    </a:ext>
                  </a:extLst>
                </p:cNvPr>
                <p:cNvSpPr>
                  <a:spLocks noChangeArrowheads="1"/>
                </p:cNvSpPr>
                <p:nvPr/>
              </p:nvSpPr>
              <p:spPr bwMode="auto">
                <a:xfrm>
                  <a:off x="779" y="1104"/>
                  <a:ext cx="1533"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𝑋</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oMath>
                  </a14:m>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3333" name="Rectangle 6">
                  <a:extLst>
                    <a:ext uri="{FF2B5EF4-FFF2-40B4-BE49-F238E27FC236}">
                      <a16:creationId xmlns:a16="http://schemas.microsoft.com/office/drawing/2014/main" id="{0034FE22-A8B8-4AC9-9842-BF5C24080418}"/>
                    </a:ext>
                  </a:extLst>
                </p:cNvPr>
                <p:cNvSpPr>
                  <a:spLocks noRot="1" noChangeAspect="1" noMove="1" noResize="1" noEditPoints="1" noAdjustHandles="1" noChangeArrowheads="1" noChangeShapeType="1" noTextEdit="1"/>
                </p:cNvSpPr>
                <p:nvPr/>
              </p:nvSpPr>
              <p:spPr bwMode="auto">
                <a:xfrm>
                  <a:off x="779" y="1104"/>
                  <a:ext cx="1533" cy="330"/>
                </a:xfrm>
                <a:prstGeom prst="rect">
                  <a:avLst/>
                </a:prstGeom>
                <a:blipFill>
                  <a:blip r:embed="rId3"/>
                  <a:stretch>
                    <a:fillRect l="-5263"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pSp>
        <p:nvGrpSpPr>
          <p:cNvPr id="13327" name="Group 7">
            <a:extLst>
              <a:ext uri="{FF2B5EF4-FFF2-40B4-BE49-F238E27FC236}">
                <a16:creationId xmlns:a16="http://schemas.microsoft.com/office/drawing/2014/main" id="{E77CFFD5-0603-4494-8D4B-E5076DD9F0A8}"/>
              </a:ext>
            </a:extLst>
          </p:cNvPr>
          <p:cNvGrpSpPr>
            <a:grpSpLocks/>
          </p:cNvGrpSpPr>
          <p:nvPr/>
        </p:nvGrpSpPr>
        <p:grpSpPr bwMode="auto">
          <a:xfrm>
            <a:off x="877888" y="2444754"/>
            <a:ext cx="5157787" cy="1708152"/>
            <a:chOff x="834" y="1516"/>
            <a:chExt cx="3249" cy="1076"/>
          </a:xfrm>
        </p:grpSpPr>
        <mc:AlternateContent xmlns:mc="http://schemas.openxmlformats.org/markup-compatibility/2006" xmlns:a14="http://schemas.microsoft.com/office/drawing/2010/main">
          <mc:Choice Requires="a14">
            <p:sp>
              <p:nvSpPr>
                <p:cNvPr id="13318" name="Object 4">
                  <a:extLst>
                    <a:ext uri="{FF2B5EF4-FFF2-40B4-BE49-F238E27FC236}">
                      <a16:creationId xmlns:a16="http://schemas.microsoft.com/office/drawing/2014/main" id="{62ADB8A9-E291-4A11-8C2D-65C70ABD7C1A}"/>
                    </a:ext>
                  </a:extLst>
                </p:cNvPr>
                <p:cNvSpPr txBox="1"/>
                <p:nvPr/>
              </p:nvSpPr>
              <p:spPr bwMode="auto">
                <a:xfrm>
                  <a:off x="1292" y="1516"/>
                  <a:ext cx="2141" cy="6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800" i="1" smtClean="0">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𝑡</m:t>
                            </m:r>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𝑑</m:t>
                            </m:r>
                            <m:r>
                              <a:rPr lang="en-US" sz="2800" i="1">
                                <a:solidFill>
                                  <a:srgbClr val="FF0000"/>
                                </a:solidFill>
                                <a:latin typeface="Cambria Math" panose="02040503050406030204" pitchFamily="18" charset="0"/>
                              </a:rPr>
                              <m:t>𝜏</m:t>
                            </m:r>
                          </m:e>
                        </m:nary>
                        <m:r>
                          <a:rPr lang="en-US" sz="2800" i="1" smtClean="0">
                            <a:solidFill>
                              <a:srgbClr val="FF0000"/>
                            </a:solidFill>
                            <a:latin typeface="Cambria Math" panose="02040503050406030204" pitchFamily="18" charset="0"/>
                            <a:ea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r>
                              <a:rPr lang="en-US" sz="2800" i="1">
                                <a:solidFill>
                                  <a:srgbClr val="FF0000"/>
                                </a:solidFill>
                                <a:latin typeface="Cambria Math" panose="02040503050406030204" pitchFamily="18" charset="0"/>
                              </a:rPr>
                              <m:t>𝑠</m:t>
                            </m:r>
                          </m:den>
                        </m:f>
                        <m:r>
                          <a:rPr lang="en-US" sz="2800" i="1">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13318" name="Object 4">
                  <a:extLst>
                    <a:ext uri="{FF2B5EF4-FFF2-40B4-BE49-F238E27FC236}">
                      <a16:creationId xmlns:a16="http://schemas.microsoft.com/office/drawing/2014/main" id="{62ADB8A9-E291-4A11-8C2D-65C70ABD7C1A}"/>
                    </a:ext>
                  </a:extLst>
                </p:cNvPr>
                <p:cNvSpPr txBox="1">
                  <a:spLocks noRot="1" noChangeAspect="1" noMove="1" noResize="1" noEditPoints="1" noAdjustHandles="1" noChangeArrowheads="1" noChangeShapeType="1" noTextEdit="1"/>
                </p:cNvSpPr>
                <p:nvPr/>
              </p:nvSpPr>
              <p:spPr bwMode="auto">
                <a:xfrm>
                  <a:off x="1292" y="1516"/>
                  <a:ext cx="2141" cy="66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32" name="Rectangle 11">
                  <a:extLst>
                    <a:ext uri="{FF2B5EF4-FFF2-40B4-BE49-F238E27FC236}">
                      <a16:creationId xmlns:a16="http://schemas.microsoft.com/office/drawing/2014/main" id="{4AEDC4DA-D2B7-41D3-B379-BF3D23DE827B}"/>
                    </a:ext>
                  </a:extLst>
                </p:cNvPr>
                <p:cNvSpPr>
                  <a:spLocks noChangeArrowheads="1"/>
                </p:cNvSpPr>
                <p:nvPr/>
              </p:nvSpPr>
              <p:spPr bwMode="auto">
                <a:xfrm>
                  <a:off x="1292" y="2262"/>
                  <a:ext cx="2791"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r>
                    <a:rPr lang="en-US" altLang="zh-CN" sz="2800" dirty="0">
                      <a:solidFill>
                        <a:srgbClr val="FF0000"/>
                      </a:solidFill>
                      <a:latin typeface="Cambria Math" panose="02040503050406030204" pitchFamily="18" charset="0"/>
                      <a:ea typeface="华文楷体" panose="02010600040101010101" pitchFamily="2" charset="-122"/>
                      <a:cs typeface="楷体_GB2312" panose="02010609030101010101" pitchFamily="49" charset="-122"/>
                    </a:rPr>
                    <a:t>ROC</a:t>
                  </a:r>
                  <a:r>
                    <a:rPr lang="zh-CN" altLang="en-US" sz="2800" dirty="0">
                      <a:solidFill>
                        <a:srgbClr val="FF0000"/>
                      </a:solidFill>
                      <a:latin typeface="Cambria Math" panose="020405030504060302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solidFill>
                        <a:srgbClr val="FF0000"/>
                      </a:solidFill>
                      <a:effectLst/>
                      <a:uLnTx/>
                      <a:uFillTx/>
                      <a:latin typeface="Cambria Math" panose="02040503050406030204" pitchFamily="18" charset="0"/>
                      <a:ea typeface="华文楷体" panose="02010600040101010101" pitchFamily="2" charset="-122"/>
                      <a:cs typeface="楷体_GB2312" panose="02010609030101010101" pitchFamily="49" charset="-122"/>
                    </a:rPr>
                    <a:t>包括</a:t>
                  </a:r>
                  <a14:m>
                    <m:oMath xmlns:m="http://schemas.openxmlformats.org/officeDocument/2006/math">
                      <m:r>
                        <a:rPr lang="en-US" sz="2800" i="1" smtClean="0">
                          <a:solidFill>
                            <a:srgbClr val="FF0000"/>
                          </a:solidFill>
                          <a:latin typeface="Cambria Math" panose="02040503050406030204" pitchFamily="18" charset="0"/>
                        </a:rPr>
                        <m:t>𝑅</m:t>
                      </m:r>
                      <m:r>
                        <a:rPr lang="en-US" sz="2800" i="1" smtClean="0">
                          <a:solidFill>
                            <a:srgbClr val="FF0000"/>
                          </a:solidFill>
                          <a:latin typeface="Cambria Math" panose="02040503050406030204" pitchFamily="18" charset="0"/>
                        </a:rPr>
                        <m:t>∩(</m:t>
                      </m:r>
                      <m:func>
                        <m:funcPr>
                          <m:ctrlPr>
                            <a:rPr lang="en-US" sz="2800" i="1">
                              <a:solidFill>
                                <a:srgbClr val="FF0000"/>
                              </a:solidFill>
                              <a:latin typeface="Cambria Math" panose="02040503050406030204" pitchFamily="18" charset="0"/>
                            </a:rPr>
                          </m:ctrlPr>
                        </m:funcPr>
                        <m:fName>
                          <m:r>
                            <m:rPr>
                              <m:sty m:val="p"/>
                            </m:rPr>
                            <a:rPr lang="en-US" sz="2800" i="0">
                              <a:solidFill>
                                <a:srgbClr val="FF0000"/>
                              </a:solidFill>
                              <a:latin typeface="Cambria Math" panose="02040503050406030204" pitchFamily="18" charset="0"/>
                            </a:rPr>
                            <m:t>Re</m:t>
                          </m:r>
                        </m:fName>
                        <m:e>
                          <m:r>
                            <a:rPr lang="en-US" sz="2800" i="1">
                              <a:solidFill>
                                <a:srgbClr val="FF0000"/>
                              </a:solidFill>
                              <a:latin typeface="Cambria Math" panose="02040503050406030204" pitchFamily="18" charset="0"/>
                            </a:rPr>
                            <m:t>[</m:t>
                          </m:r>
                        </m:e>
                      </m:func>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]&gt;0)</m:t>
                      </m:r>
                    </m:oMath>
                  </a14:m>
                  <a:endParaRPr kumimoji="0" lang="zh-CN" altLang="en-US" sz="2800" i="0" u="none" strike="noStrike" kern="1200" cap="none" spc="0" normalizeH="0" baseline="0" noProof="0" dirty="0">
                    <a:ln>
                      <a:noFill/>
                    </a:ln>
                    <a:solidFill>
                      <a:srgbClr val="FF0000"/>
                    </a:solidFill>
                    <a:effectLst/>
                    <a:uLnTx/>
                    <a:uFillTx/>
                    <a:latin typeface="Cambria Math" panose="02040503050406030204" pitchFamily="18" charset="0"/>
                    <a:ea typeface="华文楷体" panose="02010600040101010101" pitchFamily="2" charset="-122"/>
                    <a:cs typeface="楷体_GB2312" panose="02010609030101010101" pitchFamily="49" charset="-122"/>
                  </a:endParaRPr>
                </a:p>
              </p:txBody>
            </p:sp>
          </mc:Choice>
          <mc:Fallback xmlns="">
            <p:sp>
              <p:nvSpPr>
                <p:cNvPr id="13332" name="Rectangle 11">
                  <a:extLst>
                    <a:ext uri="{FF2B5EF4-FFF2-40B4-BE49-F238E27FC236}">
                      <a16:creationId xmlns:a16="http://schemas.microsoft.com/office/drawing/2014/main" id="{4AEDC4DA-D2B7-41D3-B379-BF3D23DE827B}"/>
                    </a:ext>
                  </a:extLst>
                </p:cNvPr>
                <p:cNvSpPr>
                  <a:spLocks noRot="1" noChangeAspect="1" noMove="1" noResize="1" noEditPoints="1" noAdjustHandles="1" noChangeArrowheads="1" noChangeShapeType="1" noTextEdit="1"/>
                </p:cNvSpPr>
                <p:nvPr/>
              </p:nvSpPr>
              <p:spPr bwMode="auto">
                <a:xfrm>
                  <a:off x="1292" y="2262"/>
                  <a:ext cx="2791" cy="330"/>
                </a:xfrm>
                <a:prstGeom prst="rect">
                  <a:avLst/>
                </a:prstGeom>
                <a:blipFill>
                  <a:blip r:embed="rId5"/>
                  <a:stretch>
                    <a:fillRect l="-2751" t="-15116"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331" name="Rectangle 13">
              <a:extLst>
                <a:ext uri="{FF2B5EF4-FFF2-40B4-BE49-F238E27FC236}">
                  <a16:creationId xmlns:a16="http://schemas.microsoft.com/office/drawing/2014/main" id="{F4EED879-2878-437D-B7F4-3F1565B02F99}"/>
                </a:ext>
              </a:extLst>
            </p:cNvPr>
            <p:cNvSpPr>
              <a:spLocks noChangeArrowheads="1"/>
            </p:cNvSpPr>
            <p:nvPr/>
          </p:nvSpPr>
          <p:spPr bwMode="auto">
            <a:xfrm>
              <a:off x="834" y="1632"/>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pSp>
      <mc:AlternateContent xmlns:mc="http://schemas.openxmlformats.org/markup-compatibility/2006" xmlns:a14="http://schemas.microsoft.com/office/drawing/2010/main">
        <mc:Choice Requires="a14">
          <p:sp>
            <p:nvSpPr>
              <p:cNvPr id="17" name="Object 7">
                <a:extLst>
                  <a:ext uri="{FF2B5EF4-FFF2-40B4-BE49-F238E27FC236}">
                    <a16:creationId xmlns:a16="http://schemas.microsoft.com/office/drawing/2014/main" id="{3786F6F9-D9E6-49AD-9BB6-B53525A75023}"/>
                  </a:ext>
                </a:extLst>
              </p:cNvPr>
              <p:cNvSpPr txBox="1"/>
              <p:nvPr/>
            </p:nvSpPr>
            <p:spPr bwMode="auto">
              <a:xfrm>
                <a:off x="877888" y="4449332"/>
                <a:ext cx="5926360" cy="1561005"/>
              </a:xfrm>
              <a:prstGeom prst="rect">
                <a:avLst/>
              </a:prstGeom>
              <a:noFill/>
              <a:ln>
                <a:noFill/>
              </a:ln>
              <a:effectLst/>
            </p:spPr>
            <p:txBody>
              <a:bodyPr wrap="square">
                <a:spAutoFit/>
              </a:bodyPr>
              <a:lstStyle/>
              <a:p>
                <a:pPr>
                  <a:spcAft>
                    <a:spcPts val="600"/>
                  </a:spcAft>
                </a:pPr>
                <a:r>
                  <a:rPr lang="zh-CN" altLang="en-US" sz="2800" dirty="0">
                    <a:solidFill>
                      <a:srgbClr val="000000"/>
                    </a:solidFill>
                    <a:latin typeface="Cambria Math" panose="02040503050406030204" pitchFamily="18" charset="0"/>
                    <a:ea typeface="楷体" panose="02010609060101010101" pitchFamily="49" charset="-122"/>
                  </a:rPr>
                  <a:t>这是因为</a:t>
                </a:r>
                <a:endParaRPr lang="en-US" altLang="zh-CN" sz="2800" dirty="0">
                  <a:solidFill>
                    <a:srgbClr val="000000"/>
                  </a:solidFill>
                  <a:latin typeface="Cambria Math" panose="02040503050406030204" pitchFamily="18" charset="0"/>
                  <a:ea typeface="楷体" panose="02010609060101010101" pitchFamily="49" charset="-122"/>
                </a:endParaRPr>
              </a:p>
              <a:p>
                <a:pPr/>
                <a14:m>
                  <m:oMathPara xmlns:m="http://schemas.openxmlformats.org/officeDocument/2006/math">
                    <m:oMathParaPr>
                      <m:jc m:val="center"/>
                    </m:oMathParaPr>
                    <m:oMath xmlns:m="http://schemas.openxmlformats.org/officeDocument/2006/math">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𝑡</m:t>
                          </m:r>
                        </m:sup>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𝑢</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e>
                      </m:nary>
                    </m:oMath>
                  </m:oMathPara>
                </a14:m>
                <a:endParaRPr lang="en-US" sz="2800" dirty="0">
                  <a:latin typeface="Cambria Math" panose="02040503050406030204" pitchFamily="18" charset="0"/>
                  <a:ea typeface="楷体" panose="02010609060101010101" pitchFamily="49" charset="-122"/>
                </a:endParaRPr>
              </a:p>
            </p:txBody>
          </p:sp>
        </mc:Choice>
        <mc:Fallback xmlns="">
          <p:sp>
            <p:nvSpPr>
              <p:cNvPr id="17" name="Object 7">
                <a:extLst>
                  <a:ext uri="{FF2B5EF4-FFF2-40B4-BE49-F238E27FC236}">
                    <a16:creationId xmlns:a16="http://schemas.microsoft.com/office/drawing/2014/main" id="{3786F6F9-D9E6-49AD-9BB6-B53525A75023}"/>
                  </a:ext>
                </a:extLst>
              </p:cNvPr>
              <p:cNvSpPr txBox="1">
                <a:spLocks noRot="1" noChangeAspect="1" noMove="1" noResize="1" noEditPoints="1" noAdjustHandles="1" noChangeArrowheads="1" noChangeShapeType="1" noTextEdit="1"/>
              </p:cNvSpPr>
              <p:nvPr/>
            </p:nvSpPr>
            <p:spPr bwMode="auto">
              <a:xfrm>
                <a:off x="877888" y="4449332"/>
                <a:ext cx="5926360" cy="1561005"/>
              </a:xfrm>
              <a:prstGeom prst="rect">
                <a:avLst/>
              </a:prstGeom>
              <a:blipFill>
                <a:blip r:embed="rId6"/>
                <a:stretch>
                  <a:fillRect l="-2058" t="-5469"/>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标题 1">
            <a:extLst>
              <a:ext uri="{FF2B5EF4-FFF2-40B4-BE49-F238E27FC236}">
                <a16:creationId xmlns:a16="http://schemas.microsoft.com/office/drawing/2014/main" id="{4F9A56BB-881B-4BFA-B944-86C544A91259}"/>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83102F08-950F-40BF-B5C4-E30CA03B3D3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F346E49D-401B-4648-A7F0-4A9D95EFAA1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4347" name="Group 2">
            <a:extLst>
              <a:ext uri="{FF2B5EF4-FFF2-40B4-BE49-F238E27FC236}">
                <a16:creationId xmlns:a16="http://schemas.microsoft.com/office/drawing/2014/main" id="{397ACF6C-4DEE-4F35-B8A4-9EACD71F1B12}"/>
              </a:ext>
            </a:extLst>
          </p:cNvPr>
          <p:cNvGrpSpPr>
            <a:grpSpLocks/>
          </p:cNvGrpSpPr>
          <p:nvPr/>
        </p:nvGrpSpPr>
        <p:grpSpPr bwMode="auto">
          <a:xfrm>
            <a:off x="745356" y="1988840"/>
            <a:ext cx="7685088" cy="1506538"/>
            <a:chOff x="624" y="1248"/>
            <a:chExt cx="4841" cy="949"/>
          </a:xfrm>
        </p:grpSpPr>
        <p:sp>
          <p:nvSpPr>
            <p:cNvPr id="14355" name="Text Box 3">
              <a:extLst>
                <a:ext uri="{FF2B5EF4-FFF2-40B4-BE49-F238E27FC236}">
                  <a16:creationId xmlns:a16="http://schemas.microsoft.com/office/drawing/2014/main" id="{F4CCB71F-09A5-4466-A91E-38589FABF06E}"/>
                </a:ext>
              </a:extLst>
            </p:cNvPr>
            <p:cNvSpPr txBox="1">
              <a:spLocks noChangeArrowheads="1"/>
            </p:cNvSpPr>
            <p:nvPr/>
          </p:nvSpPr>
          <p:spPr bwMode="auto">
            <a:xfrm>
              <a:off x="624" y="1248"/>
              <a:ext cx="4841"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 </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是因果信号，且在 </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t </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0</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不包含奇异函数，则</a:t>
              </a:r>
            </a:p>
          </p:txBody>
        </p:sp>
        <mc:AlternateContent xmlns:mc="http://schemas.openxmlformats.org/markup-compatibility/2006" xmlns:a14="http://schemas.microsoft.com/office/drawing/2010/main">
          <mc:Choice Requires="a14">
            <p:sp>
              <p:nvSpPr>
                <p:cNvPr id="14344" name="Object 4">
                  <a:extLst>
                    <a:ext uri="{FF2B5EF4-FFF2-40B4-BE49-F238E27FC236}">
                      <a16:creationId xmlns:a16="http://schemas.microsoft.com/office/drawing/2014/main" id="{C1567D24-5691-405D-813F-F752584EE166}"/>
                    </a:ext>
                  </a:extLst>
                </p:cNvPr>
                <p:cNvSpPr txBox="1"/>
                <p:nvPr/>
              </p:nvSpPr>
              <p:spPr bwMode="auto">
                <a:xfrm>
                  <a:off x="1742" y="1786"/>
                  <a:ext cx="1954" cy="41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0</m:t>
                            </m:r>
                          </m:e>
                          <m:sup>
                            <m:r>
                              <a:rPr lang="en-US" sz="2800" i="1">
                                <a:solidFill>
                                  <a:srgbClr val="FF0000"/>
                                </a:solidFill>
                                <a:latin typeface="Cambria Math" panose="02040503050406030204" pitchFamily="18" charset="0"/>
                              </a:rPr>
                              <m:t>+</m:t>
                            </m:r>
                          </m:sup>
                        </m:sSup>
                        <m:r>
                          <a:rPr lang="en-US" sz="2800" i="1">
                            <a:solidFill>
                              <a:srgbClr val="FF0000"/>
                            </a:solidFill>
                            <a:latin typeface="Cambria Math" panose="02040503050406030204" pitchFamily="18" charset="0"/>
                          </a:rPr>
                          <m:t>)=</m:t>
                        </m:r>
                        <m:func>
                          <m:funcPr>
                            <m:ctrlPr>
                              <a:rPr lang="en-US" sz="2800" i="1">
                                <a:solidFill>
                                  <a:srgbClr val="FF0000"/>
                                </a:solidFill>
                                <a:latin typeface="Cambria Math" panose="02040503050406030204" pitchFamily="18" charset="0"/>
                              </a:rPr>
                            </m:ctrlPr>
                          </m:funcPr>
                          <m:fName>
                            <m:limLow>
                              <m:limLowPr>
                                <m:ctrlPr>
                                  <a:rPr lang="en-US" sz="2800" i="1">
                                    <a:solidFill>
                                      <a:srgbClr val="FF0000"/>
                                    </a:solidFill>
                                    <a:latin typeface="Cambria Math" panose="02040503050406030204" pitchFamily="18" charset="0"/>
                                  </a:rPr>
                                </m:ctrlPr>
                              </m:limLowPr>
                              <m:e>
                                <m:r>
                                  <m:rPr>
                                    <m:sty m:val="p"/>
                                  </m:rPr>
                                  <a:rPr lang="en-US" sz="2800" i="0">
                                    <a:solidFill>
                                      <a:srgbClr val="FF0000"/>
                                    </a:solidFill>
                                    <a:latin typeface="Cambria Math" panose="02040503050406030204" pitchFamily="18" charset="0"/>
                                  </a:rPr>
                                  <m:t>lim</m:t>
                                </m:r>
                              </m:e>
                              <m:lim>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lim>
                            </m:limLow>
                          </m:fName>
                          <m:e>
                            <m:r>
                              <a:rPr lang="en-US" sz="2800" i="1">
                                <a:solidFill>
                                  <a:srgbClr val="FF0000"/>
                                </a:solidFill>
                                <a:latin typeface="Cambria Math" panose="02040503050406030204" pitchFamily="18" charset="0"/>
                              </a:rPr>
                              <m:t>𝑠𝑋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e>
                        </m:func>
                      </m:oMath>
                    </m:oMathPara>
                  </a14:m>
                  <a:endParaRPr lang="en-US" sz="2800" dirty="0">
                    <a:solidFill>
                      <a:srgbClr val="FF0000"/>
                    </a:solidFill>
                  </a:endParaRPr>
                </a:p>
              </p:txBody>
            </p:sp>
          </mc:Choice>
          <mc:Fallback xmlns="">
            <p:sp>
              <p:nvSpPr>
                <p:cNvPr id="14344" name="Object 4">
                  <a:extLst>
                    <a:ext uri="{FF2B5EF4-FFF2-40B4-BE49-F238E27FC236}">
                      <a16:creationId xmlns:a16="http://schemas.microsoft.com/office/drawing/2014/main" id="{C1567D24-5691-405D-813F-F752584EE166}"/>
                    </a:ext>
                  </a:extLst>
                </p:cNvPr>
                <p:cNvSpPr txBox="1">
                  <a:spLocks noRot="1" noChangeAspect="1" noMove="1" noResize="1" noEditPoints="1" noAdjustHandles="1" noChangeArrowheads="1" noChangeShapeType="1" noTextEdit="1"/>
                </p:cNvSpPr>
                <p:nvPr/>
              </p:nvSpPr>
              <p:spPr bwMode="auto">
                <a:xfrm>
                  <a:off x="1742" y="1786"/>
                  <a:ext cx="1954" cy="411"/>
                </a:xfrm>
                <a:prstGeom prst="rect">
                  <a:avLst/>
                </a:prstGeom>
                <a:blipFill>
                  <a:blip r:embed="rId3"/>
                  <a:stretch>
                    <a:fillRect/>
                  </a:stretch>
                </a:blipFill>
                <a:ln>
                  <a:noFill/>
                </a:ln>
                <a:effectLst/>
              </p:spPr>
              <p:txBody>
                <a:bodyPr/>
                <a:lstStyle/>
                <a:p>
                  <a:r>
                    <a:rPr lang="en-US">
                      <a:noFill/>
                    </a:rPr>
                    <a:t> </a:t>
                  </a:r>
                </a:p>
              </p:txBody>
            </p:sp>
          </mc:Fallback>
        </mc:AlternateContent>
      </p:grpSp>
      <p:sp>
        <p:nvSpPr>
          <p:cNvPr id="10" name="Text Box 7">
            <a:extLst>
              <a:ext uri="{FF2B5EF4-FFF2-40B4-BE49-F238E27FC236}">
                <a16:creationId xmlns:a16="http://schemas.microsoft.com/office/drawing/2014/main" id="{A89DA613-7D97-4A1D-9EAF-15DEBB741AEF}"/>
              </a:ext>
            </a:extLst>
          </p:cNvPr>
          <p:cNvSpPr txBox="1">
            <a:spLocks noChangeArrowheads="1"/>
          </p:cNvSpPr>
          <p:nvPr/>
        </p:nvSpPr>
        <p:spPr bwMode="auto">
          <a:xfrm>
            <a:off x="5638031" y="2855668"/>
            <a:ext cx="2459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初值定理</a:t>
            </a:r>
          </a:p>
        </p:txBody>
      </p:sp>
      <p:sp>
        <p:nvSpPr>
          <p:cNvPr id="14352" name="Text Box 19">
            <a:extLst>
              <a:ext uri="{FF2B5EF4-FFF2-40B4-BE49-F238E27FC236}">
                <a16:creationId xmlns:a16="http://schemas.microsoft.com/office/drawing/2014/main" id="{04A1F4D9-76FA-4107-8B4E-E86235C4AA08}"/>
              </a:ext>
            </a:extLst>
          </p:cNvPr>
          <p:cNvSpPr txBox="1">
            <a:spLocks noChangeArrowheads="1"/>
          </p:cNvSpPr>
          <p:nvPr/>
        </p:nvSpPr>
        <p:spPr bwMode="auto">
          <a:xfrm>
            <a:off x="360294" y="1269832"/>
            <a:ext cx="7239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buClr>
                <a:srgbClr val="1F497D"/>
              </a:buClr>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10.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初值与终值定理</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20" name="Object 6">
                <a:extLst>
                  <a:ext uri="{FF2B5EF4-FFF2-40B4-BE49-F238E27FC236}">
                    <a16:creationId xmlns:a16="http://schemas.microsoft.com/office/drawing/2014/main" id="{8D87A5D1-0006-4A84-AFA9-FF39A4937730}"/>
                  </a:ext>
                </a:extLst>
              </p:cNvPr>
              <p:cNvSpPr txBox="1"/>
              <p:nvPr/>
            </p:nvSpPr>
            <p:spPr bwMode="auto">
              <a:xfrm>
                <a:off x="2357053" y="5263405"/>
                <a:ext cx="3428715" cy="6536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unc>
                        <m:funcPr>
                          <m:ctrlPr>
                            <a:rPr lang="en-US" sz="2800" i="1" smtClean="0">
                              <a:solidFill>
                                <a:srgbClr val="FF0000"/>
                              </a:solidFill>
                              <a:latin typeface="Cambria Math" panose="02040503050406030204" pitchFamily="18" charset="0"/>
                            </a:rPr>
                          </m:ctrlPr>
                        </m:funcPr>
                        <m:fName>
                          <m:limLow>
                            <m:limLowPr>
                              <m:ctrlPr>
                                <a:rPr lang="en-US" sz="2800" i="1">
                                  <a:solidFill>
                                    <a:srgbClr val="FF0000"/>
                                  </a:solidFill>
                                  <a:latin typeface="Cambria Math" panose="02040503050406030204" pitchFamily="18" charset="0"/>
                                </a:rPr>
                              </m:ctrlPr>
                            </m:limLowPr>
                            <m:e>
                              <m:r>
                                <m:rPr>
                                  <m:sty m:val="p"/>
                                </m:rPr>
                                <a:rPr lang="en-US" sz="2800" i="0">
                                  <a:solidFill>
                                    <a:srgbClr val="FF0000"/>
                                  </a:solidFill>
                                  <a:latin typeface="Cambria Math" panose="02040503050406030204" pitchFamily="18" charset="0"/>
                                </a:rPr>
                                <m:t>lim</m:t>
                              </m:r>
                            </m:e>
                            <m:lim>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lim>
                          </m:limLow>
                        </m:fName>
                        <m:e>
                          <m:r>
                            <a:rPr lang="en-US" sz="2800" i="1">
                              <a:solidFill>
                                <a:srgbClr val="FF0000"/>
                              </a:solidFill>
                              <a:latin typeface="Cambria Math" panose="02040503050406030204" pitchFamily="18" charset="0"/>
                            </a:rPr>
                            <m:t>𝑥</m:t>
                          </m:r>
                        </m:e>
                      </m:func>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func>
                        <m:funcPr>
                          <m:ctrlPr>
                            <a:rPr lang="en-US" sz="2800" i="1" smtClean="0">
                              <a:solidFill>
                                <a:srgbClr val="FF0000"/>
                              </a:solidFill>
                              <a:latin typeface="Cambria Math" panose="02040503050406030204" pitchFamily="18" charset="0"/>
                            </a:rPr>
                          </m:ctrlPr>
                        </m:funcPr>
                        <m:fName>
                          <m:limLow>
                            <m:limLowPr>
                              <m:ctrlPr>
                                <a:rPr lang="en-US" sz="2800" i="1">
                                  <a:solidFill>
                                    <a:srgbClr val="FF0000"/>
                                  </a:solidFill>
                                  <a:latin typeface="Cambria Math" panose="02040503050406030204" pitchFamily="18" charset="0"/>
                                </a:rPr>
                              </m:ctrlPr>
                            </m:limLowPr>
                            <m:e>
                              <m:r>
                                <m:rPr>
                                  <m:sty m:val="p"/>
                                </m:rPr>
                                <a:rPr lang="en-US" sz="2800" i="0">
                                  <a:solidFill>
                                    <a:srgbClr val="FF0000"/>
                                  </a:solidFill>
                                  <a:latin typeface="Cambria Math" panose="02040503050406030204" pitchFamily="18" charset="0"/>
                                </a:rPr>
                                <m:t>lim</m:t>
                              </m:r>
                            </m:e>
                            <m:lim>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→0</m:t>
                              </m:r>
                            </m:lim>
                          </m:limLow>
                        </m:fName>
                        <m:e>
                          <m:r>
                            <a:rPr lang="en-US" sz="2800" i="1">
                              <a:solidFill>
                                <a:srgbClr val="FF0000"/>
                              </a:solidFill>
                              <a:latin typeface="Cambria Math" panose="02040503050406030204" pitchFamily="18" charset="0"/>
                            </a:rPr>
                            <m:t>𝑠𝑋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𝑠</m:t>
                          </m:r>
                          <m:r>
                            <a:rPr lang="en-US" sz="2800" i="1">
                              <a:solidFill>
                                <a:srgbClr val="FF0000"/>
                              </a:solidFill>
                              <a:latin typeface="Cambria Math" panose="02040503050406030204" pitchFamily="18" charset="0"/>
                            </a:rPr>
                            <m:t>)</m:t>
                          </m:r>
                        </m:e>
                      </m:func>
                    </m:oMath>
                  </m:oMathPara>
                </a14:m>
                <a:endParaRPr lang="en-US" sz="2800" dirty="0">
                  <a:solidFill>
                    <a:srgbClr val="FF0000"/>
                  </a:solidFill>
                </a:endParaRPr>
              </a:p>
            </p:txBody>
          </p:sp>
        </mc:Choice>
        <mc:Fallback xmlns="">
          <p:sp>
            <p:nvSpPr>
              <p:cNvPr id="20" name="Object 6">
                <a:extLst>
                  <a:ext uri="{FF2B5EF4-FFF2-40B4-BE49-F238E27FC236}">
                    <a16:creationId xmlns:a16="http://schemas.microsoft.com/office/drawing/2014/main" id="{8D87A5D1-0006-4A84-AFA9-FF39A4937730}"/>
                  </a:ext>
                </a:extLst>
              </p:cNvPr>
              <p:cNvSpPr txBox="1">
                <a:spLocks noRot="1" noChangeAspect="1" noMove="1" noResize="1" noEditPoints="1" noAdjustHandles="1" noChangeArrowheads="1" noChangeShapeType="1" noTextEdit="1"/>
              </p:cNvSpPr>
              <p:nvPr/>
            </p:nvSpPr>
            <p:spPr bwMode="auto">
              <a:xfrm>
                <a:off x="2357053" y="5263405"/>
                <a:ext cx="3428715" cy="653640"/>
              </a:xfrm>
              <a:prstGeom prst="rect">
                <a:avLst/>
              </a:prstGeom>
              <a:blipFill>
                <a:blip r:embed="rId4"/>
                <a:stretch>
                  <a:fillRect/>
                </a:stretch>
              </a:blipFill>
              <a:ln>
                <a:noFill/>
              </a:ln>
              <a:effectLst/>
            </p:spPr>
            <p:txBody>
              <a:bodyPr/>
              <a:lstStyle/>
              <a:p>
                <a:r>
                  <a:rPr lang="en-US">
                    <a:noFill/>
                  </a:rPr>
                  <a:t> </a:t>
                </a:r>
              </a:p>
            </p:txBody>
          </p:sp>
        </mc:Fallback>
      </mc:AlternateContent>
      <p:sp>
        <p:nvSpPr>
          <p:cNvPr id="21" name="Text Box 10">
            <a:extLst>
              <a:ext uri="{FF2B5EF4-FFF2-40B4-BE49-F238E27FC236}">
                <a16:creationId xmlns:a16="http://schemas.microsoft.com/office/drawing/2014/main" id="{1E264401-855C-4887-B310-67D50260F899}"/>
              </a:ext>
            </a:extLst>
          </p:cNvPr>
          <p:cNvSpPr txBox="1">
            <a:spLocks noChangeArrowheads="1"/>
          </p:cNvSpPr>
          <p:nvPr/>
        </p:nvSpPr>
        <p:spPr bwMode="auto">
          <a:xfrm>
            <a:off x="5772969" y="5263405"/>
            <a:ext cx="2324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终值定理</a:t>
            </a:r>
          </a:p>
        </p:txBody>
      </p:sp>
      <p:sp>
        <p:nvSpPr>
          <p:cNvPr id="22" name="Text Box 4">
            <a:extLst>
              <a:ext uri="{FF2B5EF4-FFF2-40B4-BE49-F238E27FC236}">
                <a16:creationId xmlns:a16="http://schemas.microsoft.com/office/drawing/2014/main" id="{7693A52E-D9E6-40E1-8610-FB63E7F0A6EC}"/>
              </a:ext>
            </a:extLst>
          </p:cNvPr>
          <p:cNvSpPr txBox="1">
            <a:spLocks noChangeArrowheads="1"/>
          </p:cNvSpPr>
          <p:nvPr/>
        </p:nvSpPr>
        <p:spPr bwMode="auto">
          <a:xfrm>
            <a:off x="745356" y="3825287"/>
            <a:ext cx="79629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是因果信号，且在</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t</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 0</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不包含奇异函数， </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X</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除了在</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 0</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可以有单阶极点外，其余极点均在</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平面的左半边，则</a:t>
            </a:r>
          </a:p>
        </p:txBody>
      </p:sp>
      <p:sp>
        <p:nvSpPr>
          <p:cNvPr id="3" name="矩形 2"/>
          <p:cNvSpPr/>
          <p:nvPr/>
        </p:nvSpPr>
        <p:spPr>
          <a:xfrm>
            <a:off x="899592" y="6198255"/>
            <a:ext cx="2249334" cy="523220"/>
          </a:xfrm>
          <a:prstGeom prst="rect">
            <a:avLst/>
          </a:prstGeom>
        </p:spPr>
        <p:txBody>
          <a:bodyPr wrap="none">
            <a:spAutoFit/>
          </a:bodyPr>
          <a:lstStyle/>
          <a:p>
            <a:r>
              <a:rPr lang="zh-CN" altLang="en-US" sz="2800" dirty="0" smtClean="0">
                <a:latin typeface="Times New Roman" panose="02020603050405020304" pitchFamily="18" charset="0"/>
                <a:ea typeface="华文楷体" panose="02010600040101010101" pitchFamily="2" charset="-122"/>
                <a:cs typeface="楷体_GB2312" panose="02010609030101010101" pitchFamily="49" charset="-122"/>
              </a:rPr>
              <a:t>参见习题</a:t>
            </a:r>
            <a:r>
              <a:rPr lang="en-US" altLang="zh-CN" sz="2800" dirty="0" smtClean="0">
                <a:latin typeface="Times New Roman" panose="02020603050405020304" pitchFamily="18" charset="0"/>
                <a:ea typeface="华文楷体" panose="02010600040101010101" pitchFamily="2" charset="-122"/>
                <a:cs typeface="楷体_GB2312" panose="02010609030101010101" pitchFamily="49" charset="-122"/>
              </a:rPr>
              <a:t>9.53</a:t>
            </a:r>
            <a:endParaRPr lang="zh-CN" altLang="en-US" sz="28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1">
            <a:extLst>
              <a:ext uri="{FF2B5EF4-FFF2-40B4-BE49-F238E27FC236}">
                <a16:creationId xmlns:a16="http://schemas.microsoft.com/office/drawing/2014/main" id="{20D93627-2A05-4737-B2A6-2F177E457EEA}"/>
              </a:ext>
            </a:extLst>
          </p:cNvPr>
          <p:cNvSpPr>
            <a:spLocks noGrp="1"/>
          </p:cNvSpPr>
          <p:nvPr>
            <p:ph type="title"/>
          </p:nvPr>
        </p:nvSpPr>
        <p:spPr/>
        <p:txBody>
          <a:bodyPr/>
          <a:lstStyle/>
          <a:p>
            <a:r>
              <a:rPr lang="en-US" altLang="zh-CN" dirty="0"/>
              <a:t>9.5  </a:t>
            </a:r>
            <a:r>
              <a:rPr lang="zh-CN" altLang="en-US" dirty="0"/>
              <a:t>拉普拉斯变换的性质</a:t>
            </a:r>
          </a:p>
        </p:txBody>
      </p:sp>
      <p:sp>
        <p:nvSpPr>
          <p:cNvPr id="4" name="灯片编号占位符 3">
            <a:extLst>
              <a:ext uri="{FF2B5EF4-FFF2-40B4-BE49-F238E27FC236}">
                <a16:creationId xmlns:a16="http://schemas.microsoft.com/office/drawing/2014/main" id="{271AB394-56E2-4670-8B2C-95FCDE1AAE8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47A40F5B-772C-4233-B32A-F4F4C99205B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18434" name="Object 2">
            <a:extLst>
              <a:ext uri="{FF2B5EF4-FFF2-40B4-BE49-F238E27FC236}">
                <a16:creationId xmlns:a16="http://schemas.microsoft.com/office/drawing/2014/main" id="{C921D986-FB51-46B0-890E-1177CBCB0D17}"/>
              </a:ext>
            </a:extLst>
          </p:cNvPr>
          <p:cNvGraphicFramePr>
            <a:graphicFrameLocks noChangeAspect="1"/>
          </p:cNvGraphicFramePr>
          <p:nvPr>
            <p:extLst>
              <p:ext uri="{D42A27DB-BD31-4B8C-83A1-F6EECF244321}">
                <p14:modId xmlns:p14="http://schemas.microsoft.com/office/powerpoint/2010/main" val="3393207074"/>
              </p:ext>
            </p:extLst>
          </p:nvPr>
        </p:nvGraphicFramePr>
        <p:xfrm>
          <a:off x="1475656" y="1776313"/>
          <a:ext cx="6500813" cy="4244975"/>
        </p:xfrm>
        <a:graphic>
          <a:graphicData uri="http://schemas.openxmlformats.org/presentationml/2006/ole">
            <mc:AlternateContent xmlns:mc="http://schemas.openxmlformats.org/markup-compatibility/2006">
              <mc:Choice xmlns:v="urn:schemas-microsoft-com:vml" Requires="v">
                <p:oleObj spid="_x0000_s31850" name="BMP 图像" r:id="rId4" imgW="6361905" imgH="3839111" progId="Paint.Picture">
                  <p:embed/>
                </p:oleObj>
              </mc:Choice>
              <mc:Fallback>
                <p:oleObj name="BMP 图像" r:id="rId4" imgW="6361905" imgH="3839111" progId="Paint.Picture">
                  <p:embed/>
                  <p:pic>
                    <p:nvPicPr>
                      <p:cNvPr id="18434" name="Object 2">
                        <a:extLst>
                          <a:ext uri="{FF2B5EF4-FFF2-40B4-BE49-F238E27FC236}">
                            <a16:creationId xmlns:a16="http://schemas.microsoft.com/office/drawing/2014/main" id="{C921D986-FB51-46B0-890E-1177CBCB0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1776313"/>
                        <a:ext cx="6500813" cy="424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7" name="Text Box 3">
            <a:extLst>
              <a:ext uri="{FF2B5EF4-FFF2-40B4-BE49-F238E27FC236}">
                <a16:creationId xmlns:a16="http://schemas.microsoft.com/office/drawing/2014/main" id="{6ADF503B-8C60-4305-98F2-DEA3B98F4B3A}"/>
              </a:ext>
            </a:extLst>
          </p:cNvPr>
          <p:cNvSpPr txBox="1">
            <a:spLocks noChangeArrowheads="1"/>
          </p:cNvSpPr>
          <p:nvPr/>
        </p:nvSpPr>
        <p:spPr bwMode="auto">
          <a:xfrm>
            <a:off x="1416050" y="1212406"/>
            <a:ext cx="60721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极点在</a:t>
            </a:r>
            <a:r>
              <a:rPr kumimoji="0" lang="en-US" altLang="zh-CN" sz="2800" i="1"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平面的分布与信号终值的关系</a:t>
            </a:r>
          </a:p>
        </p:txBody>
      </p:sp>
      <p:grpSp>
        <p:nvGrpSpPr>
          <p:cNvPr id="6" name="Group 24">
            <a:extLst>
              <a:ext uri="{FF2B5EF4-FFF2-40B4-BE49-F238E27FC236}">
                <a16:creationId xmlns:a16="http://schemas.microsoft.com/office/drawing/2014/main" id="{5982511E-9775-4F80-ACB1-B45316C474C3}"/>
              </a:ext>
            </a:extLst>
          </p:cNvPr>
          <p:cNvGrpSpPr>
            <a:grpSpLocks/>
          </p:cNvGrpSpPr>
          <p:nvPr/>
        </p:nvGrpSpPr>
        <p:grpSpPr bwMode="auto">
          <a:xfrm>
            <a:off x="755576" y="6093296"/>
            <a:ext cx="5032188" cy="582613"/>
            <a:chOff x="480" y="3068"/>
            <a:chExt cx="3166" cy="367"/>
          </a:xfrm>
        </p:grpSpPr>
        <p:sp>
          <p:nvSpPr>
            <p:cNvPr id="7" name="Rectangle 25">
              <a:extLst>
                <a:ext uri="{FF2B5EF4-FFF2-40B4-BE49-F238E27FC236}">
                  <a16:creationId xmlns:a16="http://schemas.microsoft.com/office/drawing/2014/main" id="{153B22A4-F759-4686-883A-A8A0BD922740}"/>
                </a:ext>
              </a:extLst>
            </p:cNvPr>
            <p:cNvSpPr>
              <a:spLocks noChangeArrowheads="1"/>
            </p:cNvSpPr>
            <p:nvPr/>
          </p:nvSpPr>
          <p:spPr bwMode="auto">
            <a:xfrm>
              <a:off x="480" y="3072"/>
              <a:ext cx="2488"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9.6 </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常用拉普拉斯变换对</a:t>
              </a:r>
            </a:p>
          </p:txBody>
        </p:sp>
        <p:sp>
          <p:nvSpPr>
            <p:cNvPr id="8" name="Rectangle 27">
              <a:extLst>
                <a:ext uri="{FF2B5EF4-FFF2-40B4-BE49-F238E27FC236}">
                  <a16:creationId xmlns:a16="http://schemas.microsoft.com/office/drawing/2014/main" id="{CF3CA486-7020-42FE-89EA-BAC9B06EC95C}"/>
                </a:ext>
              </a:extLst>
            </p:cNvPr>
            <p:cNvSpPr>
              <a:spLocks noChangeArrowheads="1"/>
            </p:cNvSpPr>
            <p:nvPr/>
          </p:nvSpPr>
          <p:spPr bwMode="auto">
            <a:xfrm>
              <a:off x="2926" y="3068"/>
              <a:ext cx="72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自学</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标题 1">
            <a:extLst>
              <a:ext uri="{FF2B5EF4-FFF2-40B4-BE49-F238E27FC236}">
                <a16:creationId xmlns:a16="http://schemas.microsoft.com/office/drawing/2014/main" id="{D31D12AD-B1D9-49CF-A2AA-F42EF79F637B}"/>
              </a:ext>
            </a:extLst>
          </p:cNvPr>
          <p:cNvSpPr>
            <a:spLocks noGrp="1"/>
          </p:cNvSpPr>
          <p:nvPr>
            <p:ph type="title"/>
          </p:nvPr>
        </p:nvSpPr>
        <p:spPr/>
        <p:txBody>
          <a:bodyPr/>
          <a:lstStyle/>
          <a:p>
            <a:r>
              <a:rPr lang="en-US" altLang="zh-CN" sz="3200" dirty="0"/>
              <a:t>9.7 </a:t>
            </a:r>
            <a:r>
              <a:rPr lang="zh-CN" altLang="en-US" sz="3200" dirty="0"/>
              <a:t>用拉普拉斯变换分析与表征</a:t>
            </a:r>
            <a:r>
              <a:rPr lang="en-US" altLang="zh-CN" sz="3200" dirty="0"/>
              <a:t>LTI</a:t>
            </a:r>
            <a:r>
              <a:rPr lang="zh-CN" altLang="en-US" sz="3200" dirty="0"/>
              <a:t>系统</a:t>
            </a:r>
            <a:endParaRPr lang="zh-CN" altLang="en-US" dirty="0"/>
          </a:p>
        </p:txBody>
      </p:sp>
      <p:sp>
        <p:nvSpPr>
          <p:cNvPr id="3" name="内容占位符 2">
            <a:extLst>
              <a:ext uri="{FF2B5EF4-FFF2-40B4-BE49-F238E27FC236}">
                <a16:creationId xmlns:a16="http://schemas.microsoft.com/office/drawing/2014/main" id="{6667187C-CC44-44AA-909A-FBB721D0CA7F}"/>
              </a:ext>
            </a:extLst>
          </p:cNvPr>
          <p:cNvSpPr>
            <a:spLocks noGrp="1"/>
          </p:cNvSpPr>
          <p:nvPr>
            <p:ph idx="1"/>
          </p:nvPr>
        </p:nvSpPr>
        <p:spPr>
          <a:xfrm>
            <a:off x="457200" y="1285875"/>
            <a:ext cx="8229600" cy="4529958"/>
          </a:xfrm>
        </p:spPr>
        <p:txBody>
          <a:bodyPr>
            <a:spAutoFit/>
          </a:bodyPr>
          <a:lstStyle/>
          <a:p>
            <a:pPr marL="0" indent="0">
              <a:lnSpc>
                <a:spcPct val="130000"/>
              </a:lnSpc>
              <a:spcBef>
                <a:spcPts val="0"/>
              </a:spcBef>
              <a:buNone/>
            </a:pPr>
            <a:r>
              <a:rPr lang="zh-CN" altLang="en-US" sz="2800" b="0" dirty="0">
                <a:solidFill>
                  <a:srgbClr val="0000FF"/>
                </a:solidFill>
              </a:rPr>
              <a:t>一</a:t>
            </a:r>
            <a:r>
              <a:rPr lang="en-US" altLang="zh-CN" sz="2800" b="0" dirty="0">
                <a:solidFill>
                  <a:srgbClr val="0000FF"/>
                </a:solidFill>
              </a:rPr>
              <a:t>. </a:t>
            </a:r>
            <a:r>
              <a:rPr lang="zh-CN" altLang="en-US" sz="2800" b="0" dirty="0">
                <a:solidFill>
                  <a:srgbClr val="0000FF"/>
                </a:solidFill>
              </a:rPr>
              <a:t>系统函数的概念：</a:t>
            </a:r>
            <a:endParaRPr lang="en-US" altLang="zh-CN" sz="2800" b="0" dirty="0">
              <a:solidFill>
                <a:srgbClr val="0000FF"/>
              </a:solidFill>
            </a:endParaRPr>
          </a:p>
          <a:p>
            <a:pPr>
              <a:lnSpc>
                <a:spcPct val="130000"/>
              </a:lnSpc>
              <a:spcBef>
                <a:spcPts val="0"/>
              </a:spcBef>
            </a:pPr>
            <a:r>
              <a:rPr lang="zh-CN" altLang="en-US" sz="2800" b="0" dirty="0"/>
              <a:t>以卷积特性为基础，可以建立</a:t>
            </a:r>
            <a:r>
              <a:rPr lang="en-US" altLang="zh-CN" sz="2800" b="0" dirty="0"/>
              <a:t>LTI</a:t>
            </a:r>
            <a:r>
              <a:rPr lang="zh-CN" altLang="en-US" sz="2800" b="0" dirty="0"/>
              <a:t>系统的拉普拉斯变换分析方法，即</a:t>
            </a:r>
            <a:r>
              <a:rPr lang="en-US" altLang="zh-CN" sz="2800" b="0" dirty="0"/>
              <a:t/>
            </a:r>
            <a:br>
              <a:rPr lang="en-US" altLang="zh-CN" sz="2800" b="0" dirty="0"/>
            </a:br>
            <a:r>
              <a:rPr lang="en-US" altLang="zh-CN" sz="2800" b="0" dirty="0"/>
              <a:t/>
            </a:r>
            <a:br>
              <a:rPr lang="en-US" altLang="zh-CN" sz="2800" b="0" dirty="0"/>
            </a:br>
            <a:r>
              <a:rPr lang="zh-CN" altLang="en-US" sz="2800" b="0" dirty="0"/>
              <a:t>其中</a:t>
            </a:r>
            <a:r>
              <a:rPr lang="en-US" altLang="zh-CN" sz="2800" b="0" i="1" dirty="0"/>
              <a:t>H</a:t>
            </a:r>
            <a:r>
              <a:rPr lang="en-US" altLang="zh-CN" sz="2800" b="0" dirty="0"/>
              <a:t>(</a:t>
            </a:r>
            <a:r>
              <a:rPr lang="en-US" altLang="zh-CN" sz="2800" b="0" i="1" dirty="0"/>
              <a:t>s</a:t>
            </a:r>
            <a:r>
              <a:rPr lang="en-US" altLang="zh-CN" sz="2800" b="0" dirty="0"/>
              <a:t>)</a:t>
            </a:r>
            <a:r>
              <a:rPr lang="zh-CN" altLang="en-US" sz="2800" b="0" dirty="0"/>
              <a:t>是</a:t>
            </a:r>
            <a:r>
              <a:rPr lang="en-US" altLang="zh-CN" sz="2800" b="0" i="1" dirty="0"/>
              <a:t>h</a:t>
            </a:r>
            <a:r>
              <a:rPr lang="en-US" altLang="zh-CN" sz="2800" b="0" dirty="0"/>
              <a:t>(</a:t>
            </a:r>
            <a:r>
              <a:rPr lang="en-US" altLang="zh-CN" sz="2800" b="0" i="1" dirty="0"/>
              <a:t>t</a:t>
            </a:r>
            <a:r>
              <a:rPr lang="en-US" altLang="zh-CN" sz="2800" b="0" dirty="0"/>
              <a:t>)</a:t>
            </a:r>
            <a:r>
              <a:rPr lang="zh-CN" altLang="en-US" sz="2800" b="0" dirty="0"/>
              <a:t>的拉普拉斯变换，称为</a:t>
            </a:r>
            <a:r>
              <a:rPr lang="zh-CN" altLang="en-US" sz="2800" b="0" dirty="0">
                <a:solidFill>
                  <a:srgbClr val="FF0000"/>
                </a:solidFill>
              </a:rPr>
              <a:t>系统函数</a:t>
            </a:r>
            <a:r>
              <a:rPr lang="zh-CN" altLang="en-US" sz="2800" b="0" dirty="0"/>
              <a:t>或</a:t>
            </a:r>
            <a:r>
              <a:rPr lang="zh-CN" altLang="en-US" sz="2800" b="0" dirty="0">
                <a:solidFill>
                  <a:srgbClr val="FF0000"/>
                </a:solidFill>
              </a:rPr>
              <a:t>转移函数</a:t>
            </a:r>
            <a:r>
              <a:rPr lang="zh-CN" altLang="en-US" sz="2800" b="0" dirty="0"/>
              <a:t>、</a:t>
            </a:r>
            <a:r>
              <a:rPr lang="zh-CN" altLang="en-US" sz="2800" b="0" dirty="0">
                <a:solidFill>
                  <a:srgbClr val="FF0000"/>
                </a:solidFill>
              </a:rPr>
              <a:t>传递函数</a:t>
            </a:r>
            <a:r>
              <a:rPr lang="zh-CN" altLang="en-US" sz="2800" b="0" dirty="0"/>
              <a:t>。</a:t>
            </a:r>
            <a:endParaRPr lang="en-US" altLang="zh-CN" sz="2800" b="0" dirty="0"/>
          </a:p>
          <a:p>
            <a:pPr>
              <a:lnSpc>
                <a:spcPct val="130000"/>
              </a:lnSpc>
              <a:spcBef>
                <a:spcPts val="0"/>
              </a:spcBef>
            </a:pPr>
            <a:r>
              <a:rPr lang="zh-CN" altLang="en-US" sz="2800" b="0" dirty="0"/>
              <a:t>如果</a:t>
            </a:r>
            <a:r>
              <a:rPr lang="en-US" altLang="zh-CN" sz="2800" b="0" i="1" dirty="0"/>
              <a:t>X</a:t>
            </a:r>
            <a:r>
              <a:rPr lang="en-US" altLang="zh-CN" sz="2800" b="0" dirty="0"/>
              <a:t>(</a:t>
            </a:r>
            <a:r>
              <a:rPr lang="en-US" altLang="zh-CN" sz="2800" b="0" i="1" dirty="0"/>
              <a:t>s</a:t>
            </a:r>
            <a:r>
              <a:rPr lang="en-US" altLang="zh-CN" sz="2800" b="0" dirty="0"/>
              <a:t>)</a:t>
            </a:r>
            <a:r>
              <a:rPr lang="zh-CN" altLang="en-US" sz="2800" b="0" dirty="0"/>
              <a:t>、</a:t>
            </a:r>
            <a:r>
              <a:rPr lang="en-US" altLang="zh-CN" sz="2800" b="0" i="1" dirty="0"/>
              <a:t>H</a:t>
            </a:r>
            <a:r>
              <a:rPr lang="en-US" altLang="zh-CN" sz="2800" b="0" dirty="0"/>
              <a:t>(</a:t>
            </a:r>
            <a:r>
              <a:rPr lang="en-US" altLang="zh-CN" sz="2800" b="0" i="1" dirty="0"/>
              <a:t>s</a:t>
            </a:r>
            <a:r>
              <a:rPr lang="en-US" altLang="zh-CN" sz="2800" b="0" dirty="0"/>
              <a:t>)</a:t>
            </a:r>
            <a:r>
              <a:rPr lang="zh-CN" altLang="en-US" sz="2800" b="0" dirty="0"/>
              <a:t>和</a:t>
            </a:r>
            <a:r>
              <a:rPr lang="en-US" altLang="zh-CN" sz="2800" b="0" i="1" dirty="0"/>
              <a:t>Y</a:t>
            </a:r>
            <a:r>
              <a:rPr lang="en-US" altLang="zh-CN" sz="2800" b="0" dirty="0"/>
              <a:t>(</a:t>
            </a:r>
            <a:r>
              <a:rPr lang="en-US" altLang="zh-CN" sz="2800" b="0" i="1" dirty="0"/>
              <a:t>s</a:t>
            </a:r>
            <a:r>
              <a:rPr lang="en-US" altLang="zh-CN" sz="2800" b="0" dirty="0"/>
              <a:t>)</a:t>
            </a:r>
            <a:r>
              <a:rPr lang="zh-CN" altLang="en-US" sz="2800" b="0" dirty="0"/>
              <a:t>的</a:t>
            </a:r>
            <a:r>
              <a:rPr lang="en-US" altLang="zh-CN" sz="2800" b="0" dirty="0"/>
              <a:t>ROC</a:t>
            </a:r>
            <a:r>
              <a:rPr lang="zh-CN" altLang="en-US" sz="2800" b="0" dirty="0"/>
              <a:t>包括</a:t>
            </a:r>
            <a:r>
              <a:rPr lang="en-US" altLang="zh-CN" sz="2800" b="0" dirty="0"/>
              <a:t>j</a:t>
            </a:r>
            <a:r>
              <a:rPr lang="el-GR" altLang="zh-CN" sz="2800" b="0" i="1" dirty="0">
                <a:cs typeface="Times New Roman" panose="02020603050405020304" pitchFamily="18" charset="0"/>
              </a:rPr>
              <a:t>ω</a:t>
            </a:r>
            <a:r>
              <a:rPr lang="zh-CN" altLang="en-US" sz="2800" b="0" dirty="0"/>
              <a:t>轴，以 </a:t>
            </a:r>
            <a:r>
              <a:rPr lang="en-US" altLang="zh-CN" sz="2800" b="0" i="1" dirty="0"/>
              <a:t>s</a:t>
            </a:r>
            <a:r>
              <a:rPr lang="en-US" altLang="zh-CN" sz="2800" b="0" dirty="0"/>
              <a:t> = j</a:t>
            </a:r>
            <a:r>
              <a:rPr lang="el-GR" altLang="zh-CN" sz="2800" b="0" i="1" dirty="0"/>
              <a:t>ω</a:t>
            </a:r>
            <a:r>
              <a:rPr lang="zh-CN" altLang="en-US" sz="2800" b="0" dirty="0"/>
              <a:t>代入，即有</a:t>
            </a:r>
          </a:p>
        </p:txBody>
      </p:sp>
      <p:sp>
        <p:nvSpPr>
          <p:cNvPr id="4" name="灯片编号占位符 3">
            <a:extLst>
              <a:ext uri="{FF2B5EF4-FFF2-40B4-BE49-F238E27FC236}">
                <a16:creationId xmlns:a16="http://schemas.microsoft.com/office/drawing/2014/main" id="{607FD4DC-107F-4FCF-BA16-E1A2A5DCB19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4CD6E758-A35F-403C-ACB4-EBE89EB19DF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49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82" name="Object 2">
                <a:extLst>
                  <a:ext uri="{FF2B5EF4-FFF2-40B4-BE49-F238E27FC236}">
                    <a16:creationId xmlns:a16="http://schemas.microsoft.com/office/drawing/2014/main" id="{8D86E2EE-C06E-48EE-98A6-52D479C880C0}"/>
                  </a:ext>
                </a:extLst>
              </p:cNvPr>
              <p:cNvSpPr txBox="1"/>
              <p:nvPr/>
            </p:nvSpPr>
            <p:spPr bwMode="auto">
              <a:xfrm>
                <a:off x="3029533" y="2996952"/>
                <a:ext cx="3084934" cy="523220"/>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𝑌</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0482" name="Object 2">
                <a:extLst>
                  <a:ext uri="{FF2B5EF4-FFF2-40B4-BE49-F238E27FC236}">
                    <a16:creationId xmlns:a16="http://schemas.microsoft.com/office/drawing/2014/main" id="{8D86E2EE-C06E-48EE-98A6-52D479C880C0}"/>
                  </a:ext>
                </a:extLst>
              </p:cNvPr>
              <p:cNvSpPr txBox="1">
                <a:spLocks noRot="1" noChangeAspect="1" noMove="1" noResize="1" noEditPoints="1" noAdjustHandles="1" noChangeArrowheads="1" noChangeShapeType="1" noTextEdit="1"/>
              </p:cNvSpPr>
              <p:nvPr/>
            </p:nvSpPr>
            <p:spPr bwMode="auto">
              <a:xfrm>
                <a:off x="3029533" y="2996952"/>
                <a:ext cx="3084934" cy="52322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131" name="Object 3">
                <a:extLst>
                  <a:ext uri="{FF2B5EF4-FFF2-40B4-BE49-F238E27FC236}">
                    <a16:creationId xmlns:a16="http://schemas.microsoft.com/office/drawing/2014/main" id="{EAF3E660-FA1A-43A5-8E76-D40959D0CEB0}"/>
                  </a:ext>
                </a:extLst>
              </p:cNvPr>
              <p:cNvSpPr txBox="1"/>
              <p:nvPr/>
            </p:nvSpPr>
            <p:spPr bwMode="auto">
              <a:xfrm>
                <a:off x="2748992" y="5733256"/>
                <a:ext cx="3646016" cy="523220"/>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𝑌</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48131" name="Object 3">
                <a:extLst>
                  <a:ext uri="{FF2B5EF4-FFF2-40B4-BE49-F238E27FC236}">
                    <a16:creationId xmlns:a16="http://schemas.microsoft.com/office/drawing/2014/main" id="{EAF3E660-FA1A-43A5-8E76-D40959D0CEB0}"/>
                  </a:ext>
                </a:extLst>
              </p:cNvPr>
              <p:cNvSpPr txBox="1">
                <a:spLocks noRot="1" noChangeAspect="1" noMove="1" noResize="1" noEditPoints="1" noAdjustHandles="1" noChangeArrowheads="1" noChangeShapeType="1" noTextEdit="1"/>
              </p:cNvSpPr>
              <p:nvPr/>
            </p:nvSpPr>
            <p:spPr bwMode="auto">
              <a:xfrm>
                <a:off x="2748992" y="5733256"/>
                <a:ext cx="3646016" cy="523220"/>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8131"/>
                                        </p:tgtEl>
                                        <p:attrNameLst>
                                          <p:attrName>style.visibility</p:attrName>
                                        </p:attrNameLst>
                                      </p:cBhvr>
                                      <p:to>
                                        <p:strVal val="visible"/>
                                      </p:to>
                                    </p:set>
                                    <p:animEffect transition="in" filter="wipe(down)">
                                      <p:cBhvr>
                                        <p:cTn id="10"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5F50B22E-D437-48BB-9D75-CC12C04430BE}"/>
              </a:ext>
            </a:extLst>
          </p:cNvPr>
          <p:cNvSpPr>
            <a:spLocks noGrp="1"/>
          </p:cNvSpPr>
          <p:nvPr>
            <p:ph type="title"/>
          </p:nvPr>
        </p:nvSpPr>
        <p:spPr/>
        <p:txBody>
          <a:bodyPr/>
          <a:lstStyle/>
          <a:p>
            <a:r>
              <a:rPr lang="en-US" altLang="zh-CN" sz="3200" dirty="0"/>
              <a:t>9.7 </a:t>
            </a:r>
            <a:r>
              <a:rPr lang="zh-CN" altLang="en-US" sz="3200" dirty="0"/>
              <a:t>用拉普拉斯变换分析与表征</a:t>
            </a:r>
            <a:r>
              <a:rPr lang="en-US" altLang="zh-CN" sz="3200" dirty="0"/>
              <a:t>LTI</a:t>
            </a:r>
            <a:r>
              <a:rPr lang="zh-CN" altLang="en-US" sz="3200" dirty="0"/>
              <a:t>系统</a:t>
            </a:r>
          </a:p>
        </p:txBody>
      </p:sp>
      <p:sp>
        <p:nvSpPr>
          <p:cNvPr id="3" name="内容占位符 2">
            <a:extLst>
              <a:ext uri="{FF2B5EF4-FFF2-40B4-BE49-F238E27FC236}">
                <a16:creationId xmlns:a16="http://schemas.microsoft.com/office/drawing/2014/main" id="{24E4BA34-B112-4F8B-B955-5FA41E66F105}"/>
              </a:ext>
            </a:extLst>
          </p:cNvPr>
          <p:cNvSpPr>
            <a:spLocks noGrp="1"/>
          </p:cNvSpPr>
          <p:nvPr>
            <p:ph idx="1"/>
          </p:nvPr>
        </p:nvSpPr>
        <p:spPr>
          <a:xfrm>
            <a:off x="457200" y="1285875"/>
            <a:ext cx="8229600" cy="4929188"/>
          </a:xfrm>
        </p:spPr>
        <p:txBody>
          <a:bodyPr/>
          <a:lstStyle/>
          <a:p>
            <a:pPr>
              <a:lnSpc>
                <a:spcPct val="120000"/>
              </a:lnSpc>
            </a:pPr>
            <a:r>
              <a:rPr lang="zh-CN" altLang="en-US" sz="2800" b="0" dirty="0"/>
              <a:t>这些方法成立的本质原因在于</a:t>
            </a:r>
            <a:r>
              <a:rPr lang="zh-CN" altLang="en-US" sz="2800" b="0" dirty="0">
                <a:solidFill>
                  <a:srgbClr val="FF0000"/>
                </a:solidFill>
              </a:rPr>
              <a:t>复指数函数是一切</a:t>
            </a:r>
            <a:r>
              <a:rPr lang="en-US" altLang="zh-CN" sz="2800" b="0" dirty="0">
                <a:solidFill>
                  <a:srgbClr val="FF0000"/>
                </a:solidFill>
              </a:rPr>
              <a:t>LTI</a:t>
            </a:r>
            <a:r>
              <a:rPr lang="zh-CN" altLang="en-US" sz="2800" b="0" dirty="0">
                <a:solidFill>
                  <a:srgbClr val="FF0000"/>
                </a:solidFill>
              </a:rPr>
              <a:t>系统的特征函数</a:t>
            </a:r>
            <a:r>
              <a:rPr lang="zh-CN" altLang="en-US" sz="2800" b="0" dirty="0"/>
              <a:t>。</a:t>
            </a:r>
            <a:endParaRPr lang="en-US" altLang="zh-CN" sz="2800" b="0" dirty="0"/>
          </a:p>
          <a:p>
            <a:pPr lvl="1">
              <a:lnSpc>
                <a:spcPct val="120000"/>
              </a:lnSpc>
            </a:pPr>
            <a:r>
              <a:rPr lang="zh-CN" altLang="en-US" b="0" dirty="0"/>
              <a:t>当以</a:t>
            </a:r>
            <a:r>
              <a:rPr lang="en-US" altLang="zh-CN" b="0" dirty="0" err="1"/>
              <a:t>e</a:t>
            </a:r>
            <a:r>
              <a:rPr lang="en-US" altLang="zh-CN" b="0" baseline="30000" dirty="0" err="1"/>
              <a:t>j</a:t>
            </a:r>
            <a:r>
              <a:rPr lang="el-GR" altLang="zh-CN" b="0" i="1" baseline="30000" dirty="0">
                <a:cs typeface="Times New Roman" panose="02020603050405020304" pitchFamily="18" charset="0"/>
              </a:rPr>
              <a:t>ω</a:t>
            </a:r>
            <a:r>
              <a:rPr lang="en-US" altLang="zh-CN" b="0" i="1" baseline="30000" dirty="0">
                <a:cs typeface="Times New Roman" panose="02020603050405020304" pitchFamily="18" charset="0"/>
              </a:rPr>
              <a:t>t</a:t>
            </a:r>
            <a:r>
              <a:rPr lang="zh-CN" altLang="en-US" b="0" dirty="0"/>
              <a:t>为基底分解信号时，</a:t>
            </a:r>
            <a:r>
              <a:rPr lang="en-US" altLang="zh-CN" b="0" dirty="0"/>
              <a:t>LTI</a:t>
            </a:r>
            <a:r>
              <a:rPr lang="zh-CN" altLang="en-US" b="0" dirty="0"/>
              <a:t>系统对输入信号的响应就是</a:t>
            </a:r>
            <a:r>
              <a:rPr lang="en-US" altLang="zh-CN" b="0" i="1" dirty="0">
                <a:solidFill>
                  <a:srgbClr val="FF0000"/>
                </a:solidFill>
              </a:rPr>
              <a:t>X</a:t>
            </a:r>
            <a:r>
              <a:rPr lang="en-US" altLang="zh-CN" b="0" dirty="0">
                <a:solidFill>
                  <a:srgbClr val="FF0000"/>
                </a:solidFill>
              </a:rPr>
              <a:t>(j</a:t>
            </a:r>
            <a:r>
              <a:rPr lang="el-GR" altLang="zh-CN" b="0" i="1" dirty="0">
                <a:solidFill>
                  <a:srgbClr val="FF0000"/>
                </a:solidFill>
              </a:rPr>
              <a:t>ω</a:t>
            </a:r>
            <a:r>
              <a:rPr lang="en-US" altLang="zh-CN" b="0" dirty="0">
                <a:solidFill>
                  <a:srgbClr val="FF0000"/>
                </a:solidFill>
              </a:rPr>
              <a:t>)</a:t>
            </a:r>
            <a:r>
              <a:rPr lang="en-US" altLang="zh-CN" b="0" i="1" dirty="0">
                <a:solidFill>
                  <a:srgbClr val="FF0000"/>
                </a:solidFill>
              </a:rPr>
              <a:t>H</a:t>
            </a:r>
            <a:r>
              <a:rPr lang="en-US" altLang="zh-CN" b="0" dirty="0">
                <a:solidFill>
                  <a:srgbClr val="FF0000"/>
                </a:solidFill>
              </a:rPr>
              <a:t>(j</a:t>
            </a:r>
            <a:r>
              <a:rPr lang="el-GR" altLang="zh-CN" b="0" i="1" dirty="0">
                <a:solidFill>
                  <a:srgbClr val="FF0000"/>
                </a:solidFill>
              </a:rPr>
              <a:t>ω</a:t>
            </a:r>
            <a:r>
              <a:rPr lang="en-US" altLang="zh-CN" b="0" dirty="0">
                <a:solidFill>
                  <a:srgbClr val="FF0000"/>
                </a:solidFill>
              </a:rPr>
              <a:t>)</a:t>
            </a:r>
            <a:r>
              <a:rPr lang="zh-CN" altLang="en-US" b="0" dirty="0"/>
              <a:t>。</a:t>
            </a:r>
            <a:endParaRPr lang="en-US" altLang="zh-CN" b="0" dirty="0"/>
          </a:p>
          <a:p>
            <a:pPr lvl="1">
              <a:lnSpc>
                <a:spcPct val="120000"/>
              </a:lnSpc>
            </a:pPr>
            <a:r>
              <a:rPr lang="zh-CN" altLang="en-US" b="0" dirty="0"/>
              <a:t>而以</a:t>
            </a:r>
            <a:r>
              <a:rPr lang="en-US" altLang="zh-CN" b="0" dirty="0" err="1"/>
              <a:t>e</a:t>
            </a:r>
            <a:r>
              <a:rPr lang="en-US" altLang="zh-CN" b="0" i="1" baseline="30000" dirty="0" err="1"/>
              <a:t>st</a:t>
            </a:r>
            <a:r>
              <a:rPr lang="zh-CN" altLang="en-US" b="0" dirty="0"/>
              <a:t>为基底分解信号时，系统的输出响应就是</a:t>
            </a:r>
            <a:r>
              <a:rPr lang="en-US" altLang="zh-CN" b="0" i="1" dirty="0">
                <a:solidFill>
                  <a:srgbClr val="FF0000"/>
                </a:solidFill>
              </a:rPr>
              <a:t>X</a:t>
            </a:r>
            <a:r>
              <a:rPr lang="en-US" altLang="zh-CN" b="0" dirty="0">
                <a:solidFill>
                  <a:srgbClr val="FF0000"/>
                </a:solidFill>
              </a:rPr>
              <a:t>(</a:t>
            </a:r>
            <a:r>
              <a:rPr lang="en-US" altLang="zh-CN" b="0" i="1" dirty="0">
                <a:solidFill>
                  <a:srgbClr val="FF0000"/>
                </a:solidFill>
              </a:rPr>
              <a:t>s</a:t>
            </a:r>
            <a:r>
              <a:rPr lang="en-US" altLang="zh-CN" b="0" dirty="0">
                <a:solidFill>
                  <a:srgbClr val="FF0000"/>
                </a:solidFill>
              </a:rPr>
              <a:t>)</a:t>
            </a:r>
            <a:r>
              <a:rPr lang="en-US" altLang="zh-CN" b="0" i="1" dirty="0">
                <a:solidFill>
                  <a:srgbClr val="FF0000"/>
                </a:solidFill>
              </a:rPr>
              <a:t>H</a:t>
            </a:r>
            <a:r>
              <a:rPr lang="en-US" altLang="zh-CN" b="0" dirty="0">
                <a:solidFill>
                  <a:srgbClr val="FF0000"/>
                </a:solidFill>
              </a:rPr>
              <a:t>(</a:t>
            </a:r>
            <a:r>
              <a:rPr lang="en-US" altLang="zh-CN" b="0" i="1" dirty="0">
                <a:solidFill>
                  <a:srgbClr val="FF0000"/>
                </a:solidFill>
              </a:rPr>
              <a:t>s</a:t>
            </a:r>
            <a:r>
              <a:rPr lang="en-US" altLang="zh-CN" b="0" dirty="0">
                <a:solidFill>
                  <a:srgbClr val="FF0000"/>
                </a:solidFill>
              </a:rPr>
              <a:t>)</a:t>
            </a:r>
            <a:r>
              <a:rPr lang="zh-CN" altLang="en-US" b="0" dirty="0"/>
              <a:t>。</a:t>
            </a:r>
            <a:endParaRPr lang="en-US" altLang="zh-CN" b="0" dirty="0"/>
          </a:p>
          <a:p>
            <a:pPr lvl="1">
              <a:lnSpc>
                <a:spcPct val="120000"/>
              </a:lnSpc>
            </a:pPr>
            <a:r>
              <a:rPr lang="en-US" altLang="zh-CN" b="0" i="1" dirty="0">
                <a:solidFill>
                  <a:srgbClr val="FF0000"/>
                </a:solidFill>
              </a:rPr>
              <a:t>H</a:t>
            </a:r>
            <a:r>
              <a:rPr lang="en-US" altLang="zh-CN" b="0" dirty="0">
                <a:solidFill>
                  <a:srgbClr val="FF0000"/>
                </a:solidFill>
              </a:rPr>
              <a:t>(</a:t>
            </a:r>
            <a:r>
              <a:rPr lang="en-US" altLang="zh-CN" b="0" i="1" dirty="0">
                <a:solidFill>
                  <a:srgbClr val="FF0000"/>
                </a:solidFill>
              </a:rPr>
              <a:t>s</a:t>
            </a:r>
            <a:r>
              <a:rPr lang="en-US" altLang="zh-CN" b="0" dirty="0">
                <a:solidFill>
                  <a:srgbClr val="FF0000"/>
                </a:solidFill>
              </a:rPr>
              <a:t>)</a:t>
            </a:r>
            <a:r>
              <a:rPr lang="zh-CN" altLang="en-US" b="0" dirty="0"/>
              <a:t>连同相应的</a:t>
            </a:r>
            <a:r>
              <a:rPr lang="en-US" altLang="zh-CN" b="0" dirty="0">
                <a:solidFill>
                  <a:srgbClr val="FF0000"/>
                </a:solidFill>
              </a:rPr>
              <a:t>ROC</a:t>
            </a:r>
            <a:r>
              <a:rPr lang="zh-CN" altLang="en-US" b="0" dirty="0"/>
              <a:t>也能完全描述一个</a:t>
            </a:r>
            <a:r>
              <a:rPr lang="en-US" altLang="zh-CN" b="0" dirty="0"/>
              <a:t>LTI</a:t>
            </a:r>
            <a:r>
              <a:rPr lang="zh-CN" altLang="en-US" b="0" dirty="0"/>
              <a:t>系统。系统的许多重要特性在</a:t>
            </a:r>
            <a:r>
              <a:rPr lang="en-US" altLang="zh-CN" b="0" i="1" dirty="0">
                <a:solidFill>
                  <a:srgbClr val="FF0000"/>
                </a:solidFill>
              </a:rPr>
              <a:t>H</a:t>
            </a:r>
            <a:r>
              <a:rPr lang="en-US" altLang="zh-CN" b="0" dirty="0">
                <a:solidFill>
                  <a:srgbClr val="FF0000"/>
                </a:solidFill>
              </a:rPr>
              <a:t>(</a:t>
            </a:r>
            <a:r>
              <a:rPr lang="en-US" altLang="zh-CN" b="0" i="1" dirty="0">
                <a:solidFill>
                  <a:srgbClr val="FF0000"/>
                </a:solidFill>
              </a:rPr>
              <a:t>s</a:t>
            </a:r>
            <a:r>
              <a:rPr lang="en-US" altLang="zh-CN" b="0" dirty="0">
                <a:solidFill>
                  <a:srgbClr val="FF0000"/>
                </a:solidFill>
              </a:rPr>
              <a:t>)</a:t>
            </a:r>
            <a:r>
              <a:rPr lang="zh-CN" altLang="en-US" b="0" dirty="0"/>
              <a:t>及其</a:t>
            </a:r>
            <a:r>
              <a:rPr lang="en-US" altLang="zh-CN" b="0" dirty="0">
                <a:solidFill>
                  <a:srgbClr val="FF0000"/>
                </a:solidFill>
              </a:rPr>
              <a:t>ROC</a:t>
            </a:r>
            <a:r>
              <a:rPr lang="zh-CN" altLang="en-US" b="0" dirty="0"/>
              <a:t>中一定有具体的体现。</a:t>
            </a:r>
          </a:p>
        </p:txBody>
      </p:sp>
      <p:sp>
        <p:nvSpPr>
          <p:cNvPr id="4" name="灯片编号占位符 3">
            <a:extLst>
              <a:ext uri="{FF2B5EF4-FFF2-40B4-BE49-F238E27FC236}">
                <a16:creationId xmlns:a16="http://schemas.microsoft.com/office/drawing/2014/main" id="{B57FCC3A-41D2-45A1-874D-C149AD398DA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D09542FB-6613-4618-B32F-DB83028125A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50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标题 1">
            <a:extLst>
              <a:ext uri="{FF2B5EF4-FFF2-40B4-BE49-F238E27FC236}">
                <a16:creationId xmlns:a16="http://schemas.microsoft.com/office/drawing/2014/main" id="{F1833488-03F2-411C-AA05-802862375A43}"/>
              </a:ext>
            </a:extLst>
          </p:cNvPr>
          <p:cNvSpPr>
            <a:spLocks noGrp="1"/>
          </p:cNvSpPr>
          <p:nvPr>
            <p:ph type="title"/>
          </p:nvPr>
        </p:nvSpPr>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p:sp>
        <p:nvSpPr>
          <p:cNvPr id="3" name="内容占位符 2">
            <a:extLst>
              <a:ext uri="{FF2B5EF4-FFF2-40B4-BE49-F238E27FC236}">
                <a16:creationId xmlns:a16="http://schemas.microsoft.com/office/drawing/2014/main" id="{29B41CAA-6658-4274-882B-C721FC40774F}"/>
              </a:ext>
            </a:extLst>
          </p:cNvPr>
          <p:cNvSpPr>
            <a:spLocks noGrp="1"/>
          </p:cNvSpPr>
          <p:nvPr>
            <p:ph idx="1"/>
          </p:nvPr>
        </p:nvSpPr>
        <p:spPr>
          <a:xfrm>
            <a:off x="457200" y="1285875"/>
            <a:ext cx="8229600" cy="4745915"/>
          </a:xfrm>
        </p:spPr>
        <p:txBody>
          <a:bodyPr>
            <a:spAutoFit/>
          </a:bodyPr>
          <a:lstStyle/>
          <a:p>
            <a:pPr marL="0" indent="0" algn="just">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用系统函数表征</a:t>
            </a:r>
            <a:r>
              <a:rPr lang="en-US" altLang="zh-CN" sz="2800" b="0" dirty="0">
                <a:solidFill>
                  <a:srgbClr val="0000FF"/>
                </a:solidFill>
              </a:rPr>
              <a:t>LTI</a:t>
            </a:r>
            <a:r>
              <a:rPr lang="zh-CN" altLang="en-US" sz="2800" b="0" dirty="0">
                <a:solidFill>
                  <a:srgbClr val="0000FF"/>
                </a:solidFill>
              </a:rPr>
              <a:t>系统：</a:t>
            </a:r>
            <a:endParaRPr lang="en-US" altLang="zh-CN" sz="2800" b="0" dirty="0">
              <a:solidFill>
                <a:srgbClr val="0000FF"/>
              </a:solidFill>
            </a:endParaRPr>
          </a:p>
          <a:p>
            <a:pPr algn="just"/>
            <a:r>
              <a:rPr lang="en-US" altLang="zh-CN" sz="2800" b="0" dirty="0"/>
              <a:t>1. </a:t>
            </a:r>
            <a:r>
              <a:rPr lang="zh-CN" altLang="en-US" sz="2800" b="0" dirty="0">
                <a:solidFill>
                  <a:srgbClr val="FF0000"/>
                </a:solidFill>
              </a:rPr>
              <a:t>因果性</a:t>
            </a:r>
            <a:r>
              <a:rPr lang="zh-CN" altLang="en-US" sz="2800" b="0" dirty="0"/>
              <a:t>：如果</a:t>
            </a:r>
            <a:r>
              <a:rPr lang="en-US" altLang="zh-CN" sz="2800" b="0" i="1" dirty="0"/>
              <a:t>t</a:t>
            </a:r>
            <a:r>
              <a:rPr lang="en-US" altLang="zh-CN" sz="2800" b="0" dirty="0"/>
              <a:t> &lt; 0</a:t>
            </a:r>
            <a:r>
              <a:rPr lang="zh-CN" altLang="en-US" sz="2800" b="0" dirty="0"/>
              <a:t>时 </a:t>
            </a:r>
            <a:r>
              <a:rPr lang="en-US" altLang="zh-CN" sz="2800" b="0" i="1" dirty="0"/>
              <a:t>h</a:t>
            </a:r>
            <a:r>
              <a:rPr lang="en-US" altLang="zh-CN" sz="2800" b="0" dirty="0"/>
              <a:t>(</a:t>
            </a:r>
            <a:r>
              <a:rPr lang="en-US" altLang="zh-CN" sz="2800" b="0" i="1" dirty="0"/>
              <a:t>t</a:t>
            </a:r>
            <a:r>
              <a:rPr lang="en-US" altLang="zh-CN" sz="2800" b="0" dirty="0"/>
              <a:t>) = 0</a:t>
            </a:r>
            <a:r>
              <a:rPr lang="zh-CN" altLang="en-US" sz="2800" b="0" dirty="0"/>
              <a:t>，则系统是</a:t>
            </a:r>
            <a:r>
              <a:rPr lang="zh-CN" altLang="en-US" sz="2800" b="0" dirty="0">
                <a:solidFill>
                  <a:srgbClr val="FF0000"/>
                </a:solidFill>
              </a:rPr>
              <a:t>因果</a:t>
            </a:r>
            <a:r>
              <a:rPr lang="zh-CN" altLang="en-US" sz="2800" b="0" dirty="0"/>
              <a:t>的。如果</a:t>
            </a:r>
            <a:r>
              <a:rPr lang="en-US" altLang="zh-CN" sz="2800" b="0" i="1" dirty="0"/>
              <a:t>t</a:t>
            </a:r>
            <a:r>
              <a:rPr lang="en-US" altLang="zh-CN" sz="2800" b="0" dirty="0"/>
              <a:t> &gt; 0</a:t>
            </a:r>
            <a:r>
              <a:rPr lang="zh-CN" altLang="en-US" sz="2800" b="0" dirty="0"/>
              <a:t>时 </a:t>
            </a:r>
            <a:r>
              <a:rPr lang="en-US" altLang="zh-CN" sz="2800" b="0" i="1" dirty="0"/>
              <a:t>h</a:t>
            </a:r>
            <a:r>
              <a:rPr lang="en-US" altLang="zh-CN" sz="2800" b="0" dirty="0"/>
              <a:t>(</a:t>
            </a:r>
            <a:r>
              <a:rPr lang="en-US" altLang="zh-CN" sz="2800" b="0" i="1" dirty="0"/>
              <a:t>t</a:t>
            </a:r>
            <a:r>
              <a:rPr lang="en-US" altLang="zh-CN" sz="2800" b="0" dirty="0"/>
              <a:t>) = 0</a:t>
            </a:r>
            <a:r>
              <a:rPr lang="zh-CN" altLang="en-US" sz="2800" b="0" dirty="0"/>
              <a:t>，则系统是</a:t>
            </a:r>
            <a:r>
              <a:rPr lang="zh-CN" altLang="en-US" sz="2800" b="0" dirty="0">
                <a:solidFill>
                  <a:srgbClr val="FF0000"/>
                </a:solidFill>
              </a:rPr>
              <a:t>反因果</a:t>
            </a:r>
            <a:r>
              <a:rPr lang="zh-CN" altLang="en-US" sz="2800" b="0" dirty="0"/>
              <a:t>的。</a:t>
            </a:r>
            <a:endParaRPr lang="en-US" altLang="zh-CN" sz="2800" b="0" dirty="0"/>
          </a:p>
          <a:p>
            <a:pPr algn="just"/>
            <a:r>
              <a:rPr lang="zh-CN" altLang="en-US" sz="2800" b="0" dirty="0">
                <a:solidFill>
                  <a:srgbClr val="FF0000"/>
                </a:solidFill>
              </a:rPr>
              <a:t>因果系统</a:t>
            </a:r>
            <a:r>
              <a:rPr lang="zh-CN" altLang="en-US" sz="2800" b="0" dirty="0"/>
              <a:t>的</a:t>
            </a:r>
            <a:r>
              <a:rPr lang="en-US" altLang="zh-CN" sz="2800" b="0" i="1" dirty="0"/>
              <a:t>h</a:t>
            </a:r>
            <a:r>
              <a:rPr lang="en-US" altLang="zh-CN" sz="2800" b="0" dirty="0"/>
              <a:t>(</a:t>
            </a:r>
            <a:r>
              <a:rPr lang="en-US" altLang="zh-CN" sz="2800" b="0" i="1" dirty="0"/>
              <a:t>t</a:t>
            </a:r>
            <a:r>
              <a:rPr lang="en-US" altLang="zh-CN" sz="2800" b="0" dirty="0"/>
              <a:t>)</a:t>
            </a:r>
            <a:r>
              <a:rPr lang="zh-CN" altLang="en-US" sz="2800" b="0" dirty="0"/>
              <a:t>是右边信号，其</a:t>
            </a:r>
            <a:r>
              <a:rPr lang="en-US" altLang="zh-CN" sz="2800" b="0" i="1" dirty="0"/>
              <a:t>H</a:t>
            </a:r>
            <a:r>
              <a:rPr lang="en-US" altLang="zh-CN" sz="2800" b="0" dirty="0"/>
              <a:t>(</a:t>
            </a:r>
            <a:r>
              <a:rPr lang="en-US" altLang="zh-CN" sz="2800" b="0" i="1" dirty="0"/>
              <a:t>s</a:t>
            </a:r>
            <a:r>
              <a:rPr lang="en-US" altLang="zh-CN" sz="2800" b="0" dirty="0"/>
              <a:t>)</a:t>
            </a:r>
            <a:r>
              <a:rPr lang="zh-CN" altLang="en-US" sz="2800" b="0" dirty="0"/>
              <a:t>的</a:t>
            </a:r>
            <a:r>
              <a:rPr lang="en-US" altLang="zh-CN" sz="2800" b="0" dirty="0"/>
              <a:t>ROC</a:t>
            </a:r>
            <a:r>
              <a:rPr lang="zh-CN" altLang="en-US" sz="2800" b="0" dirty="0"/>
              <a:t>必是</a:t>
            </a:r>
            <a:r>
              <a:rPr lang="zh-CN" altLang="en-US" sz="2800" b="0" dirty="0">
                <a:solidFill>
                  <a:srgbClr val="FF0000"/>
                </a:solidFill>
              </a:rPr>
              <a:t>最右边极点的右边</a:t>
            </a:r>
            <a:r>
              <a:rPr lang="zh-CN" altLang="en-US" sz="2800" b="0" dirty="0"/>
              <a:t>；当 </a:t>
            </a:r>
            <a:r>
              <a:rPr lang="en-US" altLang="zh-CN" sz="2800" b="0" i="1" dirty="0"/>
              <a:t>H</a:t>
            </a:r>
            <a:r>
              <a:rPr lang="en-US" altLang="zh-CN" sz="2800" b="0" dirty="0"/>
              <a:t>(</a:t>
            </a:r>
            <a:r>
              <a:rPr lang="en-US" altLang="zh-CN" sz="2800" b="0" i="1" dirty="0"/>
              <a:t>s</a:t>
            </a:r>
            <a:r>
              <a:rPr lang="en-US" altLang="zh-CN" sz="2800" b="0" dirty="0"/>
              <a:t>)</a:t>
            </a:r>
            <a:r>
              <a:rPr lang="zh-CN" altLang="en-US" sz="2800" b="0" dirty="0"/>
              <a:t>是</a:t>
            </a:r>
            <a:r>
              <a:rPr lang="zh-CN" altLang="en-US" sz="2800" b="0" dirty="0">
                <a:solidFill>
                  <a:srgbClr val="FF0000"/>
                </a:solidFill>
              </a:rPr>
              <a:t>有理函数</a:t>
            </a:r>
            <a:r>
              <a:rPr lang="zh-CN" altLang="en-US" sz="2800" b="0" dirty="0"/>
              <a:t>时，</a:t>
            </a:r>
            <a:r>
              <a:rPr lang="zh-CN" altLang="en-US" sz="2800" b="0" dirty="0">
                <a:solidFill>
                  <a:srgbClr val="FF0000"/>
                </a:solidFill>
              </a:rPr>
              <a:t>逆命题成立</a:t>
            </a:r>
            <a:r>
              <a:rPr lang="zh-CN" altLang="en-US" sz="2800" b="0" dirty="0"/>
              <a:t>。 </a:t>
            </a:r>
            <a:endParaRPr lang="en-US" altLang="zh-CN" sz="2800" b="0" dirty="0"/>
          </a:p>
          <a:p>
            <a:pPr algn="just"/>
            <a:r>
              <a:rPr lang="zh-CN" altLang="en-US" sz="2800" b="0" dirty="0">
                <a:solidFill>
                  <a:srgbClr val="FF0000"/>
                </a:solidFill>
              </a:rPr>
              <a:t>反因果系统</a:t>
            </a:r>
            <a:r>
              <a:rPr lang="zh-CN" altLang="en-US" sz="2800" b="0" dirty="0"/>
              <a:t>的 </a:t>
            </a:r>
            <a:r>
              <a:rPr lang="en-US" altLang="zh-CN" sz="2800" b="0" i="1" dirty="0"/>
              <a:t>h</a:t>
            </a:r>
            <a:r>
              <a:rPr lang="en-US" altLang="zh-CN" sz="2800" b="0" dirty="0"/>
              <a:t>(</a:t>
            </a:r>
            <a:r>
              <a:rPr lang="en-US" altLang="zh-CN" sz="2800" b="0" i="1" dirty="0"/>
              <a:t>t</a:t>
            </a:r>
            <a:r>
              <a:rPr lang="en-US" altLang="zh-CN" sz="2800" b="0" dirty="0"/>
              <a:t>)</a:t>
            </a:r>
            <a:r>
              <a:rPr lang="zh-CN" altLang="en-US" sz="2800" b="0" dirty="0"/>
              <a:t>是左边信号，</a:t>
            </a:r>
            <a:r>
              <a:rPr lang="en-US" altLang="zh-CN" sz="2800" b="0" i="1" dirty="0"/>
              <a:t>H</a:t>
            </a:r>
            <a:r>
              <a:rPr lang="en-US" altLang="zh-CN" sz="2800" b="0" dirty="0"/>
              <a:t>(</a:t>
            </a:r>
            <a:r>
              <a:rPr lang="en-US" altLang="zh-CN" sz="2800" b="0" i="1" dirty="0"/>
              <a:t>s</a:t>
            </a:r>
            <a:r>
              <a:rPr lang="en-US" altLang="zh-CN" sz="2800" b="0" dirty="0"/>
              <a:t>)</a:t>
            </a:r>
            <a:r>
              <a:rPr lang="zh-CN" altLang="en-US" sz="2800" b="0" dirty="0"/>
              <a:t>的</a:t>
            </a:r>
            <a:r>
              <a:rPr lang="en-US" altLang="zh-CN" sz="2800" b="0" dirty="0"/>
              <a:t>ROC</a:t>
            </a:r>
            <a:r>
              <a:rPr lang="zh-CN" altLang="en-US" sz="2800" b="0" dirty="0"/>
              <a:t>必是</a:t>
            </a:r>
            <a:r>
              <a:rPr lang="zh-CN" altLang="en-US" sz="2800" b="0" dirty="0">
                <a:solidFill>
                  <a:srgbClr val="FF0000"/>
                </a:solidFill>
              </a:rPr>
              <a:t>最左边极点的左边</a:t>
            </a:r>
            <a:r>
              <a:rPr lang="zh-CN" altLang="en-US" sz="2800" b="0" dirty="0"/>
              <a:t>；当</a:t>
            </a:r>
            <a:r>
              <a:rPr lang="en-US" altLang="zh-CN" sz="2800" b="0" i="1" dirty="0"/>
              <a:t>H</a:t>
            </a:r>
            <a:r>
              <a:rPr lang="en-US" altLang="zh-CN" sz="2800" b="0" dirty="0"/>
              <a:t>(</a:t>
            </a:r>
            <a:r>
              <a:rPr lang="en-US" altLang="zh-CN" sz="2800" b="0" i="1" dirty="0"/>
              <a:t>s</a:t>
            </a:r>
            <a:r>
              <a:rPr lang="en-US" altLang="zh-CN" sz="2800" b="0" dirty="0"/>
              <a:t>)</a:t>
            </a:r>
            <a:r>
              <a:rPr lang="zh-CN" altLang="en-US" sz="2800" b="0" dirty="0"/>
              <a:t>是</a:t>
            </a:r>
            <a:r>
              <a:rPr lang="zh-CN" altLang="en-US" sz="2800" b="0" dirty="0">
                <a:solidFill>
                  <a:srgbClr val="FF0000"/>
                </a:solidFill>
              </a:rPr>
              <a:t>有理函数</a:t>
            </a:r>
            <a:r>
              <a:rPr lang="zh-CN" altLang="en-US" sz="2800" b="0" dirty="0"/>
              <a:t>时，</a:t>
            </a:r>
            <a:r>
              <a:rPr lang="zh-CN" altLang="en-US" sz="2800" b="0" dirty="0">
                <a:solidFill>
                  <a:srgbClr val="FF0000"/>
                </a:solidFill>
              </a:rPr>
              <a:t>逆命题成立</a:t>
            </a:r>
            <a:r>
              <a:rPr lang="zh-CN" altLang="en-US" sz="2800" b="0" dirty="0"/>
              <a:t>。</a:t>
            </a:r>
            <a:endParaRPr lang="en-US" altLang="zh-CN" sz="2800" b="0" dirty="0"/>
          </a:p>
          <a:p>
            <a:pPr algn="just"/>
            <a:r>
              <a:rPr lang="zh-CN" altLang="en-US" sz="2800" b="0" dirty="0">
                <a:solidFill>
                  <a:srgbClr val="0000FF"/>
                </a:solidFill>
              </a:rPr>
              <a:t>例</a:t>
            </a:r>
            <a:r>
              <a:rPr lang="en-US" altLang="zh-CN" sz="2800" b="0" dirty="0">
                <a:solidFill>
                  <a:srgbClr val="0000FF"/>
                </a:solidFill>
              </a:rPr>
              <a:t>1.</a:t>
            </a:r>
            <a:r>
              <a:rPr lang="zh-CN" altLang="en-US" sz="2800" b="0" dirty="0">
                <a:solidFill>
                  <a:srgbClr val="0000FF"/>
                </a:solidFill>
              </a:rPr>
              <a:t> </a:t>
            </a:r>
          </a:p>
        </p:txBody>
      </p:sp>
      <p:sp>
        <p:nvSpPr>
          <p:cNvPr id="4" name="灯片编号占位符 3">
            <a:extLst>
              <a:ext uri="{FF2B5EF4-FFF2-40B4-BE49-F238E27FC236}">
                <a16:creationId xmlns:a16="http://schemas.microsoft.com/office/drawing/2014/main" id="{6A57F4B6-C969-4F9C-B2EF-4E2A361984A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6C5FE864-11AB-447E-BF53-17EF3CDE55C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51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5" name="Object 2">
            <a:extLst>
              <a:ext uri="{FF2B5EF4-FFF2-40B4-BE49-F238E27FC236}">
                <a16:creationId xmlns:a16="http://schemas.microsoft.com/office/drawing/2014/main" id="{D877EFF9-D2A9-47CF-90D8-A4BF42FFA17F}"/>
              </a:ext>
            </a:extLst>
          </p:cNvPr>
          <p:cNvGraphicFramePr>
            <a:graphicFrameLocks noChangeAspect="1"/>
          </p:cNvGraphicFramePr>
          <p:nvPr>
            <p:extLst>
              <p:ext uri="{D42A27DB-BD31-4B8C-83A1-F6EECF244321}">
                <p14:modId xmlns:p14="http://schemas.microsoft.com/office/powerpoint/2010/main" val="3615097108"/>
              </p:ext>
            </p:extLst>
          </p:nvPr>
        </p:nvGraphicFramePr>
        <p:xfrm>
          <a:off x="2357438" y="5770563"/>
          <a:ext cx="1976437" cy="547687"/>
        </p:xfrm>
        <a:graphic>
          <a:graphicData uri="http://schemas.openxmlformats.org/presentationml/2006/ole">
            <mc:AlternateContent xmlns:mc="http://schemas.openxmlformats.org/markup-compatibility/2006">
              <mc:Choice xmlns:v="urn:schemas-microsoft-com:vml" Requires="v">
                <p:oleObj spid="_x0000_s33082" name="Equation" r:id="rId3" imgW="825480" imgH="228600" progId="Equation.DSMT4">
                  <p:embed/>
                </p:oleObj>
              </mc:Choice>
              <mc:Fallback>
                <p:oleObj name="Equation" r:id="rId3" imgW="825480" imgH="228600" progId="Equation.DSMT4">
                  <p:embed/>
                  <p:pic>
                    <p:nvPicPr>
                      <p:cNvPr id="5" name="Object 2">
                        <a:extLst>
                          <a:ext uri="{FF2B5EF4-FFF2-40B4-BE49-F238E27FC236}">
                            <a16:creationId xmlns:a16="http://schemas.microsoft.com/office/drawing/2014/main" id="{D877EFF9-D2A9-47CF-90D8-A4BF42FFA1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5770563"/>
                        <a:ext cx="1976437"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79" name="Object 3">
            <a:extLst>
              <a:ext uri="{FF2B5EF4-FFF2-40B4-BE49-F238E27FC236}">
                <a16:creationId xmlns:a16="http://schemas.microsoft.com/office/drawing/2014/main" id="{7F4D4B30-B179-4C66-A040-6A766CE06324}"/>
              </a:ext>
            </a:extLst>
          </p:cNvPr>
          <p:cNvGraphicFramePr>
            <a:graphicFrameLocks noChangeAspect="1"/>
          </p:cNvGraphicFramePr>
          <p:nvPr>
            <p:extLst>
              <p:ext uri="{D42A27DB-BD31-4B8C-83A1-F6EECF244321}">
                <p14:modId xmlns:p14="http://schemas.microsoft.com/office/powerpoint/2010/main" val="484669144"/>
              </p:ext>
            </p:extLst>
          </p:nvPr>
        </p:nvGraphicFramePr>
        <p:xfrm>
          <a:off x="4357688" y="5876925"/>
          <a:ext cx="485775" cy="334963"/>
        </p:xfrm>
        <a:graphic>
          <a:graphicData uri="http://schemas.openxmlformats.org/presentationml/2006/ole">
            <mc:AlternateContent xmlns:mc="http://schemas.openxmlformats.org/markup-compatibility/2006">
              <mc:Choice xmlns:v="urn:schemas-microsoft-com:vml" Requires="v">
                <p:oleObj spid="_x0000_s33083" name="Equation" r:id="rId5" imgW="203040" imgH="139680" progId="Equation.DSMT4">
                  <p:embed/>
                </p:oleObj>
              </mc:Choice>
              <mc:Fallback>
                <p:oleObj name="Equation" r:id="rId5" imgW="203040" imgH="139680" progId="Equation.DSMT4">
                  <p:embed/>
                  <p:pic>
                    <p:nvPicPr>
                      <p:cNvPr id="50179" name="Object 3">
                        <a:extLst>
                          <a:ext uri="{FF2B5EF4-FFF2-40B4-BE49-F238E27FC236}">
                            <a16:creationId xmlns:a16="http://schemas.microsoft.com/office/drawing/2014/main" id="{7F4D4B30-B179-4C66-A040-6A766CE063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7688" y="5876925"/>
                        <a:ext cx="485775"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4">
            <a:extLst>
              <a:ext uri="{FF2B5EF4-FFF2-40B4-BE49-F238E27FC236}">
                <a16:creationId xmlns:a16="http://schemas.microsoft.com/office/drawing/2014/main" id="{85440333-0A45-4045-AAA8-F3DF004FC455}"/>
              </a:ext>
            </a:extLst>
          </p:cNvPr>
          <p:cNvGraphicFramePr>
            <a:graphicFrameLocks noChangeAspect="1"/>
          </p:cNvGraphicFramePr>
          <p:nvPr>
            <p:extLst>
              <p:ext uri="{D42A27DB-BD31-4B8C-83A1-F6EECF244321}">
                <p14:modId xmlns:p14="http://schemas.microsoft.com/office/powerpoint/2010/main" val="4228147100"/>
              </p:ext>
            </p:extLst>
          </p:nvPr>
        </p:nvGraphicFramePr>
        <p:xfrm>
          <a:off x="4868863" y="5572125"/>
          <a:ext cx="879475" cy="944563"/>
        </p:xfrm>
        <a:graphic>
          <a:graphicData uri="http://schemas.openxmlformats.org/presentationml/2006/ole">
            <mc:AlternateContent xmlns:mc="http://schemas.openxmlformats.org/markup-compatibility/2006">
              <mc:Choice xmlns:v="urn:schemas-microsoft-com:vml" Requires="v">
                <p:oleObj spid="_x0000_s33084" name="Equation" r:id="rId7" imgW="368280" imgH="393480" progId="Equation.DSMT4">
                  <p:embed/>
                </p:oleObj>
              </mc:Choice>
              <mc:Fallback>
                <p:oleObj name="Equation" r:id="rId7" imgW="368280" imgH="393480" progId="Equation.DSMT4">
                  <p:embed/>
                  <p:pic>
                    <p:nvPicPr>
                      <p:cNvPr id="50180" name="Object 4">
                        <a:extLst>
                          <a:ext uri="{FF2B5EF4-FFF2-40B4-BE49-F238E27FC236}">
                            <a16:creationId xmlns:a16="http://schemas.microsoft.com/office/drawing/2014/main" id="{85440333-0A45-4045-AAA8-F3DF004FC4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8863" y="5572125"/>
                        <a:ext cx="879475"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2DA9F00-8757-47CB-B083-2342EE667A38}"/>
                  </a:ext>
                </a:extLst>
              </p:cNvPr>
              <p:cNvSpPr txBox="1">
                <a:spLocks noChangeArrowheads="1"/>
              </p:cNvSpPr>
              <p:nvPr/>
            </p:nvSpPr>
            <p:spPr bwMode="auto">
              <a:xfrm>
                <a:off x="5786438" y="5813425"/>
                <a:ext cx="157767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Re[s] &gt; </a:t>
                </a: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−1</m:t>
                    </m:r>
                  </m:oMath>
                </a14:m>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9" name="TextBox 8">
                <a:extLst>
                  <a:ext uri="{FF2B5EF4-FFF2-40B4-BE49-F238E27FC236}">
                    <a16:creationId xmlns:a16="http://schemas.microsoft.com/office/drawing/2014/main" id="{82DA9F00-8757-47CB-B083-2342EE667A38}"/>
                  </a:ext>
                </a:extLst>
              </p:cNvPr>
              <p:cNvSpPr txBox="1">
                <a:spLocks noRot="1" noChangeAspect="1" noMove="1" noResize="1" noEditPoints="1" noAdjustHandles="1" noChangeArrowheads="1" noChangeShapeType="1" noTextEdit="1"/>
              </p:cNvSpPr>
              <p:nvPr/>
            </p:nvSpPr>
            <p:spPr bwMode="auto">
              <a:xfrm>
                <a:off x="5786438" y="5813425"/>
                <a:ext cx="1577676" cy="461665"/>
              </a:xfrm>
              <a:prstGeom prst="rect">
                <a:avLst/>
              </a:prstGeom>
              <a:blipFill>
                <a:blip r:embed="rId9"/>
                <a:stretch>
                  <a:fillRect l="-5792" t="-10667" r="-386" b="-30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50179"/>
                                        </p:tgtEl>
                                        <p:attrNameLst>
                                          <p:attrName>style.visibility</p:attrName>
                                        </p:attrNameLst>
                                      </p:cBhvr>
                                      <p:to>
                                        <p:strVal val="visible"/>
                                      </p:to>
                                    </p:set>
                                    <p:animEffect transition="in" filter="blinds(horizontal)">
                                      <p:cBhvr>
                                        <p:cTn id="25" dur="500"/>
                                        <p:tgtEl>
                                          <p:spTgt spid="50179"/>
                                        </p:tgtEl>
                                      </p:cBhvr>
                                    </p:animEffect>
                                  </p:childTnLst>
                                </p:cTn>
                              </p:par>
                              <p:par>
                                <p:cTn id="26" presetID="3" presetClass="entr" presetSubtype="10" fill="hold" nodeType="withEffect">
                                  <p:stCondLst>
                                    <p:cond delay="0"/>
                                  </p:stCondLst>
                                  <p:childTnLst>
                                    <p:set>
                                      <p:cBhvr>
                                        <p:cTn id="27" dur="1" fill="hold">
                                          <p:stCondLst>
                                            <p:cond delay="0"/>
                                          </p:stCondLst>
                                        </p:cTn>
                                        <p:tgtEl>
                                          <p:spTgt spid="50180"/>
                                        </p:tgtEl>
                                        <p:attrNameLst>
                                          <p:attrName>style.visibility</p:attrName>
                                        </p:attrNameLst>
                                      </p:cBhvr>
                                      <p:to>
                                        <p:strVal val="visible"/>
                                      </p:to>
                                    </p:set>
                                    <p:animEffect transition="in" filter="blinds(horizontal)">
                                      <p:cBhvr>
                                        <p:cTn id="28" dur="500"/>
                                        <p:tgtEl>
                                          <p:spTgt spid="501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0" name="标题 1">
            <a:extLst>
              <a:ext uri="{FF2B5EF4-FFF2-40B4-BE49-F238E27FC236}">
                <a16:creationId xmlns:a16="http://schemas.microsoft.com/office/drawing/2014/main" id="{D4AA1BC9-ABAE-4199-B1B1-9C62C060328F}"/>
              </a:ext>
            </a:extLst>
          </p:cNvPr>
          <p:cNvSpPr>
            <a:spLocks noGrp="1"/>
          </p:cNvSpPr>
          <p:nvPr>
            <p:ph type="title"/>
          </p:nvPr>
        </p:nvSpPr>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p:sp>
        <p:nvSpPr>
          <p:cNvPr id="3" name="内容占位符 2">
            <a:extLst>
              <a:ext uri="{FF2B5EF4-FFF2-40B4-BE49-F238E27FC236}">
                <a16:creationId xmlns:a16="http://schemas.microsoft.com/office/drawing/2014/main" id="{EDB28B4E-ED86-445E-BA1B-0AEC8E2CD605}"/>
              </a:ext>
            </a:extLst>
          </p:cNvPr>
          <p:cNvSpPr>
            <a:spLocks noGrp="1"/>
          </p:cNvSpPr>
          <p:nvPr>
            <p:ph idx="1"/>
          </p:nvPr>
        </p:nvSpPr>
        <p:spPr>
          <a:xfrm>
            <a:off x="457200" y="4357688"/>
            <a:ext cx="8795320" cy="2317750"/>
          </a:xfrm>
        </p:spPr>
        <p:txBody>
          <a:bodyPr/>
          <a:lstStyle/>
          <a:p>
            <a:r>
              <a:rPr lang="en-US" altLang="zh-CN" sz="2800" b="0" dirty="0"/>
              <a:t>2.  </a:t>
            </a:r>
            <a:r>
              <a:rPr lang="zh-CN" altLang="en-US" sz="2800" b="0" dirty="0">
                <a:solidFill>
                  <a:srgbClr val="FF0000"/>
                </a:solidFill>
              </a:rPr>
              <a:t>稳定性</a:t>
            </a:r>
            <a:r>
              <a:rPr lang="zh-CN" altLang="en-US" sz="2800" b="0" dirty="0"/>
              <a:t>：</a:t>
            </a:r>
            <a:endParaRPr lang="en-US" altLang="zh-CN" sz="2800" b="0" dirty="0"/>
          </a:p>
          <a:p>
            <a:pPr>
              <a:spcBef>
                <a:spcPts val="3600"/>
              </a:spcBef>
            </a:pPr>
            <a:r>
              <a:rPr lang="en-US" altLang="zh-CN" sz="2800" b="0" dirty="0"/>
              <a:t>LTI</a:t>
            </a:r>
            <a:r>
              <a:rPr lang="zh-CN" altLang="en-US" sz="2800" b="0" dirty="0"/>
              <a:t>系统是</a:t>
            </a:r>
            <a:r>
              <a:rPr lang="zh-CN" altLang="en-US" sz="2800" b="0" dirty="0" smtClean="0"/>
              <a:t>稳定的当且仅当</a:t>
            </a:r>
            <a:r>
              <a:rPr lang="zh-CN" altLang="en-US" sz="2800" b="0" dirty="0"/>
              <a:t>其</a:t>
            </a:r>
            <a:r>
              <a:rPr lang="en-US" altLang="zh-CN" sz="2800" b="0" i="1" dirty="0"/>
              <a:t>H</a:t>
            </a:r>
            <a:r>
              <a:rPr lang="en-US" altLang="zh-CN" sz="2800" b="0" dirty="0"/>
              <a:t>(</a:t>
            </a:r>
            <a:r>
              <a:rPr lang="en-US" altLang="zh-CN" sz="2800" b="0" i="1" dirty="0"/>
              <a:t>s</a:t>
            </a:r>
            <a:r>
              <a:rPr lang="en-US" altLang="zh-CN" sz="2800" b="0" dirty="0"/>
              <a:t>)</a:t>
            </a:r>
            <a:r>
              <a:rPr lang="zh-CN" altLang="en-US" sz="2800" b="0" dirty="0">
                <a:solidFill>
                  <a:srgbClr val="FF0000"/>
                </a:solidFill>
              </a:rPr>
              <a:t>收敛域包括</a:t>
            </a:r>
            <a:r>
              <a:rPr lang="en-US" altLang="zh-CN" sz="2800" b="0" dirty="0">
                <a:solidFill>
                  <a:srgbClr val="FF0000"/>
                </a:solidFill>
              </a:rPr>
              <a:t>j</a:t>
            </a:r>
            <a:r>
              <a:rPr lang="el-GR" altLang="zh-CN" sz="2800" b="0" i="1" dirty="0">
                <a:solidFill>
                  <a:srgbClr val="FF0000"/>
                </a:solidFill>
                <a:cs typeface="Times New Roman" panose="02020603050405020304" pitchFamily="18" charset="0"/>
              </a:rPr>
              <a:t>ω</a:t>
            </a:r>
            <a:r>
              <a:rPr lang="zh-CN" altLang="en-US" sz="2800" b="0" dirty="0" smtClean="0">
                <a:solidFill>
                  <a:srgbClr val="FF0000"/>
                </a:solidFill>
              </a:rPr>
              <a:t>轴</a:t>
            </a:r>
            <a:r>
              <a:rPr lang="zh-CN" altLang="en-US" sz="2800" b="0" dirty="0" smtClean="0"/>
              <a:t>。</a:t>
            </a:r>
            <a:endParaRPr lang="en-US" altLang="zh-CN" sz="2800" b="0" dirty="0"/>
          </a:p>
          <a:p>
            <a:r>
              <a:rPr lang="zh-CN" altLang="en-US" sz="2800" b="0" dirty="0">
                <a:solidFill>
                  <a:srgbClr val="FF0000"/>
                </a:solidFill>
              </a:rPr>
              <a:t>因果稳定系统</a:t>
            </a:r>
            <a:r>
              <a:rPr lang="zh-CN" altLang="en-US" sz="2800" b="0" dirty="0"/>
              <a:t>的</a:t>
            </a:r>
            <a:r>
              <a:rPr lang="en-US" altLang="zh-CN" sz="2800" b="0" i="1" dirty="0"/>
              <a:t>H</a:t>
            </a:r>
            <a:r>
              <a:rPr lang="en-US" altLang="zh-CN" sz="2800" b="0" dirty="0"/>
              <a:t>(</a:t>
            </a:r>
            <a:r>
              <a:rPr lang="en-US" altLang="zh-CN" sz="2800" b="0" i="1" dirty="0"/>
              <a:t>s</a:t>
            </a:r>
            <a:r>
              <a:rPr lang="en-US" altLang="zh-CN" sz="2800" b="0" dirty="0"/>
              <a:t>)</a:t>
            </a:r>
            <a:r>
              <a:rPr lang="zh-CN" altLang="en-US" sz="2800" b="0" dirty="0"/>
              <a:t>收敛域为</a:t>
            </a:r>
            <a:r>
              <a:rPr lang="zh-CN" altLang="en-US" sz="2800" b="0" dirty="0">
                <a:solidFill>
                  <a:srgbClr val="FF0000"/>
                </a:solidFill>
              </a:rPr>
              <a:t>包括</a:t>
            </a:r>
            <a:r>
              <a:rPr lang="en-US" altLang="zh-CN" sz="2800" b="0" dirty="0">
                <a:solidFill>
                  <a:srgbClr val="FF0000"/>
                </a:solidFill>
              </a:rPr>
              <a:t>j</a:t>
            </a:r>
            <a:r>
              <a:rPr lang="el-GR" altLang="zh-CN" sz="2800" b="0" i="1" dirty="0">
                <a:solidFill>
                  <a:srgbClr val="FF0000"/>
                </a:solidFill>
              </a:rPr>
              <a:t>ω</a:t>
            </a:r>
            <a:r>
              <a:rPr lang="zh-CN" altLang="en-US" sz="2800" b="0" dirty="0">
                <a:solidFill>
                  <a:srgbClr val="FF0000"/>
                </a:solidFill>
              </a:rPr>
              <a:t>轴的</a:t>
            </a:r>
            <a:r>
              <a:rPr lang="en-US" altLang="zh-CN" sz="2800" b="0" i="1" dirty="0">
                <a:solidFill>
                  <a:srgbClr val="FF0000"/>
                </a:solidFill>
              </a:rPr>
              <a:t>s</a:t>
            </a:r>
            <a:r>
              <a:rPr lang="zh-CN" altLang="en-US" sz="2800" b="0" dirty="0">
                <a:solidFill>
                  <a:srgbClr val="FF0000"/>
                </a:solidFill>
              </a:rPr>
              <a:t>右半平面</a:t>
            </a:r>
            <a:r>
              <a:rPr lang="zh-CN" altLang="en-US" sz="2800" b="0" dirty="0"/>
              <a:t>。</a:t>
            </a:r>
          </a:p>
        </p:txBody>
      </p:sp>
      <p:sp>
        <p:nvSpPr>
          <p:cNvPr id="4" name="灯片编号占位符 3">
            <a:extLst>
              <a:ext uri="{FF2B5EF4-FFF2-40B4-BE49-F238E27FC236}">
                <a16:creationId xmlns:a16="http://schemas.microsoft.com/office/drawing/2014/main" id="{56A1A2C8-A95B-4FC6-BEFA-DA2AE3D0152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8D890E4F-4DE1-4BD0-A189-690958B658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52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2530" name="Object 2">
            <a:extLst>
              <a:ext uri="{FF2B5EF4-FFF2-40B4-BE49-F238E27FC236}">
                <a16:creationId xmlns:a16="http://schemas.microsoft.com/office/drawing/2014/main" id="{5CEFBA13-19A3-4CBF-AF3C-962EE8227F25}"/>
              </a:ext>
            </a:extLst>
          </p:cNvPr>
          <p:cNvGraphicFramePr>
            <a:graphicFrameLocks noChangeAspect="1"/>
          </p:cNvGraphicFramePr>
          <p:nvPr>
            <p:extLst>
              <p:ext uri="{D42A27DB-BD31-4B8C-83A1-F6EECF244321}">
                <p14:modId xmlns:p14="http://schemas.microsoft.com/office/powerpoint/2010/main" val="2050721935"/>
              </p:ext>
            </p:extLst>
          </p:nvPr>
        </p:nvGraphicFramePr>
        <p:xfrm>
          <a:off x="2857500" y="2452688"/>
          <a:ext cx="1458913" cy="547687"/>
        </p:xfrm>
        <a:graphic>
          <a:graphicData uri="http://schemas.openxmlformats.org/presentationml/2006/ole">
            <mc:AlternateContent xmlns:mc="http://schemas.openxmlformats.org/markup-compatibility/2006">
              <mc:Choice xmlns:v="urn:schemas-microsoft-com:vml" Requires="v">
                <p:oleObj spid="_x0000_s58386" name="Equation" r:id="rId3" imgW="609480" imgH="228600" progId="Equation.DSMT4">
                  <p:embed/>
                </p:oleObj>
              </mc:Choice>
              <mc:Fallback>
                <p:oleObj name="Equation" r:id="rId3" imgW="609480" imgH="228600" progId="Equation.DSMT4">
                  <p:embed/>
                  <p:pic>
                    <p:nvPicPr>
                      <p:cNvPr id="22530" name="Object 2">
                        <a:extLst>
                          <a:ext uri="{FF2B5EF4-FFF2-40B4-BE49-F238E27FC236}">
                            <a16:creationId xmlns:a16="http://schemas.microsoft.com/office/drawing/2014/main" id="{5CEFBA13-19A3-4CBF-AF3C-962EE8227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2452688"/>
                        <a:ext cx="1458913"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3">
            <a:extLst>
              <a:ext uri="{FF2B5EF4-FFF2-40B4-BE49-F238E27FC236}">
                <a16:creationId xmlns:a16="http://schemas.microsoft.com/office/drawing/2014/main" id="{82C1B1FD-7B12-4513-B4C8-93BE6E9D9497}"/>
              </a:ext>
            </a:extLst>
          </p:cNvPr>
          <p:cNvGraphicFramePr>
            <a:graphicFrameLocks noChangeAspect="1"/>
          </p:cNvGraphicFramePr>
          <p:nvPr>
            <p:extLst>
              <p:ext uri="{D42A27DB-BD31-4B8C-83A1-F6EECF244321}">
                <p14:modId xmlns:p14="http://schemas.microsoft.com/office/powerpoint/2010/main" val="880479188"/>
              </p:ext>
            </p:extLst>
          </p:nvPr>
        </p:nvGraphicFramePr>
        <p:xfrm>
          <a:off x="4391025" y="2559050"/>
          <a:ext cx="485775" cy="334963"/>
        </p:xfrm>
        <a:graphic>
          <a:graphicData uri="http://schemas.openxmlformats.org/presentationml/2006/ole">
            <mc:AlternateContent xmlns:mc="http://schemas.openxmlformats.org/markup-compatibility/2006">
              <mc:Choice xmlns:v="urn:schemas-microsoft-com:vml" Requires="v">
                <p:oleObj spid="_x0000_s58387" name="Equation" r:id="rId5" imgW="203040" imgH="139680" progId="Equation.DSMT4">
                  <p:embed/>
                </p:oleObj>
              </mc:Choice>
              <mc:Fallback>
                <p:oleObj name="Equation" r:id="rId5" imgW="203040" imgH="139680" progId="Equation.DSMT4">
                  <p:embed/>
                  <p:pic>
                    <p:nvPicPr>
                      <p:cNvPr id="6" name="Object 3">
                        <a:extLst>
                          <a:ext uri="{FF2B5EF4-FFF2-40B4-BE49-F238E27FC236}">
                            <a16:creationId xmlns:a16="http://schemas.microsoft.com/office/drawing/2014/main" id="{82C1B1FD-7B12-4513-B4C8-93BE6E9D94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1025" y="2559050"/>
                        <a:ext cx="485775"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4">
            <a:extLst>
              <a:ext uri="{FF2B5EF4-FFF2-40B4-BE49-F238E27FC236}">
                <a16:creationId xmlns:a16="http://schemas.microsoft.com/office/drawing/2014/main" id="{D009C23A-1603-4F28-A4E7-DA0A75B0C237}"/>
              </a:ext>
            </a:extLst>
          </p:cNvPr>
          <p:cNvGraphicFramePr>
            <a:graphicFrameLocks noChangeAspect="1"/>
          </p:cNvGraphicFramePr>
          <p:nvPr>
            <p:extLst>
              <p:ext uri="{D42A27DB-BD31-4B8C-83A1-F6EECF244321}">
                <p14:modId xmlns:p14="http://schemas.microsoft.com/office/powerpoint/2010/main" val="515404407"/>
              </p:ext>
            </p:extLst>
          </p:nvPr>
        </p:nvGraphicFramePr>
        <p:xfrm>
          <a:off x="4970463" y="2254250"/>
          <a:ext cx="1030287" cy="944563"/>
        </p:xfrm>
        <a:graphic>
          <a:graphicData uri="http://schemas.openxmlformats.org/presentationml/2006/ole">
            <mc:AlternateContent xmlns:mc="http://schemas.openxmlformats.org/markup-compatibility/2006">
              <mc:Choice xmlns:v="urn:schemas-microsoft-com:vml" Requires="v">
                <p:oleObj spid="_x0000_s58388" name="Equation" r:id="rId7" imgW="431640" imgH="393480" progId="Equation.DSMT4">
                  <p:embed/>
                </p:oleObj>
              </mc:Choice>
              <mc:Fallback>
                <p:oleObj name="Equation" r:id="rId7" imgW="431640" imgH="393480" progId="Equation.DSMT4">
                  <p:embed/>
                  <p:pic>
                    <p:nvPicPr>
                      <p:cNvPr id="7" name="Object 4">
                        <a:extLst>
                          <a:ext uri="{FF2B5EF4-FFF2-40B4-BE49-F238E27FC236}">
                            <a16:creationId xmlns:a16="http://schemas.microsoft.com/office/drawing/2014/main" id="{D009C23A-1603-4F28-A4E7-DA0A75B0C2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70463" y="2254250"/>
                        <a:ext cx="1030287"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A1A41DB-8780-4C34-BBD4-8851B2623B46}"/>
                  </a:ext>
                </a:extLst>
              </p:cNvPr>
              <p:cNvSpPr txBox="1">
                <a:spLocks noChangeArrowheads="1"/>
              </p:cNvSpPr>
              <p:nvPr/>
            </p:nvSpPr>
            <p:spPr bwMode="auto">
              <a:xfrm>
                <a:off x="6207125" y="2495550"/>
                <a:ext cx="2058577"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Times New Roman" panose="02020603050405020304" pitchFamily="18" charset="0"/>
                      </a:rPr>
                      <m:t>−1</m:t>
                    </m:r>
                  </m:oMath>
                </a14:m>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&lt; Re[s] &lt; </a:t>
                </a: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Times New Roman" panose="02020603050405020304" pitchFamily="18" charset="0"/>
                      </a:rPr>
                      <m:t>1</m:t>
                    </m:r>
                  </m:oMath>
                </a14:m>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3A1A41DB-8780-4C34-BBD4-8851B2623B46}"/>
                  </a:ext>
                </a:extLst>
              </p:cNvPr>
              <p:cNvSpPr txBox="1">
                <a:spLocks noRot="1" noChangeAspect="1" noMove="1" noResize="1" noEditPoints="1" noAdjustHandles="1" noChangeArrowheads="1" noChangeShapeType="1" noTextEdit="1"/>
              </p:cNvSpPr>
              <p:nvPr/>
            </p:nvSpPr>
            <p:spPr bwMode="auto">
              <a:xfrm>
                <a:off x="6207125" y="2495550"/>
                <a:ext cx="2058577" cy="461665"/>
              </a:xfrm>
              <a:prstGeom prst="rect">
                <a:avLst/>
              </a:prstGeom>
              <a:blipFill>
                <a:blip r:embed="rId9"/>
                <a:stretch>
                  <a:fillRect t="-10526" r="-888"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2533" name="Object 5">
            <a:extLst>
              <a:ext uri="{FF2B5EF4-FFF2-40B4-BE49-F238E27FC236}">
                <a16:creationId xmlns:a16="http://schemas.microsoft.com/office/drawing/2014/main" id="{A7B62114-E0CD-4EF3-A62B-8B5B5C8ACD77}"/>
              </a:ext>
            </a:extLst>
          </p:cNvPr>
          <p:cNvGraphicFramePr>
            <a:graphicFrameLocks noChangeAspect="1"/>
          </p:cNvGraphicFramePr>
          <p:nvPr>
            <p:extLst>
              <p:ext uri="{D42A27DB-BD31-4B8C-83A1-F6EECF244321}">
                <p14:modId xmlns:p14="http://schemas.microsoft.com/office/powerpoint/2010/main" val="820904600"/>
              </p:ext>
            </p:extLst>
          </p:nvPr>
        </p:nvGraphicFramePr>
        <p:xfrm>
          <a:off x="2286000" y="3524250"/>
          <a:ext cx="2066925" cy="547688"/>
        </p:xfrm>
        <a:graphic>
          <a:graphicData uri="http://schemas.openxmlformats.org/presentationml/2006/ole">
            <mc:AlternateContent xmlns:mc="http://schemas.openxmlformats.org/markup-compatibility/2006">
              <mc:Choice xmlns:v="urn:schemas-microsoft-com:vml" Requires="v">
                <p:oleObj spid="_x0000_s58389" name="Equation" r:id="rId10" imgW="863280" imgH="228600" progId="Equation.DSMT4">
                  <p:embed/>
                </p:oleObj>
              </mc:Choice>
              <mc:Fallback>
                <p:oleObj name="Equation" r:id="rId10" imgW="863280" imgH="228600" progId="Equation.DSMT4">
                  <p:embed/>
                  <p:pic>
                    <p:nvPicPr>
                      <p:cNvPr id="22533" name="Object 5">
                        <a:extLst>
                          <a:ext uri="{FF2B5EF4-FFF2-40B4-BE49-F238E27FC236}">
                            <a16:creationId xmlns:a16="http://schemas.microsoft.com/office/drawing/2014/main" id="{A7B62114-E0CD-4EF3-A62B-8B5B5C8ACD7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0" y="3524250"/>
                        <a:ext cx="2066925"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6">
            <a:extLst>
              <a:ext uri="{FF2B5EF4-FFF2-40B4-BE49-F238E27FC236}">
                <a16:creationId xmlns:a16="http://schemas.microsoft.com/office/drawing/2014/main" id="{4FFA5A7F-7828-4EF1-9F08-95995EE611BB}"/>
              </a:ext>
            </a:extLst>
          </p:cNvPr>
          <p:cNvGraphicFramePr>
            <a:graphicFrameLocks noChangeAspect="1"/>
          </p:cNvGraphicFramePr>
          <p:nvPr>
            <p:extLst>
              <p:ext uri="{D42A27DB-BD31-4B8C-83A1-F6EECF244321}">
                <p14:modId xmlns:p14="http://schemas.microsoft.com/office/powerpoint/2010/main" val="93927374"/>
              </p:ext>
            </p:extLst>
          </p:nvPr>
        </p:nvGraphicFramePr>
        <p:xfrm>
          <a:off x="4391025" y="3662363"/>
          <a:ext cx="485775" cy="334962"/>
        </p:xfrm>
        <a:graphic>
          <a:graphicData uri="http://schemas.openxmlformats.org/presentationml/2006/ole">
            <mc:AlternateContent xmlns:mc="http://schemas.openxmlformats.org/markup-compatibility/2006">
              <mc:Choice xmlns:v="urn:schemas-microsoft-com:vml" Requires="v">
                <p:oleObj spid="_x0000_s58390" name="Equation" r:id="rId12" imgW="203040" imgH="139680" progId="Equation.DSMT4">
                  <p:embed/>
                </p:oleObj>
              </mc:Choice>
              <mc:Fallback>
                <p:oleObj name="Equation" r:id="rId12" imgW="203040" imgH="139680" progId="Equation.DSMT4">
                  <p:embed/>
                  <p:pic>
                    <p:nvPicPr>
                      <p:cNvPr id="10" name="Object 6">
                        <a:extLst>
                          <a:ext uri="{FF2B5EF4-FFF2-40B4-BE49-F238E27FC236}">
                            <a16:creationId xmlns:a16="http://schemas.microsoft.com/office/drawing/2014/main" id="{4FFA5A7F-7828-4EF1-9F08-95995EE611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1025" y="3662363"/>
                        <a:ext cx="485775"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7">
            <a:extLst>
              <a:ext uri="{FF2B5EF4-FFF2-40B4-BE49-F238E27FC236}">
                <a16:creationId xmlns:a16="http://schemas.microsoft.com/office/drawing/2014/main" id="{60BB0EF0-3322-4CF8-9162-FF9F16C9447B}"/>
              </a:ext>
            </a:extLst>
          </p:cNvPr>
          <p:cNvGraphicFramePr>
            <a:graphicFrameLocks noChangeAspect="1"/>
          </p:cNvGraphicFramePr>
          <p:nvPr>
            <p:extLst>
              <p:ext uri="{D42A27DB-BD31-4B8C-83A1-F6EECF244321}">
                <p14:modId xmlns:p14="http://schemas.microsoft.com/office/powerpoint/2010/main" val="2285215406"/>
              </p:ext>
            </p:extLst>
          </p:nvPr>
        </p:nvGraphicFramePr>
        <p:xfrm>
          <a:off x="5045075" y="3341688"/>
          <a:ext cx="879475" cy="944562"/>
        </p:xfrm>
        <a:graphic>
          <a:graphicData uri="http://schemas.openxmlformats.org/presentationml/2006/ole">
            <mc:AlternateContent xmlns:mc="http://schemas.openxmlformats.org/markup-compatibility/2006">
              <mc:Choice xmlns:v="urn:schemas-microsoft-com:vml" Requires="v">
                <p:oleObj spid="_x0000_s58391" name="Equation" r:id="rId13" imgW="368280" imgH="393480" progId="Equation.DSMT4">
                  <p:embed/>
                </p:oleObj>
              </mc:Choice>
              <mc:Fallback>
                <p:oleObj name="Equation" r:id="rId13" imgW="368280" imgH="393480" progId="Equation.DSMT4">
                  <p:embed/>
                  <p:pic>
                    <p:nvPicPr>
                      <p:cNvPr id="11" name="Object 7">
                        <a:extLst>
                          <a:ext uri="{FF2B5EF4-FFF2-40B4-BE49-F238E27FC236}">
                            <a16:creationId xmlns:a16="http://schemas.microsoft.com/office/drawing/2014/main" id="{60BB0EF0-3322-4CF8-9162-FF9F16C9447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45075" y="3341688"/>
                        <a:ext cx="879475" cy="944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DEF679-7E03-4376-B196-30A831471C70}"/>
                  </a:ext>
                </a:extLst>
              </p:cNvPr>
              <p:cNvSpPr txBox="1">
                <a:spLocks noChangeArrowheads="1"/>
              </p:cNvSpPr>
              <p:nvPr/>
            </p:nvSpPr>
            <p:spPr bwMode="auto">
              <a:xfrm>
                <a:off x="6858000" y="3598863"/>
                <a:ext cx="1350963" cy="461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Re[s] &lt; </a:t>
                </a: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1</m:t>
                    </m:r>
                  </m:oMath>
                </a14:m>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12" name="TextBox 11">
                <a:extLst>
                  <a:ext uri="{FF2B5EF4-FFF2-40B4-BE49-F238E27FC236}">
                    <a16:creationId xmlns:a16="http://schemas.microsoft.com/office/drawing/2014/main" id="{E2DEF679-7E03-4376-B196-30A831471C70}"/>
                  </a:ext>
                </a:extLst>
              </p:cNvPr>
              <p:cNvSpPr txBox="1">
                <a:spLocks noRot="1" noChangeAspect="1" noMove="1" noResize="1" noEditPoints="1" noAdjustHandles="1" noChangeArrowheads="1" noChangeShapeType="1" noTextEdit="1"/>
              </p:cNvSpPr>
              <p:nvPr/>
            </p:nvSpPr>
            <p:spPr bwMode="auto">
              <a:xfrm>
                <a:off x="6858000" y="3598863"/>
                <a:ext cx="1350963" cy="461962"/>
              </a:xfrm>
              <a:prstGeom prst="rect">
                <a:avLst/>
              </a:prstGeom>
              <a:blipFill>
                <a:blip r:embed="rId15"/>
                <a:stretch>
                  <a:fillRect l="-6757" t="-10526"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2536" name="Object 8">
            <a:extLst>
              <a:ext uri="{FF2B5EF4-FFF2-40B4-BE49-F238E27FC236}">
                <a16:creationId xmlns:a16="http://schemas.microsoft.com/office/drawing/2014/main" id="{6654533D-5EC2-4264-B2FD-0496A6391B79}"/>
              </a:ext>
            </a:extLst>
          </p:cNvPr>
          <p:cNvGraphicFramePr>
            <a:graphicFrameLocks noChangeAspect="1"/>
          </p:cNvGraphicFramePr>
          <p:nvPr>
            <p:extLst>
              <p:ext uri="{D42A27DB-BD31-4B8C-83A1-F6EECF244321}">
                <p14:modId xmlns:p14="http://schemas.microsoft.com/office/powerpoint/2010/main" val="3600998166"/>
              </p:ext>
            </p:extLst>
          </p:nvPr>
        </p:nvGraphicFramePr>
        <p:xfrm>
          <a:off x="1574800" y="1371600"/>
          <a:ext cx="2797175" cy="547688"/>
        </p:xfrm>
        <a:graphic>
          <a:graphicData uri="http://schemas.openxmlformats.org/presentationml/2006/ole">
            <mc:AlternateContent xmlns:mc="http://schemas.openxmlformats.org/markup-compatibility/2006">
              <mc:Choice xmlns:v="urn:schemas-microsoft-com:vml" Requires="v">
                <p:oleObj spid="_x0000_s58392" name="Equation" r:id="rId16" imgW="1168200" imgH="228600" progId="Equation.DSMT4">
                  <p:embed/>
                </p:oleObj>
              </mc:Choice>
              <mc:Fallback>
                <p:oleObj name="Equation" r:id="rId16" imgW="1168200" imgH="228600" progId="Equation.DSMT4">
                  <p:embed/>
                  <p:pic>
                    <p:nvPicPr>
                      <p:cNvPr id="22536" name="Object 8">
                        <a:extLst>
                          <a:ext uri="{FF2B5EF4-FFF2-40B4-BE49-F238E27FC236}">
                            <a16:creationId xmlns:a16="http://schemas.microsoft.com/office/drawing/2014/main" id="{6654533D-5EC2-4264-B2FD-0496A6391B7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74800" y="1371600"/>
                        <a:ext cx="2797175"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9">
            <a:extLst>
              <a:ext uri="{FF2B5EF4-FFF2-40B4-BE49-F238E27FC236}">
                <a16:creationId xmlns:a16="http://schemas.microsoft.com/office/drawing/2014/main" id="{A56798D1-7C4E-4815-94D3-67F1343FEEF4}"/>
              </a:ext>
            </a:extLst>
          </p:cNvPr>
          <p:cNvGraphicFramePr>
            <a:graphicFrameLocks noChangeAspect="1"/>
          </p:cNvGraphicFramePr>
          <p:nvPr>
            <p:extLst>
              <p:ext uri="{D42A27DB-BD31-4B8C-83A1-F6EECF244321}">
                <p14:modId xmlns:p14="http://schemas.microsoft.com/office/powerpoint/2010/main" val="1777631527"/>
              </p:ext>
            </p:extLst>
          </p:nvPr>
        </p:nvGraphicFramePr>
        <p:xfrm>
          <a:off x="4371975" y="1477963"/>
          <a:ext cx="485775" cy="334962"/>
        </p:xfrm>
        <a:graphic>
          <a:graphicData uri="http://schemas.openxmlformats.org/presentationml/2006/ole">
            <mc:AlternateContent xmlns:mc="http://schemas.openxmlformats.org/markup-compatibility/2006">
              <mc:Choice xmlns:v="urn:schemas-microsoft-com:vml" Requires="v">
                <p:oleObj spid="_x0000_s58393" name="Equation" r:id="rId18" imgW="203040" imgH="139680" progId="Equation.DSMT4">
                  <p:embed/>
                </p:oleObj>
              </mc:Choice>
              <mc:Fallback>
                <p:oleObj name="Equation" r:id="rId18" imgW="203040" imgH="139680" progId="Equation.DSMT4">
                  <p:embed/>
                  <p:pic>
                    <p:nvPicPr>
                      <p:cNvPr id="14" name="Object 9">
                        <a:extLst>
                          <a:ext uri="{FF2B5EF4-FFF2-40B4-BE49-F238E27FC236}">
                            <a16:creationId xmlns:a16="http://schemas.microsoft.com/office/drawing/2014/main" id="{A56798D1-7C4E-4815-94D3-67F1343FEE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1975" y="1477963"/>
                        <a:ext cx="485775" cy="334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a:extLst>
              <a:ext uri="{FF2B5EF4-FFF2-40B4-BE49-F238E27FC236}">
                <a16:creationId xmlns:a16="http://schemas.microsoft.com/office/drawing/2014/main" id="{1FEBB70F-80CD-42B4-8F11-3FAC454FF85D}"/>
              </a:ext>
            </a:extLst>
          </p:cNvPr>
          <p:cNvGraphicFramePr>
            <a:graphicFrameLocks noChangeAspect="1"/>
          </p:cNvGraphicFramePr>
          <p:nvPr>
            <p:extLst>
              <p:ext uri="{D42A27DB-BD31-4B8C-83A1-F6EECF244321}">
                <p14:modId xmlns:p14="http://schemas.microsoft.com/office/powerpoint/2010/main" val="3191831241"/>
              </p:ext>
            </p:extLst>
          </p:nvPr>
        </p:nvGraphicFramePr>
        <p:xfrm>
          <a:off x="4883150" y="1143000"/>
          <a:ext cx="879475" cy="1004888"/>
        </p:xfrm>
        <a:graphic>
          <a:graphicData uri="http://schemas.openxmlformats.org/presentationml/2006/ole">
            <mc:AlternateContent xmlns:mc="http://schemas.openxmlformats.org/markup-compatibility/2006">
              <mc:Choice xmlns:v="urn:schemas-microsoft-com:vml" Requires="v">
                <p:oleObj spid="_x0000_s58394" name="Equation" r:id="rId19" imgW="368280" imgH="419040" progId="Equation.DSMT4">
                  <p:embed/>
                </p:oleObj>
              </mc:Choice>
              <mc:Fallback>
                <p:oleObj name="Equation" r:id="rId19" imgW="368280" imgH="419040" progId="Equation.DSMT4">
                  <p:embed/>
                  <p:pic>
                    <p:nvPicPr>
                      <p:cNvPr id="15" name="Object 10">
                        <a:extLst>
                          <a:ext uri="{FF2B5EF4-FFF2-40B4-BE49-F238E27FC236}">
                            <a16:creationId xmlns:a16="http://schemas.microsoft.com/office/drawing/2014/main" id="{1FEBB70F-80CD-42B4-8F11-3FAC454FF85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83150" y="1143000"/>
                        <a:ext cx="879475"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D2B87BA-3B84-4860-A43A-56A060BFA4B5}"/>
                  </a:ext>
                </a:extLst>
              </p:cNvPr>
              <p:cNvSpPr txBox="1">
                <a:spLocks noChangeArrowheads="1"/>
              </p:cNvSpPr>
              <p:nvPr/>
            </p:nvSpPr>
            <p:spPr bwMode="auto">
              <a:xfrm>
                <a:off x="6832600" y="1414463"/>
                <a:ext cx="157767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Re[s] &gt; </a:t>
                </a:r>
                <a14:m>
                  <m:oMath xmlns:m="http://schemas.openxmlformats.org/officeDocument/2006/math">
                    <m:r>
                      <a:rPr kumimoji="0" lang="en-US" altLang="zh-CN" sz="2400" i="1" u="none" strike="noStrike" kern="1200" cap="none" spc="0" normalizeH="0" baseline="0" noProof="0" dirty="0" smtClean="0">
                        <a:ln>
                          <a:noFill/>
                        </a:ln>
                        <a:solidFill>
                          <a:prstClr val="black"/>
                        </a:solidFill>
                        <a:effectLst/>
                        <a:uLnTx/>
                        <a:uFillTx/>
                        <a:latin typeface="Cambria Math" panose="02040503050406030204" pitchFamily="18" charset="0"/>
                        <a:ea typeface="华文楷体" panose="02010600040101010101" pitchFamily="2" charset="-122"/>
                        <a:cs typeface="+mn-cs"/>
                      </a:rPr>
                      <m:t>−1</m:t>
                    </m:r>
                  </m:oMath>
                </a14:m>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16" name="TextBox 15">
                <a:extLst>
                  <a:ext uri="{FF2B5EF4-FFF2-40B4-BE49-F238E27FC236}">
                    <a16:creationId xmlns:a16="http://schemas.microsoft.com/office/drawing/2014/main" id="{0D2B87BA-3B84-4860-A43A-56A060BFA4B5}"/>
                  </a:ext>
                </a:extLst>
              </p:cNvPr>
              <p:cNvSpPr txBox="1">
                <a:spLocks noRot="1" noChangeAspect="1" noMove="1" noResize="1" noEditPoints="1" noAdjustHandles="1" noChangeArrowheads="1" noChangeShapeType="1" noTextEdit="1"/>
              </p:cNvSpPr>
              <p:nvPr/>
            </p:nvSpPr>
            <p:spPr bwMode="auto">
              <a:xfrm>
                <a:off x="6832600" y="1414463"/>
                <a:ext cx="1577676" cy="461665"/>
              </a:xfrm>
              <a:prstGeom prst="rect">
                <a:avLst/>
              </a:prstGeom>
              <a:blipFill>
                <a:blip r:embed="rId21"/>
                <a:stretch>
                  <a:fillRect l="-6178" t="-10526"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17" name="Object 11">
            <a:extLst>
              <a:ext uri="{FF2B5EF4-FFF2-40B4-BE49-F238E27FC236}">
                <a16:creationId xmlns:a16="http://schemas.microsoft.com/office/drawing/2014/main" id="{79FDB2F3-3962-45F4-A742-7235BC0717E7}"/>
              </a:ext>
            </a:extLst>
          </p:cNvPr>
          <p:cNvGraphicFramePr>
            <a:graphicFrameLocks noChangeAspect="1"/>
          </p:cNvGraphicFramePr>
          <p:nvPr>
            <p:extLst>
              <p:ext uri="{D42A27DB-BD31-4B8C-83A1-F6EECF244321}">
                <p14:modId xmlns:p14="http://schemas.microsoft.com/office/powerpoint/2010/main" val="2085881527"/>
              </p:ext>
            </p:extLst>
          </p:nvPr>
        </p:nvGraphicFramePr>
        <p:xfrm>
          <a:off x="3429000" y="4532313"/>
          <a:ext cx="2649538" cy="792162"/>
        </p:xfrm>
        <a:graphic>
          <a:graphicData uri="http://schemas.openxmlformats.org/presentationml/2006/ole">
            <mc:AlternateContent xmlns:mc="http://schemas.openxmlformats.org/markup-compatibility/2006">
              <mc:Choice xmlns:v="urn:schemas-microsoft-com:vml" Requires="v">
                <p:oleObj spid="_x0000_s58395" name="Equation" r:id="rId22" imgW="927000" imgH="330120" progId="Equation.DSMT4">
                  <p:embed/>
                </p:oleObj>
              </mc:Choice>
              <mc:Fallback>
                <p:oleObj name="Equation" r:id="rId22" imgW="927000" imgH="330120" progId="Equation.DSMT4">
                  <p:embed/>
                  <p:pic>
                    <p:nvPicPr>
                      <p:cNvPr id="17" name="Object 11">
                        <a:extLst>
                          <a:ext uri="{FF2B5EF4-FFF2-40B4-BE49-F238E27FC236}">
                            <a16:creationId xmlns:a16="http://schemas.microsoft.com/office/drawing/2014/main" id="{79FDB2F3-3962-45F4-A742-7235BC0717E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29000" y="4532313"/>
                        <a:ext cx="2649538"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cTn>
                              </p:par>
                              <p:par>
                                <p:cTn id="30" presetID="3" presetClass="entr" presetSubtype="1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0" end="0"/>
                                            </p:txEl>
                                          </p:spTgt>
                                        </p:tgtEl>
                                        <p:attrNameLst>
                                          <p:attrName>style.visibility</p:attrName>
                                        </p:attrNameLst>
                                      </p:cBhvr>
                                      <p:to>
                                        <p:strVal val="visible"/>
                                      </p:to>
                                    </p:set>
                                    <p:animEffect transition="in" filter="blinds(horizontal)">
                                      <p:cBhvr>
                                        <p:cTn id="40" dur="500"/>
                                        <p:tgtEl>
                                          <p:spTgt spid="3">
                                            <p:txEl>
                                              <p:pRg st="0" end="0"/>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linds(horizontal)">
                                      <p:cBhvr>
                                        <p:cTn id="43" dur="500"/>
                                        <p:tgtEl>
                                          <p:spTgt spid="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blinds(horizontal)">
                                      <p:cBhvr>
                                        <p:cTn id="48" dur="500"/>
                                        <p:tgtEl>
                                          <p:spTgt spid="3">
                                            <p:txEl>
                                              <p:pRg st="1" end="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animEffect transition="in" filter="blinds(horizontal)">
                                      <p:cBhvr>
                                        <p:cTn id="5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标题 1">
            <a:extLst>
              <a:ext uri="{FF2B5EF4-FFF2-40B4-BE49-F238E27FC236}">
                <a16:creationId xmlns:a16="http://schemas.microsoft.com/office/drawing/2014/main" id="{0E00AFC7-E60B-41B8-B0F0-293A0435FAC8}"/>
              </a:ext>
            </a:extLst>
          </p:cNvPr>
          <p:cNvSpPr>
            <a:spLocks noGrp="1"/>
          </p:cNvSpPr>
          <p:nvPr>
            <p:ph type="title"/>
          </p:nvPr>
        </p:nvSpPr>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p:sp>
        <p:nvSpPr>
          <p:cNvPr id="4" name="灯片编号占位符 3">
            <a:extLst>
              <a:ext uri="{FF2B5EF4-FFF2-40B4-BE49-F238E27FC236}">
                <a16:creationId xmlns:a16="http://schemas.microsoft.com/office/drawing/2014/main" id="{55B54DE0-35A0-4E4F-B7CE-9AFD65EF619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9B9B4FD9-FA33-44D4-BF3A-87FCB81055A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53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3563" name="Group 2">
            <a:extLst>
              <a:ext uri="{FF2B5EF4-FFF2-40B4-BE49-F238E27FC236}">
                <a16:creationId xmlns:a16="http://schemas.microsoft.com/office/drawing/2014/main" id="{9D863C13-3E40-417C-9BB3-105481A936DD}"/>
              </a:ext>
            </a:extLst>
          </p:cNvPr>
          <p:cNvGrpSpPr>
            <a:grpSpLocks/>
          </p:cNvGrpSpPr>
          <p:nvPr/>
        </p:nvGrpSpPr>
        <p:grpSpPr bwMode="auto">
          <a:xfrm>
            <a:off x="500063" y="1255092"/>
            <a:ext cx="8001000" cy="1093788"/>
            <a:chOff x="576" y="528"/>
            <a:chExt cx="5040" cy="689"/>
          </a:xfrm>
        </p:grpSpPr>
        <p:sp>
          <p:nvSpPr>
            <p:cNvPr id="23570" name="Text Box 3">
              <a:extLst>
                <a:ext uri="{FF2B5EF4-FFF2-40B4-BE49-F238E27FC236}">
                  <a16:creationId xmlns:a16="http://schemas.microsoft.com/office/drawing/2014/main" id="{8CE78C92-F154-4A2A-83D3-7296AD01E033}"/>
                </a:ext>
              </a:extLst>
            </p:cNvPr>
            <p:cNvSpPr txBox="1">
              <a:spLocks noChangeArrowheads="1"/>
            </p:cNvSpPr>
            <p:nvPr/>
          </p:nvSpPr>
          <p:spPr bwMode="auto">
            <a:xfrm>
              <a:off x="576" y="529"/>
              <a:ext cx="59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p>
          </p:txBody>
        </p:sp>
        <p:sp>
          <p:nvSpPr>
            <p:cNvPr id="23571" name="Text Box 4">
              <a:extLst>
                <a:ext uri="{FF2B5EF4-FFF2-40B4-BE49-F238E27FC236}">
                  <a16:creationId xmlns:a16="http://schemas.microsoft.com/office/drawing/2014/main" id="{9A1B7C1B-2847-4A79-860A-930F8BD263D6}"/>
                </a:ext>
              </a:extLst>
            </p:cNvPr>
            <p:cNvSpPr txBox="1">
              <a:spLocks noChangeArrowheads="1"/>
            </p:cNvSpPr>
            <p:nvPr/>
          </p:nvSpPr>
          <p:spPr bwMode="auto">
            <a:xfrm>
              <a:off x="1214" y="528"/>
              <a:ext cx="4402"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某系统的                               </a:t>
              </a:r>
            </a:p>
            <a:p>
              <a:pPr marL="0" marR="0" lvl="0" indent="0" algn="l" defTabSz="914400" rtl="0" eaLnBrk="1" fontAlgn="base" latinLnBrk="0" hangingPunct="1">
                <a:lnSpc>
                  <a:spcPct val="120000"/>
                </a:lnSpc>
                <a:spcAft>
                  <a:spcPct val="0"/>
                </a:spcAft>
                <a:buClrTx/>
                <a:buSzTx/>
                <a:buFontTx/>
                <a:buNone/>
                <a:tabLst/>
                <a:defRP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由</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确定其稳定性。</a:t>
              </a:r>
            </a:p>
          </p:txBody>
        </p:sp>
        <p:graphicFrame>
          <p:nvGraphicFramePr>
            <p:cNvPr id="23560" name="Object 2">
              <a:extLst>
                <a:ext uri="{FF2B5EF4-FFF2-40B4-BE49-F238E27FC236}">
                  <a16:creationId xmlns:a16="http://schemas.microsoft.com/office/drawing/2014/main" id="{36F5FC08-22C5-4E95-B37A-F066D52C24FF}"/>
                </a:ext>
              </a:extLst>
            </p:cNvPr>
            <p:cNvGraphicFramePr>
              <a:graphicFrameLocks noChangeAspect="1"/>
            </p:cNvGraphicFramePr>
            <p:nvPr>
              <p:extLst>
                <p:ext uri="{D42A27DB-BD31-4B8C-83A1-F6EECF244321}">
                  <p14:modId xmlns:p14="http://schemas.microsoft.com/office/powerpoint/2010/main" val="2872163182"/>
                </p:ext>
              </p:extLst>
            </p:nvPr>
          </p:nvGraphicFramePr>
          <p:xfrm>
            <a:off x="2236" y="539"/>
            <a:ext cx="2160" cy="345"/>
          </p:xfrm>
          <a:graphic>
            <a:graphicData uri="http://schemas.openxmlformats.org/presentationml/2006/ole">
              <mc:AlternateContent xmlns:mc="http://schemas.openxmlformats.org/markup-compatibility/2006">
                <mc:Choice xmlns:v="urn:schemas-microsoft-com:vml" Requires="v">
                  <p:oleObj spid="_x0000_s35370" name="Equation" r:id="rId3" imgW="1396800" imgH="228600" progId="Equation.DSMT4">
                    <p:embed/>
                  </p:oleObj>
                </mc:Choice>
                <mc:Fallback>
                  <p:oleObj name="Equation" r:id="rId3" imgW="1396800" imgH="228600" progId="Equation.DSMT4">
                    <p:embed/>
                    <p:pic>
                      <p:nvPicPr>
                        <p:cNvPr id="23560" name="Object 2">
                          <a:extLst>
                            <a:ext uri="{FF2B5EF4-FFF2-40B4-BE49-F238E27FC236}">
                              <a16:creationId xmlns:a16="http://schemas.microsoft.com/office/drawing/2014/main" id="{36F5FC08-22C5-4E95-B37A-F066D52C24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6" y="539"/>
                          <a:ext cx="2160"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 name="Object 3">
            <a:extLst>
              <a:ext uri="{FF2B5EF4-FFF2-40B4-BE49-F238E27FC236}">
                <a16:creationId xmlns:a16="http://schemas.microsoft.com/office/drawing/2014/main" id="{DFC27321-0EE0-4621-B9D1-47F7CC0A643C}"/>
              </a:ext>
            </a:extLst>
          </p:cNvPr>
          <p:cNvGraphicFramePr>
            <a:graphicFrameLocks noChangeAspect="1"/>
          </p:cNvGraphicFramePr>
          <p:nvPr>
            <p:extLst>
              <p:ext uri="{D42A27DB-BD31-4B8C-83A1-F6EECF244321}">
                <p14:modId xmlns:p14="http://schemas.microsoft.com/office/powerpoint/2010/main" val="2355049732"/>
              </p:ext>
            </p:extLst>
          </p:nvPr>
        </p:nvGraphicFramePr>
        <p:xfrm>
          <a:off x="1597124" y="2524717"/>
          <a:ext cx="4991100" cy="946150"/>
        </p:xfrm>
        <a:graphic>
          <a:graphicData uri="http://schemas.openxmlformats.org/presentationml/2006/ole">
            <mc:AlternateContent xmlns:mc="http://schemas.openxmlformats.org/markup-compatibility/2006">
              <mc:Choice xmlns:v="urn:schemas-microsoft-com:vml" Requires="v">
                <p:oleObj spid="_x0000_s35371" name="Equation" r:id="rId5" imgW="2070000" imgH="393480" progId="Equation.DSMT4">
                  <p:embed/>
                </p:oleObj>
              </mc:Choice>
              <mc:Fallback>
                <p:oleObj name="Equation" r:id="rId5" imgW="2070000" imgH="393480" progId="Equation.DSMT4">
                  <p:embed/>
                  <p:pic>
                    <p:nvPicPr>
                      <p:cNvPr id="9" name="Object 3">
                        <a:extLst>
                          <a:ext uri="{FF2B5EF4-FFF2-40B4-BE49-F238E27FC236}">
                            <a16:creationId xmlns:a16="http://schemas.microsoft.com/office/drawing/2014/main" id="{DFC27321-0EE0-4621-B9D1-47F7CC0A64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7124" y="2524717"/>
                        <a:ext cx="4991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4">
            <a:extLst>
              <a:ext uri="{FF2B5EF4-FFF2-40B4-BE49-F238E27FC236}">
                <a16:creationId xmlns:a16="http://schemas.microsoft.com/office/drawing/2014/main" id="{C074DE0B-9864-4B99-91C8-B626F94EE746}"/>
              </a:ext>
            </a:extLst>
          </p:cNvPr>
          <p:cNvGraphicFramePr>
            <a:graphicFrameLocks noChangeAspect="1"/>
          </p:cNvGraphicFramePr>
          <p:nvPr>
            <p:extLst>
              <p:ext uri="{D42A27DB-BD31-4B8C-83A1-F6EECF244321}">
                <p14:modId xmlns:p14="http://schemas.microsoft.com/office/powerpoint/2010/main" val="2723844614"/>
              </p:ext>
            </p:extLst>
          </p:nvPr>
        </p:nvGraphicFramePr>
        <p:xfrm>
          <a:off x="1597124" y="3729534"/>
          <a:ext cx="2584450" cy="485775"/>
        </p:xfrm>
        <a:graphic>
          <a:graphicData uri="http://schemas.openxmlformats.org/presentationml/2006/ole">
            <mc:AlternateContent xmlns:mc="http://schemas.openxmlformats.org/markup-compatibility/2006">
              <mc:Choice xmlns:v="urn:schemas-microsoft-com:vml" Requires="v">
                <p:oleObj spid="_x0000_s35372" name="Equation" r:id="rId7" imgW="1079280" imgH="203040" progId="Equation.DSMT4">
                  <p:embed/>
                </p:oleObj>
              </mc:Choice>
              <mc:Fallback>
                <p:oleObj name="Equation" r:id="rId7" imgW="1079280" imgH="203040" progId="Equation.DSMT4">
                  <p:embed/>
                  <p:pic>
                    <p:nvPicPr>
                      <p:cNvPr id="10" name="Object 4">
                        <a:extLst>
                          <a:ext uri="{FF2B5EF4-FFF2-40B4-BE49-F238E27FC236}">
                            <a16:creationId xmlns:a16="http://schemas.microsoft.com/office/drawing/2014/main" id="{C074DE0B-9864-4B99-91C8-B626F94EE7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7124" y="3729534"/>
                        <a:ext cx="258445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 name="Text Box 8">
                <a:extLst>
                  <a:ext uri="{FF2B5EF4-FFF2-40B4-BE49-F238E27FC236}">
                    <a16:creationId xmlns:a16="http://schemas.microsoft.com/office/drawing/2014/main" id="{0A2C004F-6B0A-4611-8563-A00EC10C9671}"/>
                  </a:ext>
                </a:extLst>
              </p:cNvPr>
              <p:cNvSpPr txBox="1">
                <a:spLocks noChangeArrowheads="1"/>
              </p:cNvSpPr>
              <p:nvPr/>
            </p:nvSpPr>
            <p:spPr bwMode="auto">
              <a:xfrm>
                <a:off x="1597124" y="4365104"/>
                <a:ext cx="6988175" cy="16876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20000"/>
                  </a:lnSpc>
                  <a:spcAft>
                    <a:spcPts val="600"/>
                  </a:spcAf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该</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包括</a:t>
                </a:r>
                <a14:m>
                  <m:oMath xmlns:m="http://schemas.openxmlformats.org/officeDocument/2006/math">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oMath>
                </a14:m>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轴，因此系统是稳定的。</a:t>
                </a:r>
                <a:endParaRPr lang="en-US" altLang="zh-CN" sz="2800" dirty="0">
                  <a:latin typeface="Times New Roman" panose="02020603050405020304" pitchFamily="18" charset="0"/>
                  <a:ea typeface="华文楷体" panose="02010600040101010101" pitchFamily="2" charset="-122"/>
                  <a:cs typeface="楷体_GB2312" panose="02010609030101010101" pitchFamily="49" charset="-122"/>
                </a:endParaRPr>
              </a:p>
              <a:p>
                <a:pPr lvl="0" algn="just" eaLnBrk="1" hangingPunct="1">
                  <a:lnSpc>
                    <a:spcPct val="120000"/>
                  </a:lnSpc>
                  <a:defRPr/>
                </a:pP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由于该系统也是因果的，因此</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ROC</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必然</a:t>
                </a:r>
                <a:r>
                  <a:rPr lang="zh-CN" altLang="en-US" sz="2800" dirty="0">
                    <a:latin typeface="Times New Roman" panose="02020603050405020304" pitchFamily="18" charset="0"/>
                    <a:ea typeface="华文楷体" panose="02010600040101010101" pitchFamily="2" charset="-122"/>
                  </a:rPr>
                  <a:t>为包括</a:t>
                </a:r>
                <a:r>
                  <a:rPr lang="en-US" altLang="zh-CN" sz="2800" dirty="0">
                    <a:latin typeface="Times New Roman" panose="02020603050405020304" pitchFamily="18" charset="0"/>
                    <a:ea typeface="华文楷体" panose="02010600040101010101" pitchFamily="2" charset="-122"/>
                  </a:rPr>
                  <a:t>j</a:t>
                </a:r>
                <a:r>
                  <a:rPr lang="el-GR" altLang="zh-CN" sz="2800" i="1" dirty="0">
                    <a:latin typeface="Times New Roman" panose="02020603050405020304" pitchFamily="18" charset="0"/>
                    <a:ea typeface="华文楷体" panose="02010600040101010101" pitchFamily="2" charset="-122"/>
                  </a:rPr>
                  <a:t>ω</a:t>
                </a:r>
                <a:r>
                  <a:rPr lang="zh-CN" altLang="en-US" sz="2800" dirty="0">
                    <a:latin typeface="Times New Roman" panose="02020603050405020304" pitchFamily="18" charset="0"/>
                    <a:ea typeface="华文楷体" panose="02010600040101010101" pitchFamily="2" charset="-122"/>
                  </a:rPr>
                  <a:t>轴的</a:t>
                </a:r>
                <a:r>
                  <a:rPr lang="en-US" altLang="zh-CN" sz="2800" i="1" dirty="0">
                    <a:latin typeface="Times New Roman" panose="02020603050405020304" pitchFamily="18" charset="0"/>
                    <a:ea typeface="华文楷体" panose="02010600040101010101" pitchFamily="2" charset="-122"/>
                  </a:rPr>
                  <a:t>s</a:t>
                </a:r>
                <a:r>
                  <a:rPr lang="zh-CN" altLang="en-US" sz="2800" dirty="0">
                    <a:latin typeface="Times New Roman" panose="02020603050405020304" pitchFamily="18" charset="0"/>
                    <a:ea typeface="华文楷体" panose="02010600040101010101" pitchFamily="2" charset="-122"/>
                  </a:rPr>
                  <a:t>右半平面。</a:t>
                </a:r>
                <a:endPar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1" name="Text Box 8">
                <a:extLst>
                  <a:ext uri="{FF2B5EF4-FFF2-40B4-BE49-F238E27FC236}">
                    <a16:creationId xmlns:a16="http://schemas.microsoft.com/office/drawing/2014/main" id="{0A2C004F-6B0A-4611-8563-A00EC10C9671}"/>
                  </a:ext>
                </a:extLst>
              </p:cNvPr>
              <p:cNvSpPr txBox="1">
                <a:spLocks noRot="1" noChangeAspect="1" noMove="1" noResize="1" noEditPoints="1" noAdjustHandles="1" noChangeArrowheads="1" noChangeShapeType="1" noTextEdit="1"/>
              </p:cNvSpPr>
              <p:nvPr/>
            </p:nvSpPr>
            <p:spPr bwMode="auto">
              <a:xfrm>
                <a:off x="1597124" y="4365104"/>
                <a:ext cx="6988175" cy="1687641"/>
              </a:xfrm>
              <a:prstGeom prst="rect">
                <a:avLst/>
              </a:prstGeom>
              <a:blipFill>
                <a:blip r:embed="rId9"/>
                <a:stretch>
                  <a:fillRect l="-1832" t="-1083" r="-1745" b="-938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down)">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 calcmode="lin" valueType="num">
                                      <p:cBhvr additive="base">
                                        <p:cTn id="22"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a:extLst>
              <a:ext uri="{FF2B5EF4-FFF2-40B4-BE49-F238E27FC236}">
                <a16:creationId xmlns:a16="http://schemas.microsoft.com/office/drawing/2014/main" id="{12EE3D25-FC58-40BE-81DF-0B85D3D75D54}"/>
              </a:ext>
            </a:extLst>
          </p:cNvPr>
          <p:cNvSpPr>
            <a:spLocks noGrp="1"/>
          </p:cNvSpPr>
          <p:nvPr>
            <p:ph type="title"/>
          </p:nvPr>
        </p:nvSpPr>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p:sp>
        <p:nvSpPr>
          <p:cNvPr id="25605" name="内容占位符 2">
            <a:extLst>
              <a:ext uri="{FF2B5EF4-FFF2-40B4-BE49-F238E27FC236}">
                <a16:creationId xmlns:a16="http://schemas.microsoft.com/office/drawing/2014/main" id="{4DE465D0-06B2-4603-82FF-503BF13C4FA2}"/>
              </a:ext>
            </a:extLst>
          </p:cNvPr>
          <p:cNvSpPr>
            <a:spLocks noGrp="1"/>
          </p:cNvSpPr>
          <p:nvPr>
            <p:ph idx="1"/>
          </p:nvPr>
        </p:nvSpPr>
        <p:spPr>
          <a:xfrm>
            <a:off x="457200" y="1231717"/>
            <a:ext cx="8229600" cy="500063"/>
          </a:xfrm>
        </p:spPr>
        <p:txBody>
          <a:bodyPr/>
          <a:lstStyle/>
          <a:p>
            <a:pPr marL="0" indent="0">
              <a:buNone/>
            </a:pPr>
            <a:r>
              <a:rPr lang="zh-CN" altLang="en-US" sz="2800" b="0" dirty="0">
                <a:solidFill>
                  <a:srgbClr val="0000FF"/>
                </a:solidFill>
              </a:rPr>
              <a:t>三</a:t>
            </a:r>
            <a:r>
              <a:rPr lang="en-US" altLang="zh-CN" sz="2800" b="0" dirty="0">
                <a:solidFill>
                  <a:srgbClr val="0000FF"/>
                </a:solidFill>
              </a:rPr>
              <a:t>. </a:t>
            </a:r>
            <a:r>
              <a:rPr lang="zh-CN" altLang="en-US" sz="2800" b="0" dirty="0">
                <a:solidFill>
                  <a:srgbClr val="0000FF"/>
                </a:solidFill>
              </a:rPr>
              <a:t>由线性常系数微分方程描述的</a:t>
            </a:r>
            <a:r>
              <a:rPr lang="en-US" altLang="zh-CN" sz="2800" b="0" dirty="0">
                <a:solidFill>
                  <a:srgbClr val="0000FF"/>
                </a:solidFill>
              </a:rPr>
              <a:t>LTI</a:t>
            </a:r>
            <a:r>
              <a:rPr lang="zh-CN" altLang="en-US" sz="2800" b="0" dirty="0">
                <a:solidFill>
                  <a:srgbClr val="0000FF"/>
                </a:solidFill>
              </a:rPr>
              <a:t>系统：</a:t>
            </a:r>
          </a:p>
        </p:txBody>
      </p:sp>
      <p:sp>
        <p:nvSpPr>
          <p:cNvPr id="4" name="灯片编号占位符 3">
            <a:extLst>
              <a:ext uri="{FF2B5EF4-FFF2-40B4-BE49-F238E27FC236}">
                <a16:creationId xmlns:a16="http://schemas.microsoft.com/office/drawing/2014/main" id="{2BD296A3-2BA9-4D70-B722-1E95537151D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buClrTx/>
              <a:buSzTx/>
              <a:buFontTx/>
              <a:buNone/>
              <a:tabLst/>
              <a:defRPr/>
            </a:pPr>
            <a:fld id="{5CA0D458-D4B8-4F71-9DB5-1F984CF24AF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buClrTx/>
                <a:buSzTx/>
                <a:buFontTx/>
                <a:buNone/>
                <a:tabLst/>
                <a:defRPr/>
              </a:pPr>
              <a:t>54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Text Box 8">
            <a:extLst>
              <a:ext uri="{FF2B5EF4-FFF2-40B4-BE49-F238E27FC236}">
                <a16:creationId xmlns:a16="http://schemas.microsoft.com/office/drawing/2014/main" id="{7A5DC9D1-0553-4297-947B-B453CD9234D9}"/>
              </a:ext>
            </a:extLst>
          </p:cNvPr>
          <p:cNvSpPr txBox="1">
            <a:spLocks noChangeArrowheads="1"/>
          </p:cNvSpPr>
          <p:nvPr/>
        </p:nvSpPr>
        <p:spPr bwMode="auto">
          <a:xfrm>
            <a:off x="815975" y="3140968"/>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a:t>
            </a:r>
          </a:p>
        </p:txBody>
      </p:sp>
      <mc:AlternateContent xmlns:mc="http://schemas.openxmlformats.org/markup-compatibility/2006" xmlns:a14="http://schemas.microsoft.com/office/drawing/2010/main">
        <mc:Choice Requires="a14">
          <p:sp>
            <p:nvSpPr>
              <p:cNvPr id="9" name="Object 3">
                <a:extLst>
                  <a:ext uri="{FF2B5EF4-FFF2-40B4-BE49-F238E27FC236}">
                    <a16:creationId xmlns:a16="http://schemas.microsoft.com/office/drawing/2014/main" id="{2E904491-FD21-44B1-94B5-818488891C00}"/>
                  </a:ext>
                </a:extLst>
              </p:cNvPr>
              <p:cNvSpPr txBox="1"/>
              <p:nvPr/>
            </p:nvSpPr>
            <p:spPr bwMode="auto">
              <a:xfrm>
                <a:off x="1979712" y="4876654"/>
                <a:ext cx="4205436" cy="107927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0000"/>
                          </a:solidFill>
                          <a:latin typeface="Cambria Math" panose="02040503050406030204" pitchFamily="18" charset="0"/>
                        </a:rPr>
                        <m:t>𝐻</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𝑠</m:t>
                      </m:r>
                      <m:r>
                        <a:rPr lang="en-US" sz="280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𝑌</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num>
                        <m:den>
                          <m:r>
                            <a:rPr lang="en-US" sz="2800" i="1">
                              <a:solidFill>
                                <a:srgbClr val="000000"/>
                              </a:solidFill>
                              <a:latin typeface="Cambria Math" panose="02040503050406030204" pitchFamily="18" charset="0"/>
                            </a:rPr>
                            <m:t>𝑋</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den>
                      </m:f>
                      <m:r>
                        <a:rPr lang="en-US" sz="2800" i="1">
                          <a:solidFill>
                            <a:srgbClr val="000000"/>
                          </a:solidFill>
                          <a:latin typeface="Cambria Math" panose="02040503050406030204" pitchFamily="18" charset="0"/>
                        </a:rPr>
                        <m:t>=</m:t>
                      </m:r>
                      <m:f>
                        <m:fPr>
                          <m:ctrlPr>
                            <a:rPr lang="en-US" sz="2800" i="1" smtClean="0">
                              <a:solidFill>
                                <a:srgbClr val="FF0000"/>
                              </a:solidFill>
                              <a:latin typeface="Cambria Math" panose="02040503050406030204" pitchFamily="18" charset="0"/>
                            </a:rPr>
                          </m:ctrlPr>
                        </m:fPr>
                        <m:num>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b="0" i="1" smtClean="0">
                                  <a:solidFill>
                                    <a:srgbClr val="FF0000"/>
                                  </a:solidFill>
                                  <a:latin typeface="Cambria Math" panose="02040503050406030204" pitchFamily="18" charset="0"/>
                                </a:rPr>
                                <m:t>𝑀</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𝑏</m:t>
                                  </m:r>
                                </m:e>
                                <m:sub>
                                  <m:r>
                                    <a:rPr lang="en-US" sz="2800" i="1">
                                      <a:solidFill>
                                        <a:srgbClr val="FF0000"/>
                                      </a:solidFill>
                                      <a:latin typeface="Cambria Math" panose="02040503050406030204" pitchFamily="18" charset="0"/>
                                    </a:rPr>
                                    <m:t>𝑘</m:t>
                                  </m:r>
                                </m:sub>
                              </m:sSub>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𝑠</m:t>
                                  </m:r>
                                </m:e>
                                <m:sup>
                                  <m:r>
                                    <a:rPr lang="en-US" sz="2800" i="1">
                                      <a:solidFill>
                                        <a:srgbClr val="FF0000"/>
                                      </a:solidFill>
                                      <a:latin typeface="Cambria Math" panose="02040503050406030204" pitchFamily="18" charset="0"/>
                                    </a:rPr>
                                    <m:t>𝑘</m:t>
                                  </m:r>
                                </m:sup>
                              </m:sSup>
                            </m:e>
                          </m:nary>
                        </m:num>
                        <m:den>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𝑁</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𝑠</m:t>
                                  </m:r>
                                </m:e>
                                <m:sup>
                                  <m:r>
                                    <a:rPr lang="en-US" sz="2800" i="1">
                                      <a:solidFill>
                                        <a:srgbClr val="FF0000"/>
                                      </a:solidFill>
                                      <a:latin typeface="Cambria Math" panose="02040503050406030204" pitchFamily="18" charset="0"/>
                                    </a:rPr>
                                    <m:t>𝑘</m:t>
                                  </m:r>
                                </m:sup>
                              </m:sSup>
                            </m:e>
                          </m:nary>
                        </m:den>
                      </m:f>
                    </m:oMath>
                  </m:oMathPara>
                </a14:m>
                <a:endParaRPr lang="en-US" sz="2800" dirty="0"/>
              </a:p>
            </p:txBody>
          </p:sp>
        </mc:Choice>
        <mc:Fallback xmlns="">
          <p:sp>
            <p:nvSpPr>
              <p:cNvPr id="9" name="Object 3">
                <a:extLst>
                  <a:ext uri="{FF2B5EF4-FFF2-40B4-BE49-F238E27FC236}">
                    <a16:creationId xmlns:a16="http://schemas.microsoft.com/office/drawing/2014/main" id="{2E904491-FD21-44B1-94B5-818488891C00}"/>
                  </a:ext>
                </a:extLst>
              </p:cNvPr>
              <p:cNvSpPr txBox="1">
                <a:spLocks noRot="1" noChangeAspect="1" noMove="1" noResize="1" noEditPoints="1" noAdjustHandles="1" noChangeArrowheads="1" noChangeShapeType="1" noTextEdit="1"/>
              </p:cNvSpPr>
              <p:nvPr/>
            </p:nvSpPr>
            <p:spPr bwMode="auto">
              <a:xfrm>
                <a:off x="1979712" y="4876654"/>
                <a:ext cx="4205436" cy="1079270"/>
              </a:xfrm>
              <a:prstGeom prst="rect">
                <a:avLst/>
              </a:prstGeom>
              <a:blipFill>
                <a:blip r:embed="rId2"/>
                <a:stretch>
                  <a:fillRect/>
                </a:stretch>
              </a:blipFill>
              <a:ln>
                <a:noFill/>
              </a:ln>
              <a:effectLst/>
            </p:spPr>
            <p:txBody>
              <a:bodyPr/>
              <a:lstStyle/>
              <a:p>
                <a:r>
                  <a:rPr lang="en-US">
                    <a:noFill/>
                  </a:rPr>
                  <a:t> </a:t>
                </a:r>
              </a:p>
            </p:txBody>
          </p:sp>
        </mc:Fallback>
      </mc:AlternateContent>
      <p:sp>
        <p:nvSpPr>
          <p:cNvPr id="10" name="Text Box 12">
            <a:extLst>
              <a:ext uri="{FF2B5EF4-FFF2-40B4-BE49-F238E27FC236}">
                <a16:creationId xmlns:a16="http://schemas.microsoft.com/office/drawing/2014/main" id="{CFE8A244-4DE9-42E4-86D4-E3CA99FE1BAE}"/>
              </a:ext>
            </a:extLst>
          </p:cNvPr>
          <p:cNvSpPr txBox="1">
            <a:spLocks noChangeArrowheads="1"/>
          </p:cNvSpPr>
          <p:nvPr/>
        </p:nvSpPr>
        <p:spPr bwMode="auto">
          <a:xfrm>
            <a:off x="6394486" y="5103380"/>
            <a:ext cx="225233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有理函数</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1" name="Text Box 10">
            <a:extLst>
              <a:ext uri="{FF2B5EF4-FFF2-40B4-BE49-F238E27FC236}">
                <a16:creationId xmlns:a16="http://schemas.microsoft.com/office/drawing/2014/main" id="{82F95A14-7BB6-4F5A-AF84-A5A2BB1E5528}"/>
              </a:ext>
            </a:extLst>
          </p:cNvPr>
          <p:cNvSpPr txBox="1">
            <a:spLocks noChangeArrowheads="1"/>
          </p:cNvSpPr>
          <p:nvPr/>
        </p:nvSpPr>
        <p:spPr bwMode="auto">
          <a:xfrm>
            <a:off x="815975" y="4287644"/>
            <a:ext cx="48526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两边进行拉普拉斯变换，可得</a:t>
            </a:r>
          </a:p>
        </p:txBody>
      </p:sp>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4FE02C37-1B46-4A7E-873C-79635819565C}"/>
                  </a:ext>
                </a:extLst>
              </p:cNvPr>
              <p:cNvSpPr txBox="1"/>
              <p:nvPr/>
            </p:nvSpPr>
            <p:spPr bwMode="auto">
              <a:xfrm>
                <a:off x="1725657" y="3171329"/>
                <a:ext cx="5688631" cy="10218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hr m:val="∑"/>
                          <m:limLoc m:val="subSup"/>
                          <m:ctrlPr>
                            <a:rPr lang="en-US" sz="2800" i="1" smtClean="0">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b="0" i="1" smtClean="0">
                              <a:solidFill>
                                <a:srgbClr val="000000"/>
                              </a:solidFill>
                              <a:latin typeface="Cambria Math" panose="02040503050406030204" pitchFamily="18" charset="0"/>
                            </a:rPr>
                            <m:t>𝑁</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d</m:t>
                                  </m:r>
                                </m:e>
                                <m:sup>
                                  <m:r>
                                    <a:rPr lang="en-US" sz="2800" i="1">
                                      <a:solidFill>
                                        <a:srgbClr val="000000"/>
                                      </a:solidFill>
                                      <a:latin typeface="Cambria Math" panose="02040503050406030204" pitchFamily="18" charset="0"/>
                                    </a:rPr>
                                    <m:t>𝑘</m:t>
                                  </m:r>
                                </m:sup>
                              </m:sSup>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um>
                            <m:den>
                              <m:r>
                                <m:rPr>
                                  <m:sty m:val="p"/>
                                </m:rPr>
                                <a:rPr lang="en-US" sz="2800" i="0">
                                  <a:solidFill>
                                    <a:srgbClr val="000000"/>
                                  </a:solidFill>
                                  <a:latin typeface="Cambria Math" panose="02040503050406030204" pitchFamily="18" charset="0"/>
                                </a:rPr>
                                <m:t>d</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𝑡</m:t>
                                  </m:r>
                                </m:e>
                                <m:sup>
                                  <m:r>
                                    <a:rPr lang="en-US" sz="2800" i="1">
                                      <a:solidFill>
                                        <a:srgbClr val="000000"/>
                                      </a:solidFill>
                                      <a:latin typeface="Cambria Math" panose="02040503050406030204" pitchFamily="18" charset="0"/>
                                    </a:rPr>
                                    <m:t>𝑘</m:t>
                                  </m:r>
                                </m:sup>
                              </m:sSup>
                            </m:den>
                          </m:f>
                        </m:e>
                      </m:nary>
                      <m:r>
                        <a:rPr lang="en-US" sz="2800" i="1">
                          <a:solidFill>
                            <a:srgbClr val="000000"/>
                          </a:solidFill>
                          <a:latin typeface="Cambria Math" panose="02040503050406030204" pitchFamily="18" charset="0"/>
                        </a:rPr>
                        <m:t>=</m:t>
                      </m:r>
                      <m:nary>
                        <m:naryPr>
                          <m:chr m:val="∑"/>
                          <m:limLoc m:val="subSup"/>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𝑘</m:t>
                          </m:r>
                          <m:r>
                            <a:rPr lang="en-US" sz="2800" i="1">
                              <a:solidFill>
                                <a:srgbClr val="000000"/>
                              </a:solidFill>
                              <a:latin typeface="Cambria Math" panose="02040503050406030204" pitchFamily="18" charset="0"/>
                            </a:rPr>
                            <m:t>=0</m:t>
                          </m:r>
                        </m:sub>
                        <m:sup>
                          <m:r>
                            <a:rPr lang="en-US" sz="2800" b="0" i="1" smtClean="0">
                              <a:solidFill>
                                <a:srgbClr val="000000"/>
                              </a:solidFill>
                              <a:latin typeface="Cambria Math" panose="02040503050406030204" pitchFamily="18" charset="0"/>
                            </a:rPr>
                            <m:t>𝑀</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𝑏</m:t>
                              </m:r>
                            </m:e>
                            <m:sub>
                              <m:r>
                                <a:rPr lang="en-US" sz="2800" i="1">
                                  <a:solidFill>
                                    <a:srgbClr val="000000"/>
                                  </a:solidFill>
                                  <a:latin typeface="Cambria Math" panose="02040503050406030204" pitchFamily="18" charset="0"/>
                                </a:rPr>
                                <m:t>𝑘</m:t>
                              </m:r>
                            </m:sub>
                          </m:sSub>
                          <m:f>
                            <m:fPr>
                              <m:ctrlPr>
                                <a:rPr lang="en-US" sz="2800" i="1">
                                  <a:solidFill>
                                    <a:srgbClr val="000000"/>
                                  </a:solidFill>
                                  <a:latin typeface="Cambria Math" panose="02040503050406030204" pitchFamily="18" charset="0"/>
                                </a:rPr>
                              </m:ctrlPr>
                            </m:fPr>
                            <m:num>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d</m:t>
                                  </m:r>
                                </m:e>
                                <m:sup>
                                  <m:r>
                                    <a:rPr lang="en-US" sz="2800" i="1">
                                      <a:solidFill>
                                        <a:srgbClr val="000000"/>
                                      </a:solidFill>
                                      <a:latin typeface="Cambria Math" panose="02040503050406030204" pitchFamily="18" charset="0"/>
                                    </a:rPr>
                                    <m:t>𝑘</m:t>
                                  </m:r>
                                </m:sup>
                              </m:sSup>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um>
                            <m:den>
                              <m:r>
                                <m:rPr>
                                  <m:sty m:val="p"/>
                                </m:rPr>
                                <a:rPr lang="en-US" sz="2800" i="0">
                                  <a:solidFill>
                                    <a:srgbClr val="000000"/>
                                  </a:solidFill>
                                  <a:latin typeface="Cambria Math" panose="02040503050406030204" pitchFamily="18" charset="0"/>
                                </a:rPr>
                                <m:t>d</m:t>
                              </m:r>
                              <m:sSup>
                                <m:sSupPr>
                                  <m:ctrlPr>
                                    <a:rPr lang="en-US" sz="2800" i="1">
                                      <a:solidFill>
                                        <a:srgbClr val="000000"/>
                                      </a:solidFill>
                                      <a:latin typeface="Cambria Math" panose="02040503050406030204" pitchFamily="18" charset="0"/>
                                    </a:rPr>
                                  </m:ctrlPr>
                                </m:sSupPr>
                                <m:e>
                                  <m:r>
                                    <a:rPr lang="en-US" sz="2800" i="1">
                                      <a:solidFill>
                                        <a:srgbClr val="000000"/>
                                      </a:solidFill>
                                      <a:latin typeface="Cambria Math" panose="02040503050406030204" pitchFamily="18" charset="0"/>
                                    </a:rPr>
                                    <m:t>𝑡</m:t>
                                  </m:r>
                                </m:e>
                                <m:sup>
                                  <m:r>
                                    <a:rPr lang="en-US" sz="2800" i="1">
                                      <a:solidFill>
                                        <a:srgbClr val="000000"/>
                                      </a:solidFill>
                                      <a:latin typeface="Cambria Math" panose="02040503050406030204" pitchFamily="18" charset="0"/>
                                    </a:rPr>
                                    <m:t>𝑘</m:t>
                                  </m:r>
                                </m:sup>
                              </m:sSup>
                            </m:den>
                          </m:f>
                        </m:e>
                      </m:nary>
                    </m:oMath>
                  </m:oMathPara>
                </a14:m>
                <a:endParaRPr lang="en-US" sz="2800" dirty="0"/>
              </a:p>
            </p:txBody>
          </p:sp>
        </mc:Choice>
        <mc:Fallback xmlns="">
          <p:sp>
            <p:nvSpPr>
              <p:cNvPr id="12" name="Object 4">
                <a:extLst>
                  <a:ext uri="{FF2B5EF4-FFF2-40B4-BE49-F238E27FC236}">
                    <a16:creationId xmlns:a16="http://schemas.microsoft.com/office/drawing/2014/main" id="{4FE02C37-1B46-4A7E-873C-79635819565C}"/>
                  </a:ext>
                </a:extLst>
              </p:cNvPr>
              <p:cNvSpPr txBox="1">
                <a:spLocks noRot="1" noChangeAspect="1" noMove="1" noResize="1" noEditPoints="1" noAdjustHandles="1" noChangeArrowheads="1" noChangeShapeType="1" noTextEdit="1"/>
              </p:cNvSpPr>
              <p:nvPr/>
            </p:nvSpPr>
            <p:spPr bwMode="auto">
              <a:xfrm>
                <a:off x="1725657" y="3171329"/>
                <a:ext cx="5688631" cy="1021883"/>
              </a:xfrm>
              <a:prstGeom prst="rect">
                <a:avLst/>
              </a:prstGeom>
              <a:blipFill>
                <a:blip r:embed="rId3"/>
                <a:stretch>
                  <a:fillRect/>
                </a:stretch>
              </a:blipFill>
              <a:ln>
                <a:noFill/>
              </a:ln>
              <a:effectLst/>
            </p:spPr>
            <p:txBody>
              <a:bodyPr/>
              <a:lstStyle/>
              <a:p>
                <a:r>
                  <a:rPr lang="en-US">
                    <a:noFill/>
                  </a:rPr>
                  <a:t> </a:t>
                </a:r>
              </a:p>
            </p:txBody>
          </p:sp>
        </mc:Fallback>
      </mc:AlternateContent>
      <p:sp>
        <p:nvSpPr>
          <p:cNvPr id="13" name="矩形 12">
            <a:extLst>
              <a:ext uri="{FF2B5EF4-FFF2-40B4-BE49-F238E27FC236}">
                <a16:creationId xmlns:a16="http://schemas.microsoft.com/office/drawing/2014/main" id="{C73AD722-EBBE-490F-8029-1DF9D44E500F}"/>
              </a:ext>
            </a:extLst>
          </p:cNvPr>
          <p:cNvSpPr>
            <a:spLocks noChangeArrowheads="1"/>
          </p:cNvSpPr>
          <p:nvPr/>
        </p:nvSpPr>
        <p:spPr bwMode="auto">
          <a:xfrm>
            <a:off x="817563" y="1763789"/>
            <a:ext cx="76438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如果由线性常系数微分方程描述的系统满足初始松弛条件，则系统是因果</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的，其</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H</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altLang="zh-CN" sz="2800" i="1"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必是最右边极点的右边。</a:t>
            </a:r>
            <a:endParaRPr kumimoji="0" lang="zh-CN" altLang="en-US" sz="2800" i="0" u="none" strike="noStrike" kern="1200" cap="none" spc="0" normalizeH="0" baseline="0" noProof="0" dirty="0">
              <a:ln>
                <a:noFill/>
              </a:ln>
              <a:effectLst/>
              <a:uLnTx/>
              <a:uFillTx/>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15" name="Text Box 10">
                <a:extLst>
                  <a:ext uri="{FF2B5EF4-FFF2-40B4-BE49-F238E27FC236}">
                    <a16:creationId xmlns:a16="http://schemas.microsoft.com/office/drawing/2014/main" id="{C2736182-2834-4239-A601-0DD0D98FF753}"/>
                  </a:ext>
                </a:extLst>
              </p:cNvPr>
              <p:cNvSpPr txBox="1">
                <a:spLocks noChangeArrowheads="1"/>
              </p:cNvSpPr>
              <p:nvPr/>
            </p:nvSpPr>
            <p:spPr bwMode="auto">
              <a:xfrm>
                <a:off x="815975" y="6015692"/>
                <a:ext cx="7684283"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系统的单位冲激响应</a:t>
                </a:r>
                <a14:m>
                  <m:oMath xmlns:m="http://schemas.openxmlformats.org/officeDocument/2006/math">
                    <m:r>
                      <a:rPr kumimoji="0" lang="en-US" altLang="zh-CN" sz="2800" i="1" u="none" strike="noStrike" kern="1200" cap="none" spc="0" normalizeH="0" baseline="0" noProof="0" dirty="0" smtClean="0">
                        <a:ln>
                          <a:noFill/>
                        </a:ln>
                        <a:effectLst/>
                        <a:uLnTx/>
                        <a:uFillTx/>
                        <a:latin typeface="Cambria Math" panose="02040503050406030204" pitchFamily="18" charset="0"/>
                        <a:ea typeface="华文楷体" panose="02010600040101010101" pitchFamily="2" charset="-122"/>
                        <a:cs typeface="楷体_GB2312" panose="02010609030101010101" pitchFamily="49" charset="-122"/>
                      </a:rPr>
                      <m:t>h</m:t>
                    </m:r>
                    <m:r>
                      <a:rPr kumimoji="0" lang="en-US" altLang="zh-CN" sz="2800" i="1" u="none" strike="noStrike" kern="1200" cap="none" spc="0" normalizeH="0" baseline="0" noProof="0" dirty="0" smtClean="0">
                        <a:ln>
                          <a:noFill/>
                        </a:ln>
                        <a:effectLst/>
                        <a:uLnTx/>
                        <a:uFillTx/>
                        <a:latin typeface="Cambria Math" panose="02040503050406030204" pitchFamily="18" charset="0"/>
                        <a:ea typeface="华文楷体" panose="02010600040101010101" pitchFamily="2" charset="-122"/>
                        <a:cs typeface="楷体_GB2312" panose="02010609030101010101" pitchFamily="49" charset="-122"/>
                      </a:rPr>
                      <m:t>(</m:t>
                    </m:r>
                    <m:r>
                      <a:rPr kumimoji="0" lang="en-US" altLang="zh-CN" sz="2800" i="1" u="none" strike="noStrike" kern="1200" cap="none" spc="0" normalizeH="0" baseline="0" noProof="0" dirty="0" smtClean="0">
                        <a:ln>
                          <a:noFill/>
                        </a:ln>
                        <a:effectLst/>
                        <a:uLnTx/>
                        <a:uFillTx/>
                        <a:latin typeface="Cambria Math" panose="02040503050406030204" pitchFamily="18" charset="0"/>
                        <a:ea typeface="华文楷体" panose="02010600040101010101" pitchFamily="2" charset="-122"/>
                        <a:cs typeface="楷体_GB2312" panose="02010609030101010101" pitchFamily="49" charset="-122"/>
                      </a:rPr>
                      <m:t>𝑡</m:t>
                    </m:r>
                    <m:r>
                      <a:rPr kumimoji="0" lang="en-US" altLang="zh-CN" sz="2800" i="1" u="none" strike="noStrike" kern="1200" cap="none" spc="0" normalizeH="0" baseline="0" noProof="0" dirty="0" smtClean="0">
                        <a:ln>
                          <a:noFill/>
                        </a:ln>
                        <a:effectLst/>
                        <a:uLnTx/>
                        <a:uFillTx/>
                        <a:latin typeface="Cambria Math" panose="02040503050406030204" pitchFamily="18" charset="0"/>
                        <a:ea typeface="华文楷体" panose="02010600040101010101" pitchFamily="2" charset="-122"/>
                        <a:cs typeface="楷体_GB2312" panose="02010609030101010101" pitchFamily="49" charset="-122"/>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可由</a:t>
                </a:r>
                <a14:m>
                  <m:oMath xmlns:m="http://schemas.openxmlformats.org/officeDocument/2006/math">
                    <m:r>
                      <a:rPr lang="en-US" sz="2800" i="1">
                        <a:solidFill>
                          <a:srgbClr val="000000"/>
                        </a:solidFill>
                        <a:latin typeface="Cambria Math" panose="02040503050406030204" pitchFamily="18" charset="0"/>
                      </a:rPr>
                      <m:t>𝐻</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𝑠</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反变换获得。</a:t>
                </a:r>
              </a:p>
            </p:txBody>
          </p:sp>
        </mc:Choice>
        <mc:Fallback xmlns="">
          <p:sp>
            <p:nvSpPr>
              <p:cNvPr id="15" name="Text Box 10">
                <a:extLst>
                  <a:ext uri="{FF2B5EF4-FFF2-40B4-BE49-F238E27FC236}">
                    <a16:creationId xmlns:a16="http://schemas.microsoft.com/office/drawing/2014/main" id="{C2736182-2834-4239-A601-0DD0D98FF753}"/>
                  </a:ext>
                </a:extLst>
              </p:cNvPr>
              <p:cNvSpPr txBox="1">
                <a:spLocks noRot="1" noChangeAspect="1" noMove="1" noResize="1" noEditPoints="1" noAdjustHandles="1" noChangeArrowheads="1" noChangeShapeType="1" noTextEdit="1"/>
              </p:cNvSpPr>
              <p:nvPr/>
            </p:nvSpPr>
            <p:spPr bwMode="auto">
              <a:xfrm>
                <a:off x="815975" y="6015692"/>
                <a:ext cx="7684283" cy="523220"/>
              </a:xfrm>
              <a:prstGeom prst="rect">
                <a:avLst/>
              </a:prstGeom>
              <a:blipFill>
                <a:blip r:embed="rId4"/>
                <a:stretch>
                  <a:fillRect l="-1667" t="-12791" r="-317"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linds(horizontal)">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7" name="Object 4">
                <a:extLst>
                  <a:ext uri="{FF2B5EF4-FFF2-40B4-BE49-F238E27FC236}">
                    <a16:creationId xmlns:a16="http://schemas.microsoft.com/office/drawing/2014/main" id="{47802B90-79DD-4C7E-9B4E-5C7FE0771421}"/>
                  </a:ext>
                </a:extLst>
              </p:cNvPr>
              <p:cNvSpPr txBox="1"/>
              <p:nvPr/>
            </p:nvSpPr>
            <p:spPr bwMode="auto">
              <a:xfrm>
                <a:off x="457200" y="1340769"/>
                <a:ext cx="5256584" cy="3672800"/>
              </a:xfrm>
              <a:prstGeom prst="rect">
                <a:avLst/>
              </a:prstGeom>
              <a:noFill/>
              <a:ln>
                <a:noFill/>
              </a:ln>
              <a:effectLst/>
            </p:spPr>
            <p:txBody>
              <a:bodyPr wrap="square">
                <a:spAutoFit/>
              </a:bodyPr>
              <a:lstStyle/>
              <a:p>
                <a:pPr>
                  <a:lnSpc>
                    <a:spcPct val="120000"/>
                  </a:lnSpc>
                </a:pPr>
                <a:r>
                  <a:rPr lang="zh-CN" altLang="en-US" sz="2000" kern="100" dirty="0">
                    <a:solidFill>
                      <a:srgbClr val="0000FF"/>
                    </a:solidFill>
                    <a:latin typeface="Times New Roman" panose="02020603050405020304" pitchFamily="18" charset="0"/>
                    <a:ea typeface="华文楷体" panose="02010600040101010101" pitchFamily="2" charset="-122"/>
                  </a:rPr>
                  <a:t>练习</a:t>
                </a:r>
                <a:r>
                  <a:rPr lang="zh-CN" altLang="en-US" sz="2000" kern="100" dirty="0">
                    <a:latin typeface="Times New Roman" panose="02020603050405020304" pitchFamily="18" charset="0"/>
                    <a:ea typeface="华文楷体" panose="02010600040101010101" pitchFamily="2" charset="-122"/>
                  </a:rPr>
                  <a:t>：</a:t>
                </a:r>
                <a:r>
                  <a:rPr lang="en-US" sz="2000" dirty="0">
                    <a:solidFill>
                      <a:srgbClr val="000000"/>
                    </a:solidFill>
                    <a:latin typeface="Times New Roman" panose="02020603050405020304" pitchFamily="18" charset="0"/>
                    <a:ea typeface="华文楷体" panose="02010600040101010101" pitchFamily="2" charset="-122"/>
                  </a:rPr>
                  <a:t> </a:t>
                </a:r>
                <a:r>
                  <a:rPr lang="zh-CN" altLang="en-US" sz="2000" dirty="0">
                    <a:solidFill>
                      <a:srgbClr val="000000"/>
                    </a:solidFill>
                    <a:latin typeface="Times New Roman" panose="02020603050405020304" pitchFamily="18" charset="0"/>
                    <a:ea typeface="华文楷体" panose="02010600040101010101" pitchFamily="2" charset="-122"/>
                  </a:rPr>
                  <a:t>如图所示的</a:t>
                </a:r>
                <a:r>
                  <a:rPr lang="en-US" altLang="zh-CN" sz="2000" dirty="0">
                    <a:solidFill>
                      <a:srgbClr val="000000"/>
                    </a:solidFill>
                    <a:latin typeface="Times New Roman" panose="02020603050405020304" pitchFamily="18" charset="0"/>
                    <a:ea typeface="华文楷体" panose="02010600040101010101" pitchFamily="2" charset="-122"/>
                  </a:rPr>
                  <a:t>LTI</a:t>
                </a:r>
                <a:r>
                  <a:rPr lang="zh-CN" altLang="en-US" sz="2000" dirty="0">
                    <a:solidFill>
                      <a:srgbClr val="000000"/>
                    </a:solidFill>
                    <a:latin typeface="Times New Roman" panose="02020603050405020304" pitchFamily="18" charset="0"/>
                    <a:ea typeface="华文楷体" panose="02010600040101010101" pitchFamily="2" charset="-122"/>
                  </a:rPr>
                  <a:t>系统，已知下列情况</a:t>
                </a:r>
                <a:r>
                  <a:rPr lang="en-US" sz="2000" i="0" dirty="0">
                    <a:solidFill>
                      <a:srgbClr val="000000"/>
                    </a:solidFill>
                    <a:latin typeface="Times New Roman" panose="02020603050405020304" pitchFamily="18" charset="0"/>
                    <a:ea typeface="华文楷体" panose="02010600040101010101" pitchFamily="2" charset="-122"/>
                  </a:rPr>
                  <a:t>：</a:t>
                </a:r>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𝑋</m:t>
                      </m:r>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𝑠</m:t>
                          </m:r>
                        </m:e>
                      </m:d>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+2</m:t>
                          </m:r>
                        </m:num>
                        <m:den>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−2</m:t>
                          </m:r>
                        </m:den>
                      </m:f>
                      <m:r>
                        <a:rPr lang="en-US" sz="2000" b="0" i="1" smtClean="0">
                          <a:solidFill>
                            <a:srgbClr val="000000"/>
                          </a:solidFill>
                          <a:latin typeface="Cambria Math" panose="02040503050406030204" pitchFamily="18" charset="0"/>
                        </a:rPr>
                        <m:t>,</m:t>
                      </m:r>
                      <m:m>
                        <m:mPr>
                          <m:plcHide m:val="on"/>
                          <m:mcs>
                            <m:mc>
                              <m:mcPr>
                                <m:count m:val="2"/>
                                <m:mcJc m:val="center"/>
                              </m:mcPr>
                            </m:mc>
                          </m:mcs>
                          <m:ctrlPr>
                            <a:rPr lang="en-US" sz="2000" i="1">
                              <a:solidFill>
                                <a:srgbClr val="000000"/>
                              </a:solidFill>
                              <a:latin typeface="Cambria Math" panose="02040503050406030204" pitchFamily="18" charset="0"/>
                            </a:rPr>
                          </m:ctrlPr>
                        </m:mPr>
                        <m:mr>
                          <m:e/>
                          <m:e>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)=0,</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&gt;0</m:t>
                            </m:r>
                          </m:e>
                        </m:mr>
                      </m:m>
                    </m:oMath>
                    <m:oMath xmlns:m="http://schemas.openxmlformats.org/officeDocument/2006/math">
                      <m:r>
                        <a:rPr lang="en-US" sz="2000" i="1">
                          <a:solidFill>
                            <a:srgbClr val="000000"/>
                          </a:solidFill>
                          <a:latin typeface="Cambria Math" panose="02040503050406030204" pitchFamily="18" charset="0"/>
                        </a:rPr>
                        <m:t>𝑦</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num>
                        <m:den>
                          <m:r>
                            <a:rPr lang="en-US" sz="2000" i="1">
                              <a:solidFill>
                                <a:srgbClr val="000000"/>
                              </a:solidFill>
                              <a:latin typeface="Cambria Math" panose="02040503050406030204" pitchFamily="18" charset="0"/>
                            </a:rPr>
                            <m:t>3</m:t>
                          </m:r>
                        </m:den>
                      </m:f>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𝑢</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3</m:t>
                          </m:r>
                        </m:den>
                      </m:f>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𝑢</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oMath>
                  </m:oMathPara>
                </a14:m>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en-US" sz="2000" i="0" dirty="0">
                    <a:solidFill>
                      <a:srgbClr val="000000"/>
                    </a:solidFill>
                    <a:latin typeface="Times New Roman" panose="02020603050405020304" pitchFamily="18" charset="0"/>
                    <a:ea typeface="华文楷体" panose="02010600040101010101" pitchFamily="2" charset="-122"/>
                  </a:rPr>
                  <a:t>(a) 求</a:t>
                </a:r>
                <a14:m>
                  <m:oMath xmlns:m="http://schemas.openxmlformats.org/officeDocument/2006/math">
                    <m:r>
                      <a:rPr lang="en-US" sz="2000" i="1">
                        <a:solidFill>
                          <a:srgbClr val="000000"/>
                        </a:solidFill>
                        <a:latin typeface="Cambria Math" panose="02040503050406030204" pitchFamily="18" charset="0"/>
                      </a:rPr>
                      <m:t>𝐻</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m:t>
                    </m:r>
                  </m:oMath>
                </a14:m>
                <a:r>
                  <a:rPr lang="zh-CN" altLang="en-US" sz="2000" dirty="0">
                    <a:solidFill>
                      <a:srgbClr val="000000"/>
                    </a:solidFill>
                    <a:latin typeface="Times New Roman" panose="02020603050405020304" pitchFamily="18" charset="0"/>
                    <a:ea typeface="华文楷体" panose="02010600040101010101" pitchFamily="2" charset="-122"/>
                  </a:rPr>
                  <a:t>和它的收敛域</a:t>
                </a:r>
                <a:r>
                  <a:rPr lang="en-US" sz="2000" i="0" dirty="0">
                    <a:solidFill>
                      <a:srgbClr val="000000"/>
                    </a:solidFill>
                    <a:latin typeface="Times New Roman" panose="02020603050405020304" pitchFamily="18" charset="0"/>
                    <a:ea typeface="华文楷体" panose="02010600040101010101" pitchFamily="2" charset="-122"/>
                  </a:rPr>
                  <a:t>。</a:t>
                </a:r>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en-US" sz="2000" i="0" dirty="0">
                    <a:solidFill>
                      <a:srgbClr val="000000"/>
                    </a:solidFill>
                    <a:latin typeface="Times New Roman" panose="02020603050405020304" pitchFamily="18" charset="0"/>
                    <a:ea typeface="华文楷体" panose="02010600040101010101" pitchFamily="2" charset="-122"/>
                  </a:rPr>
                  <a:t>(b) 求</a:t>
                </a:r>
                <a14:m>
                  <m:oMath xmlns:m="http://schemas.openxmlformats.org/officeDocument/2006/math">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oMath>
                </a14:m>
                <a:r>
                  <a:rPr lang="en-US" sz="2000" i="0" dirty="0">
                    <a:solidFill>
                      <a:srgbClr val="000000"/>
                    </a:solidFill>
                    <a:latin typeface="Times New Roman" panose="02020603050405020304" pitchFamily="18" charset="0"/>
                    <a:ea typeface="华文楷体" panose="02010600040101010101" pitchFamily="2" charset="-122"/>
                  </a:rPr>
                  <a:t>。</a:t>
                </a:r>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en-US" sz="2000" i="0" dirty="0">
                    <a:solidFill>
                      <a:srgbClr val="000000"/>
                    </a:solidFill>
                    <a:latin typeface="Times New Roman" panose="02020603050405020304" pitchFamily="18" charset="0"/>
                    <a:ea typeface="华文楷体" panose="02010600040101010101" pitchFamily="2" charset="-122"/>
                  </a:rPr>
                  <a:t>(c) </a:t>
                </a:r>
                <a:r>
                  <a:rPr lang="zh-CN" altLang="en-US" sz="2000" dirty="0">
                    <a:solidFill>
                      <a:srgbClr val="000000"/>
                    </a:solidFill>
                    <a:latin typeface="Times New Roman" panose="02020603050405020304" pitchFamily="18" charset="0"/>
                    <a:ea typeface="华文楷体" panose="02010600040101010101" pitchFamily="2" charset="-122"/>
                  </a:rPr>
                  <a:t>若输入为</a:t>
                </a:r>
                <a14:m>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,−∞&lt;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&lt;+∞</m:t>
                    </m:r>
                  </m:oMath>
                </a14:m>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zh-CN" altLang="en-US" sz="2000" dirty="0">
                    <a:solidFill>
                      <a:srgbClr val="000000"/>
                    </a:solidFill>
                    <a:latin typeface="Times New Roman" panose="02020603050405020304" pitchFamily="18" charset="0"/>
                    <a:ea typeface="华文楷体" panose="02010600040101010101" pitchFamily="2" charset="-122"/>
                  </a:rPr>
                  <a:t>利用</a:t>
                </a:r>
                <a:r>
                  <a:rPr lang="en-US" altLang="zh-CN" sz="2000" dirty="0">
                    <a:solidFill>
                      <a:srgbClr val="000000"/>
                    </a:solidFill>
                    <a:latin typeface="Times New Roman" panose="02020603050405020304" pitchFamily="18" charset="0"/>
                    <a:ea typeface="华文楷体" panose="02010600040101010101" pitchFamily="2" charset="-122"/>
                  </a:rPr>
                  <a:t>(</a:t>
                </a:r>
                <a:r>
                  <a:rPr lang="en-US" sz="2000" dirty="0">
                    <a:solidFill>
                      <a:srgbClr val="000000"/>
                    </a:solidFill>
                    <a:latin typeface="Times New Roman" panose="02020603050405020304" pitchFamily="18" charset="0"/>
                    <a:ea typeface="华文楷体" panose="02010600040101010101" pitchFamily="2" charset="-122"/>
                  </a:rPr>
                  <a:t>a)</a:t>
                </a:r>
                <a:r>
                  <a:rPr lang="zh-CN" altLang="en-US" sz="2000" dirty="0">
                    <a:solidFill>
                      <a:srgbClr val="000000"/>
                    </a:solidFill>
                    <a:latin typeface="Times New Roman" panose="02020603050405020304" pitchFamily="18" charset="0"/>
                    <a:ea typeface="华文楷体" panose="02010600040101010101" pitchFamily="2" charset="-122"/>
                  </a:rPr>
                  <a:t>中求得的系统函数</a:t>
                </a:r>
                <a14:m>
                  <m:oMath xmlns:m="http://schemas.openxmlformats.org/officeDocument/2006/math">
                    <m:r>
                      <a:rPr lang="en-US" sz="2000" i="1">
                        <a:solidFill>
                          <a:srgbClr val="000000"/>
                        </a:solidFill>
                        <a:latin typeface="Cambria Math" panose="02040503050406030204" pitchFamily="18" charset="0"/>
                      </a:rPr>
                      <m:t>𝐻</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m:t>
                    </m:r>
                  </m:oMath>
                </a14:m>
                <a:r>
                  <a:rPr lang="en-US" sz="2000" i="0" dirty="0">
                    <a:solidFill>
                      <a:srgbClr val="000000"/>
                    </a:solidFill>
                    <a:latin typeface="Times New Roman" panose="02020603050405020304" pitchFamily="18" charset="0"/>
                    <a:ea typeface="华文楷体" panose="02010600040101010101" pitchFamily="2" charset="-122"/>
                  </a:rPr>
                  <a:t>，</a:t>
                </a:r>
                <a:r>
                  <a:rPr lang="zh-CN" altLang="en-US" sz="2000" dirty="0">
                    <a:solidFill>
                      <a:srgbClr val="000000"/>
                    </a:solidFill>
                    <a:latin typeface="Times New Roman" panose="02020603050405020304" pitchFamily="18" charset="0"/>
                    <a:ea typeface="华文楷体" panose="02010600040101010101" pitchFamily="2" charset="-122"/>
                  </a:rPr>
                  <a:t>求出</a:t>
                </a:r>
                <a14:m>
                  <m:oMath xmlns:m="http://schemas.openxmlformats.org/officeDocument/2006/math">
                    <m:r>
                      <a:rPr lang="en-US" sz="2000" i="1">
                        <a:solidFill>
                          <a:srgbClr val="000000"/>
                        </a:solidFill>
                        <a:latin typeface="Cambria Math" panose="02040503050406030204" pitchFamily="18" charset="0"/>
                      </a:rPr>
                      <m:t>𝑦</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oMath>
                </a14:m>
                <a:r>
                  <a:rPr lang="en-US" sz="2000" i="0" dirty="0">
                    <a:solidFill>
                      <a:srgbClr val="000000"/>
                    </a:solidFill>
                    <a:latin typeface="Times New Roman" panose="02020603050405020304" pitchFamily="18" charset="0"/>
                    <a:ea typeface="华文楷体" panose="02010600040101010101" pitchFamily="2" charset="-122"/>
                  </a:rPr>
                  <a:t>。</a:t>
                </a:r>
              </a:p>
              <a:p>
                <a:pPr>
                  <a:lnSpc>
                    <a:spcPct val="120000"/>
                  </a:lnSpc>
                </a:pPr>
                <a:r>
                  <a:rPr lang="zh-CN" altLang="en-US" sz="2000" kern="100" dirty="0">
                    <a:latin typeface="Times New Roman" panose="02020603050405020304" pitchFamily="18" charset="0"/>
                    <a:ea typeface="华文楷体" panose="02010600040101010101" pitchFamily="2" charset="-122"/>
                  </a:rPr>
                  <a:t>（教材习题</a:t>
                </a:r>
                <a:r>
                  <a:rPr lang="en-US" altLang="zh-CN" sz="2000" kern="100" dirty="0">
                    <a:solidFill>
                      <a:srgbClr val="000000"/>
                    </a:solidFill>
                    <a:latin typeface="Times New Roman" panose="02020603050405020304" pitchFamily="18" charset="0"/>
                    <a:ea typeface="华文楷体" panose="02010600040101010101" pitchFamily="2" charset="-122"/>
                  </a:rPr>
                  <a:t>9.45</a:t>
                </a:r>
                <a:r>
                  <a:rPr lang="zh-CN" altLang="en-US" sz="2000" kern="100" dirty="0">
                    <a:latin typeface="Times New Roman" panose="02020603050405020304" pitchFamily="18" charset="0"/>
                    <a:ea typeface="华文楷体" panose="02010600040101010101" pitchFamily="2" charset="-122"/>
                  </a:rPr>
                  <a:t>）</a:t>
                </a:r>
                <a:endParaRPr lang="en-US" sz="2000" dirty="0">
                  <a:latin typeface="Times New Roman" panose="02020603050405020304" pitchFamily="18" charset="0"/>
                  <a:ea typeface="华文楷体" panose="02010600040101010101" pitchFamily="2" charset="-122"/>
                </a:endParaRPr>
              </a:p>
            </p:txBody>
          </p:sp>
        </mc:Choice>
        <mc:Fallback xmlns="">
          <p:sp>
            <p:nvSpPr>
              <p:cNvPr id="36867" name="Object 4">
                <a:extLst>
                  <a:ext uri="{FF2B5EF4-FFF2-40B4-BE49-F238E27FC236}">
                    <a16:creationId xmlns:a16="http://schemas.microsoft.com/office/drawing/2014/main" id="{47802B90-79DD-4C7E-9B4E-5C7FE0771421}"/>
                  </a:ext>
                </a:extLst>
              </p:cNvPr>
              <p:cNvSpPr txBox="1">
                <a:spLocks noRot="1" noChangeAspect="1" noMove="1" noResize="1" noEditPoints="1" noAdjustHandles="1" noChangeArrowheads="1" noChangeShapeType="1" noTextEdit="1"/>
              </p:cNvSpPr>
              <p:nvPr/>
            </p:nvSpPr>
            <p:spPr bwMode="auto">
              <a:xfrm>
                <a:off x="457200" y="1340769"/>
                <a:ext cx="5256584" cy="3672800"/>
              </a:xfrm>
              <a:prstGeom prst="rect">
                <a:avLst/>
              </a:prstGeom>
              <a:blipFill>
                <a:blip r:embed="rId2"/>
                <a:stretch>
                  <a:fillRect l="-1160" t="-166" r="-232" b="-2159"/>
                </a:stretch>
              </a:blipFill>
              <a:ln>
                <a:noFill/>
              </a:ln>
              <a:effectLst/>
            </p:spPr>
            <p:txBody>
              <a:bodyPr/>
              <a:lstStyle/>
              <a:p>
                <a:r>
                  <a:rPr lang="en-US">
                    <a:noFill/>
                  </a:rPr>
                  <a:t> </a:t>
                </a:r>
              </a:p>
            </p:txBody>
          </p:sp>
        </mc:Fallback>
      </mc:AlternateContent>
      <p:pic>
        <p:nvPicPr>
          <p:cNvPr id="3" name="图片 2">
            <a:extLst>
              <a:ext uri="{FF2B5EF4-FFF2-40B4-BE49-F238E27FC236}">
                <a16:creationId xmlns:a16="http://schemas.microsoft.com/office/drawing/2014/main" id="{A7B5F32E-E5F9-4AB8-B1BC-9D02532C0FFF}"/>
              </a:ext>
            </a:extLst>
          </p:cNvPr>
          <p:cNvPicPr>
            <a:picLocks noChangeAspect="1"/>
          </p:cNvPicPr>
          <p:nvPr/>
        </p:nvPicPr>
        <p:blipFill>
          <a:blip r:embed="rId3"/>
          <a:stretch>
            <a:fillRect/>
          </a:stretch>
        </p:blipFill>
        <p:spPr>
          <a:xfrm>
            <a:off x="5713784" y="1340768"/>
            <a:ext cx="2861897" cy="3950416"/>
          </a:xfrm>
          <a:prstGeom prst="rect">
            <a:avLst/>
          </a:prstGeom>
        </p:spPr>
      </p:pic>
      <p:sp>
        <p:nvSpPr>
          <p:cNvPr id="6" name="标题 1">
            <a:extLst>
              <a:ext uri="{FF2B5EF4-FFF2-40B4-BE49-F238E27FC236}">
                <a16:creationId xmlns:a16="http://schemas.microsoft.com/office/drawing/2014/main" id="{CAC50EEC-1E45-4D3E-8FB7-81EBA8635719}"/>
              </a:ext>
            </a:extLst>
          </p:cNvPr>
          <p:cNvSpPr>
            <a:spLocks noGrp="1"/>
          </p:cNvSpPr>
          <p:nvPr>
            <p:ph type="title"/>
          </p:nvPr>
        </p:nvSpPr>
        <p:spPr>
          <a:xfrm>
            <a:off x="457200" y="274638"/>
            <a:ext cx="8229600" cy="725487"/>
          </a:xfrm>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DA7EDE5-7EF1-43B5-BD2A-9A0D04D91195}"/>
                  </a:ext>
                </a:extLst>
              </p:cNvPr>
              <p:cNvSpPr txBox="1"/>
              <p:nvPr/>
            </p:nvSpPr>
            <p:spPr>
              <a:xfrm>
                <a:off x="457200" y="5085184"/>
                <a:ext cx="4572000" cy="1394356"/>
              </a:xfrm>
              <a:prstGeom prst="rect">
                <a:avLst/>
              </a:prstGeom>
              <a:noFill/>
            </p:spPr>
            <p:txBody>
              <a:bodyPr wrap="square">
                <a:spAutoFit/>
              </a:bodyPr>
              <a:lstStyle/>
              <a:p>
                <a:pPr>
                  <a:lnSpc>
                    <a:spcPct val="120000"/>
                  </a:lnSpc>
                </a:pPr>
                <a:r>
                  <a:rPr lang="en-US" sz="2000" i="0" dirty="0">
                    <a:solidFill>
                      <a:srgbClr val="000000"/>
                    </a:solidFill>
                    <a:latin typeface="Times New Roman" panose="02020603050405020304" pitchFamily="18" charset="0"/>
                    <a:ea typeface="华文楷体" panose="02010600040101010101" pitchFamily="2" charset="-122"/>
                  </a:rPr>
                  <a:t>解：</a:t>
                </a:r>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en-US" sz="2000" i="0" dirty="0">
                    <a:solidFill>
                      <a:srgbClr val="000000"/>
                    </a:solidFill>
                    <a:latin typeface="Times New Roman" panose="02020603050405020304" pitchFamily="18" charset="0"/>
                    <a:ea typeface="华文楷体" panose="02010600040101010101" pitchFamily="2" charset="-122"/>
                  </a:rPr>
                  <a:t>(a) </a:t>
                </a:r>
                <a14:m>
                  <m:oMath xmlns:m="http://schemas.openxmlformats.org/officeDocument/2006/math">
                    <m:r>
                      <a:rPr lang="en-US" sz="2000" i="1">
                        <a:solidFill>
                          <a:srgbClr val="000000"/>
                        </a:solidFill>
                        <a:latin typeface="Cambria Math" panose="02040503050406030204" pitchFamily="18" charset="0"/>
                      </a:rPr>
                      <m:t>𝑌</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2/3</m:t>
                        </m:r>
                      </m:num>
                      <m:den>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−2</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1/3</m:t>
                        </m:r>
                      </m:num>
                      <m:den>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+1</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𝑠</m:t>
                        </m:r>
                      </m:num>
                      <m:den>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+1)</m:t>
                        </m:r>
                      </m:den>
                    </m:f>
                  </m:oMath>
                </a14:m>
                <a:r>
                  <a:rPr lang="en-US" sz="2000" i="1" dirty="0">
                    <a:solidFill>
                      <a:srgbClr val="000000"/>
                    </a:solidFill>
                    <a:latin typeface="Times New Roman" panose="02020603050405020304" pitchFamily="18" charset="0"/>
                    <a:ea typeface="华文楷体" panose="02010600040101010101" pitchFamily="2" charset="-122"/>
                  </a:rPr>
                  <a:t/>
                </a:r>
                <a:br>
                  <a:rPr lang="en-US" sz="2000" i="1" dirty="0">
                    <a:solidFill>
                      <a:srgbClr val="000000"/>
                    </a:solidFill>
                    <a:latin typeface="Times New Roman" panose="02020603050405020304" pitchFamily="18" charset="0"/>
                    <a:ea typeface="华文楷体" panose="02010600040101010101" pitchFamily="2" charset="-122"/>
                  </a:rPr>
                </a:br>
                <a:r>
                  <a:rPr lang="en-US" sz="2000" dirty="0">
                    <a:solidFill>
                      <a:srgbClr val="000000"/>
                    </a:solidFill>
                    <a:latin typeface="Times New Roman" panose="02020603050405020304" pitchFamily="18" charset="0"/>
                    <a:ea typeface="华文楷体" panose="02010600040101010101" pitchFamily="2" charset="-122"/>
                  </a:rPr>
                  <a:t>ROC</a:t>
                </a:r>
                <a:r>
                  <a:rPr lang="zh-CN" altLang="en-US" sz="2000" dirty="0">
                    <a:solidFill>
                      <a:srgbClr val="000000"/>
                    </a:solidFill>
                    <a:latin typeface="Times New Roman" panose="02020603050405020304" pitchFamily="18" charset="0"/>
                    <a:ea typeface="华文楷体" panose="02010600040101010101" pitchFamily="2" charset="-122"/>
                  </a:rPr>
                  <a:t>为</a:t>
                </a:r>
                <a14:m>
                  <m:oMath xmlns:m="http://schemas.openxmlformats.org/officeDocument/2006/math">
                    <m:r>
                      <a:rPr lang="en-US" sz="2000" i="1">
                        <a:solidFill>
                          <a:srgbClr val="000000"/>
                        </a:solidFill>
                        <a:latin typeface="Cambria Math" panose="02040503050406030204" pitchFamily="18" charset="0"/>
                      </a:rPr>
                      <m:t>−1&lt;</m:t>
                    </m:r>
                    <m:r>
                      <m:rPr>
                        <m:sty m:val="p"/>
                      </m:rPr>
                      <a:rPr lang="en-US" sz="2000" b="0" i="0" smtClean="0">
                        <a:solidFill>
                          <a:srgbClr val="000000"/>
                        </a:solidFill>
                        <a:latin typeface="Cambria Math" panose="02040503050406030204" pitchFamily="18" charset="0"/>
                      </a:rPr>
                      <m:t>Re</m:t>
                    </m:r>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&lt;2</m:t>
                    </m:r>
                  </m:oMath>
                </a14:m>
                <a:r>
                  <a:rPr lang="zh-CN" altLang="en-US" sz="2000" dirty="0">
                    <a:solidFill>
                      <a:srgbClr val="000000"/>
                    </a:solidFill>
                    <a:latin typeface="Times New Roman" panose="02020603050405020304" pitchFamily="18" charset="0"/>
                    <a:ea typeface="华文楷体" panose="02010600040101010101" pitchFamily="2" charset="-122"/>
                  </a:rPr>
                  <a:t>。</a:t>
                </a:r>
                <a:endParaRPr lang="en-US" sz="2000" dirty="0">
                  <a:latin typeface="Times New Roman" panose="02020603050405020304" pitchFamily="18" charset="0"/>
                  <a:ea typeface="华文楷体" panose="02010600040101010101" pitchFamily="2" charset="-122"/>
                </a:endParaRPr>
              </a:p>
            </p:txBody>
          </p:sp>
        </mc:Choice>
        <mc:Fallback xmlns="">
          <p:sp>
            <p:nvSpPr>
              <p:cNvPr id="10" name="文本框 9">
                <a:extLst>
                  <a:ext uri="{FF2B5EF4-FFF2-40B4-BE49-F238E27FC236}">
                    <a16:creationId xmlns:a16="http://schemas.microsoft.com/office/drawing/2014/main" id="{ADA7EDE5-7EF1-43B5-BD2A-9A0D04D91195}"/>
                  </a:ext>
                </a:extLst>
              </p:cNvPr>
              <p:cNvSpPr txBox="1">
                <a:spLocks noRot="1" noChangeAspect="1" noMove="1" noResize="1" noEditPoints="1" noAdjustHandles="1" noChangeArrowheads="1" noChangeShapeType="1" noTextEdit="1"/>
              </p:cNvSpPr>
              <p:nvPr/>
            </p:nvSpPr>
            <p:spPr>
              <a:xfrm>
                <a:off x="457200" y="5085184"/>
                <a:ext cx="4572000" cy="1394356"/>
              </a:xfrm>
              <a:prstGeom prst="rect">
                <a:avLst/>
              </a:prstGeom>
              <a:blipFill>
                <a:blip r:embed="rId4"/>
                <a:stretch>
                  <a:fillRect l="-1333" b="-698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890" name="Object 4">
                <a:extLst>
                  <a:ext uri="{FF2B5EF4-FFF2-40B4-BE49-F238E27FC236}">
                    <a16:creationId xmlns:a16="http://schemas.microsoft.com/office/drawing/2014/main" id="{FF117D46-60F0-4F52-954B-8397FFF32C8C}"/>
                  </a:ext>
                </a:extLst>
              </p:cNvPr>
              <p:cNvSpPr txBox="1"/>
              <p:nvPr/>
            </p:nvSpPr>
            <p:spPr bwMode="auto">
              <a:xfrm>
                <a:off x="755576" y="1340768"/>
                <a:ext cx="7632848" cy="4903843"/>
              </a:xfrm>
              <a:prstGeom prst="rect">
                <a:avLst/>
              </a:prstGeom>
              <a:noFill/>
              <a:ln>
                <a:noFill/>
              </a:ln>
              <a:effectLst/>
            </p:spPr>
            <p:txBody>
              <a:bodyPr wrap="square">
                <a:spAutoFit/>
              </a:bodyPr>
              <a:lstStyle/>
              <a:p>
                <a:pPr algn="just">
                  <a:lnSpc>
                    <a:spcPct val="120000"/>
                  </a:lnSpc>
                </a:pPr>
                <a:r>
                  <a:rPr lang="zh-CN" altLang="en-US" sz="2400" dirty="0">
                    <a:solidFill>
                      <a:srgbClr val="000000"/>
                    </a:solidFill>
                    <a:latin typeface="Times New Roman" panose="02020603050405020304" pitchFamily="18" charset="0"/>
                    <a:ea typeface="华文楷体" panose="02010600040101010101" pitchFamily="2" charset="-122"/>
                  </a:rPr>
                  <a:t>同时</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dirty="0">
                    <a:solidFill>
                      <a:srgbClr val="000000"/>
                    </a:solidFill>
                    <a:latin typeface="Times New Roman" panose="02020603050405020304" pitchFamily="18" charset="0"/>
                    <a:ea typeface="华文楷体" panose="02010600040101010101" pitchFamily="2" charset="-122"/>
                  </a:rPr>
                  <a:t>是左边信号，其</a:t>
                </a:r>
                <a:r>
                  <a:rPr lang="en-US" altLang="zh-CN" sz="2400" dirty="0">
                    <a:solidFill>
                      <a:srgbClr val="000000"/>
                    </a:solidFill>
                    <a:latin typeface="Times New Roman" panose="02020603050405020304" pitchFamily="18" charset="0"/>
                    <a:ea typeface="华文楷体" panose="02010600040101010101" pitchFamily="2" charset="-122"/>
                  </a:rPr>
                  <a:t>ROC</a:t>
                </a:r>
                <a:r>
                  <a:rPr lang="zh-CN" altLang="en-US" sz="2400" dirty="0">
                    <a:solidFill>
                      <a:srgbClr val="000000"/>
                    </a:solidFill>
                    <a:latin typeface="Times New Roman" panose="02020603050405020304" pitchFamily="18" charset="0"/>
                    <a:ea typeface="华文楷体" panose="02010600040101010101" pitchFamily="2" charset="-122"/>
                  </a:rPr>
                  <a:t>为</a:t>
                </a:r>
                <a14:m>
                  <m:oMath xmlns:m="http://schemas.openxmlformats.org/officeDocument/2006/math">
                    <m:r>
                      <m:rPr>
                        <m:sty m:val="p"/>
                      </m:rPr>
                      <a:rPr lang="en-US" sz="2400" b="0" i="0" smtClean="0">
                        <a:solidFill>
                          <a:srgbClr val="000000"/>
                        </a:solidFill>
                        <a:latin typeface="Cambria Math" panose="02040503050406030204" pitchFamily="18" charset="0"/>
                      </a:rPr>
                      <m:t>Re</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&lt;2</m:t>
                    </m:r>
                  </m:oMath>
                </a14:m>
                <a:r>
                  <a:rPr lang="zh-CN" altLang="en-US" sz="2400" i="0" dirty="0">
                    <a:solidFill>
                      <a:srgbClr val="000000"/>
                    </a:solidFill>
                    <a:latin typeface="+mj-lt"/>
                  </a:rPr>
                  <a:t>。</a:t>
                </a:r>
                <a:endParaRPr lang="en-US" altLang="zh-CN" sz="2400" i="0" dirty="0">
                  <a:solidFill>
                    <a:srgbClr val="000000"/>
                  </a:solidFill>
                  <a:latin typeface="+mj-lt"/>
                </a:endParaRPr>
              </a:p>
              <a:p>
                <a:pPr algn="just">
                  <a:lnSpc>
                    <a:spcPct val="120000"/>
                  </a:lnSpc>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𝑠</m:t>
                          </m:r>
                        </m:num>
                        <m:den>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+1)</m:t>
                          </m:r>
                        </m:den>
                      </m:f>
                    </m:oMath>
                  </m:oMathPara>
                </a14:m>
                <a:r>
                  <a:rPr lang="en-US" sz="2400" i="1" dirty="0">
                    <a:solidFill>
                      <a:srgbClr val="000000"/>
                    </a:solidFill>
                    <a:latin typeface="Times New Roman" panose="02020603050405020304" pitchFamily="18" charset="0"/>
                    <a:ea typeface="华文楷体" panose="02010600040101010101" pitchFamily="2" charset="-122"/>
                  </a:rPr>
                  <a:t/>
                </a:r>
                <a:br>
                  <a:rPr lang="en-US" sz="2400" i="1" dirty="0">
                    <a:solidFill>
                      <a:srgbClr val="000000"/>
                    </a:solidFill>
                    <a:latin typeface="Times New Roman" panose="02020603050405020304" pitchFamily="18" charset="0"/>
                    <a:ea typeface="华文楷体" panose="02010600040101010101" pitchFamily="2" charset="-122"/>
                  </a:rPr>
                </a:br>
                <a:r>
                  <a:rPr lang="zh-CN" altLang="en-US" sz="2400" dirty="0">
                    <a:solidFill>
                      <a:srgbClr val="000000"/>
                    </a:solidFill>
                    <a:latin typeface="Times New Roman" panose="02020603050405020304" pitchFamily="18" charset="0"/>
                    <a:ea typeface="华文楷体" panose="02010600040101010101" pitchFamily="2" charset="-122"/>
                  </a:rPr>
                  <a:t>根据</a:t>
                </a:r>
                <a14:m>
                  <m:oMath xmlns:m="http://schemas.openxmlformats.org/officeDocument/2006/math">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oMath>
                </a14:m>
                <a:r>
                  <a:rPr lang="zh-CN" altLang="en-US" sz="2400" dirty="0">
                    <a:solidFill>
                      <a:srgbClr val="000000"/>
                    </a:solidFill>
                    <a:latin typeface="Times New Roman" panose="02020603050405020304" pitchFamily="18" charset="0"/>
                    <a:ea typeface="华文楷体" panose="02010600040101010101" pitchFamily="2" charset="-122"/>
                  </a:rPr>
                  <a:t>的</a:t>
                </a:r>
                <a:r>
                  <a:rPr lang="en-US" sz="2400" dirty="0">
                    <a:solidFill>
                      <a:srgbClr val="000000"/>
                    </a:solidFill>
                    <a:latin typeface="Times New Roman" panose="02020603050405020304" pitchFamily="18" charset="0"/>
                    <a:ea typeface="华文楷体" panose="02010600040101010101" pitchFamily="2" charset="-122"/>
                  </a:rPr>
                  <a:t>ROC</a:t>
                </a:r>
                <a:r>
                  <a:rPr lang="zh-CN" altLang="en-US" sz="2400" dirty="0">
                    <a:solidFill>
                      <a:srgbClr val="000000"/>
                    </a:solidFill>
                    <a:latin typeface="Times New Roman" panose="02020603050405020304" pitchFamily="18" charset="0"/>
                    <a:ea typeface="华文楷体" panose="02010600040101010101" pitchFamily="2" charset="-122"/>
                  </a:rPr>
                  <a:t>是</a:t>
                </a:r>
                <a14:m>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oMath>
                </a14:m>
                <a:r>
                  <a:rPr lang="en-US" sz="2400" i="0" dirty="0">
                    <a:solidFill>
                      <a:srgbClr val="000000"/>
                    </a:solidFill>
                    <a:latin typeface="Times New Roman" panose="02020603050405020304" pitchFamily="18" charset="0"/>
                    <a:ea typeface="华文楷体" panose="02010600040101010101" pitchFamily="2" charset="-122"/>
                  </a:rPr>
                  <a:t>与</a:t>
                </a:r>
                <a14:m>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oMath>
                </a14:m>
                <a:r>
                  <a:rPr lang="zh-CN" altLang="en-US" sz="2400" dirty="0">
                    <a:solidFill>
                      <a:srgbClr val="000000"/>
                    </a:solidFill>
                    <a:latin typeface="Times New Roman" panose="02020603050405020304" pitchFamily="18" charset="0"/>
                    <a:ea typeface="华文楷体" panose="02010600040101010101" pitchFamily="2" charset="-122"/>
                  </a:rPr>
                  <a:t>的</a:t>
                </a:r>
                <a:r>
                  <a:rPr lang="en-US" sz="2400" dirty="0">
                    <a:solidFill>
                      <a:srgbClr val="000000"/>
                    </a:solidFill>
                    <a:latin typeface="Times New Roman" panose="02020603050405020304" pitchFamily="18" charset="0"/>
                    <a:ea typeface="华文楷体" panose="02010600040101010101" pitchFamily="2" charset="-122"/>
                  </a:rPr>
                  <a:t>ROC</a:t>
                </a:r>
                <a:r>
                  <a:rPr lang="zh-CN" altLang="en-US" sz="2400" dirty="0">
                    <a:solidFill>
                      <a:srgbClr val="000000"/>
                    </a:solidFill>
                    <a:latin typeface="Times New Roman" panose="02020603050405020304" pitchFamily="18" charset="0"/>
                    <a:ea typeface="华文楷体" panose="02010600040101010101" pitchFamily="2" charset="-122"/>
                  </a:rPr>
                  <a:t>的交集可以推出</a:t>
                </a:r>
                <a:r>
                  <a:rPr lang="en-US" sz="2400" i="0" dirty="0">
                    <a:solidFill>
                      <a:srgbClr val="000000"/>
                    </a:solidFill>
                    <a:latin typeface="Times New Roman" panose="02020603050405020304" pitchFamily="18" charset="0"/>
                    <a:ea typeface="华文楷体" panose="02010600040101010101" pitchFamily="2" charset="-122"/>
                  </a:rPr>
                  <a:t>，</a:t>
                </a:r>
                <a14:m>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oMath>
                </a14:m>
                <a:r>
                  <a:rPr lang="zh-CN" altLang="en-US" sz="2400" dirty="0">
                    <a:solidFill>
                      <a:srgbClr val="000000"/>
                    </a:solidFill>
                    <a:latin typeface="Times New Roman" panose="02020603050405020304" pitchFamily="18" charset="0"/>
                    <a:ea typeface="华文楷体" panose="02010600040101010101" pitchFamily="2" charset="-122"/>
                  </a:rPr>
                  <a:t>的</a:t>
                </a:r>
                <a:r>
                  <a:rPr lang="en-US" sz="2400" dirty="0">
                    <a:solidFill>
                      <a:srgbClr val="000000"/>
                    </a:solidFill>
                    <a:latin typeface="Times New Roman" panose="02020603050405020304" pitchFamily="18" charset="0"/>
                    <a:ea typeface="华文楷体" panose="02010600040101010101" pitchFamily="2" charset="-122"/>
                  </a:rPr>
                  <a:t>ROC</a:t>
                </a:r>
                <a:r>
                  <a:rPr lang="zh-CN" altLang="en-US" sz="2400" dirty="0">
                    <a:solidFill>
                      <a:srgbClr val="000000"/>
                    </a:solidFill>
                    <a:latin typeface="Times New Roman" panose="02020603050405020304" pitchFamily="18" charset="0"/>
                    <a:ea typeface="华文楷体" panose="02010600040101010101" pitchFamily="2" charset="-122"/>
                  </a:rPr>
                  <a:t>为</a:t>
                </a:r>
                <a14:m>
                  <m:oMath xmlns:m="http://schemas.openxmlformats.org/officeDocument/2006/math">
                    <m:r>
                      <m:rPr>
                        <m:sty m:val="p"/>
                      </m:rPr>
                      <a:rPr lang="en-US" sz="2400" b="0" i="0" smtClean="0">
                        <a:solidFill>
                          <a:srgbClr val="000000"/>
                        </a:solidFill>
                        <a:latin typeface="Cambria Math" panose="02040503050406030204" pitchFamily="18" charset="0"/>
                      </a:rPr>
                      <m:t>Re</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&gt;−1</m:t>
                    </m:r>
                  </m:oMath>
                </a14:m>
                <a:r>
                  <a:rPr lang="en-US" sz="2400" i="0" dirty="0">
                    <a:solidFill>
                      <a:srgbClr val="000000"/>
                    </a:solidFill>
                    <a:latin typeface="Times New Roman" panose="02020603050405020304" pitchFamily="18" charset="0"/>
                    <a:ea typeface="华文楷体" panose="02010600040101010101" pitchFamily="2" charset="-122"/>
                  </a:rPr>
                  <a:t>。</a:t>
                </a:r>
              </a:p>
              <a:p>
                <a:pPr algn="just">
                  <a:lnSpc>
                    <a:spcPct val="120000"/>
                  </a:lnSpc>
                </a:pPr>
                <a:r>
                  <a:rPr lang="en-US" sz="2400" i="0" dirty="0">
                    <a:solidFill>
                      <a:srgbClr val="000000"/>
                    </a:solidFill>
                    <a:latin typeface="Times New Roman" panose="02020603050405020304" pitchFamily="18" charset="0"/>
                    <a:ea typeface="华文楷体" panose="02010600040101010101" pitchFamily="2" charset="-122"/>
                  </a:rPr>
                  <a:t>(b)</a:t>
                </a:r>
              </a:p>
              <a:p>
                <a:pPr algn="just">
                  <a:lnSpc>
                    <a:spcPct val="120000"/>
                  </a:lnSpc>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num>
                        <m:den>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+1</m:t>
                          </m:r>
                        </m:den>
                      </m:f>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r>
                  <a:rPr lang="en-US" sz="2400" i="1" dirty="0">
                    <a:solidFill>
                      <a:srgbClr val="000000"/>
                    </a:solidFill>
                    <a:latin typeface="Times New Roman" panose="02020603050405020304" pitchFamily="18" charset="0"/>
                    <a:ea typeface="华文楷体" panose="02010600040101010101" pitchFamily="2" charset="-122"/>
                  </a:rPr>
                  <a:t/>
                </a:r>
                <a:br>
                  <a:rPr lang="en-US" sz="2400" i="1" dirty="0">
                    <a:solidFill>
                      <a:srgbClr val="000000"/>
                    </a:solidFill>
                    <a:latin typeface="Times New Roman" panose="02020603050405020304" pitchFamily="18" charset="0"/>
                    <a:ea typeface="华文楷体" panose="02010600040101010101" pitchFamily="2" charset="-122"/>
                  </a:rPr>
                </a:br>
                <a:r>
                  <a:rPr lang="en-US" sz="2400" i="0" dirty="0">
                    <a:solidFill>
                      <a:srgbClr val="000000"/>
                    </a:solidFill>
                    <a:latin typeface="Times New Roman" panose="02020603050405020304" pitchFamily="18" charset="0"/>
                    <a:ea typeface="华文楷体" panose="02010600040101010101" pitchFamily="2" charset="-122"/>
                  </a:rPr>
                  <a:t>(c)</a:t>
                </a:r>
              </a:p>
              <a:p>
                <a:pPr algn="just">
                  <a:lnSpc>
                    <a:spcPct val="120000"/>
                  </a:lnSpc>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(3)</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3</m:t>
                          </m:r>
                        </m:num>
                        <m:den>
                          <m:r>
                            <a:rPr lang="en-US" sz="2400" i="1">
                              <a:solidFill>
                                <a:srgbClr val="000000"/>
                              </a:solidFill>
                              <a:latin typeface="Cambria Math" panose="02040503050406030204" pitchFamily="18" charset="0"/>
                            </a:rPr>
                            <m:t>20</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oMath>
                  </m:oMathPara>
                </a14:m>
                <a:endParaRPr lang="en-US" sz="2400" dirty="0">
                  <a:latin typeface="Times New Roman" panose="02020603050405020304" pitchFamily="18" charset="0"/>
                  <a:ea typeface="华文楷体" panose="02010600040101010101" pitchFamily="2" charset="-122"/>
                </a:endParaRPr>
              </a:p>
            </p:txBody>
          </p:sp>
        </mc:Choice>
        <mc:Fallback xmlns="">
          <p:sp>
            <p:nvSpPr>
              <p:cNvPr id="37890" name="Object 4">
                <a:extLst>
                  <a:ext uri="{FF2B5EF4-FFF2-40B4-BE49-F238E27FC236}">
                    <a16:creationId xmlns:a16="http://schemas.microsoft.com/office/drawing/2014/main" id="{FF117D46-60F0-4F52-954B-8397FFF32C8C}"/>
                  </a:ext>
                </a:extLst>
              </p:cNvPr>
              <p:cNvSpPr txBox="1">
                <a:spLocks noRot="1" noChangeAspect="1" noMove="1" noResize="1" noEditPoints="1" noAdjustHandles="1" noChangeArrowheads="1" noChangeShapeType="1" noTextEdit="1"/>
              </p:cNvSpPr>
              <p:nvPr/>
            </p:nvSpPr>
            <p:spPr bwMode="auto">
              <a:xfrm>
                <a:off x="755576" y="1340768"/>
                <a:ext cx="7632848" cy="4903843"/>
              </a:xfrm>
              <a:prstGeom prst="rect">
                <a:avLst/>
              </a:prstGeom>
              <a:blipFill>
                <a:blip r:embed="rId2"/>
                <a:stretch>
                  <a:fillRect l="-1278" t="-746" r="-1198"/>
                </a:stretch>
              </a:blipFill>
              <a:ln>
                <a:noFill/>
              </a:ln>
              <a:effectLst/>
            </p:spPr>
            <p:txBody>
              <a:bodyPr/>
              <a:lstStyle/>
              <a:p>
                <a:r>
                  <a:rPr lang="en-US">
                    <a:noFill/>
                  </a:rPr>
                  <a:t> </a:t>
                </a:r>
              </a:p>
            </p:txBody>
          </p:sp>
        </mc:Fallback>
      </mc:AlternateContent>
      <p:sp>
        <p:nvSpPr>
          <p:cNvPr id="3" name="标题 1">
            <a:extLst>
              <a:ext uri="{FF2B5EF4-FFF2-40B4-BE49-F238E27FC236}">
                <a16:creationId xmlns:a16="http://schemas.microsoft.com/office/drawing/2014/main" id="{362937E9-2DD1-402D-A8A2-FFD0180B93CF}"/>
              </a:ext>
            </a:extLst>
          </p:cNvPr>
          <p:cNvSpPr>
            <a:spLocks noGrp="1"/>
          </p:cNvSpPr>
          <p:nvPr>
            <p:ph type="title"/>
          </p:nvPr>
        </p:nvSpPr>
        <p:spPr>
          <a:xfrm>
            <a:off x="457200" y="274638"/>
            <a:ext cx="8229600" cy="725487"/>
          </a:xfrm>
        </p:spPr>
        <p:txBody>
          <a:bodyPr/>
          <a:lstStyle/>
          <a:p>
            <a:r>
              <a:rPr lang="en-US" altLang="zh-CN" sz="3200" dirty="0">
                <a:solidFill>
                  <a:srgbClr val="000000"/>
                </a:solidFill>
              </a:rPr>
              <a:t>9.7 </a:t>
            </a:r>
            <a:r>
              <a:rPr lang="zh-CN" altLang="en-US" sz="3200" dirty="0">
                <a:solidFill>
                  <a:srgbClr val="000000"/>
                </a:solidFill>
              </a:rPr>
              <a:t>用拉普拉斯变换分析与表征</a:t>
            </a:r>
            <a:r>
              <a:rPr lang="en-US" altLang="zh-CN" sz="3200" dirty="0">
                <a:solidFill>
                  <a:srgbClr val="000000"/>
                </a:solidFill>
              </a:rPr>
              <a:t>LTI</a:t>
            </a:r>
            <a:r>
              <a:rPr lang="zh-CN" altLang="en-US" sz="3200" dirty="0">
                <a:solidFill>
                  <a:srgbClr val="000000"/>
                </a:solidFill>
              </a:rPr>
              <a:t>系统</a:t>
            </a:r>
            <a:endParaRPr lang="zh-CN" altLang="en-US" sz="36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1">
            <a:extLst>
              <a:ext uri="{FF2B5EF4-FFF2-40B4-BE49-F238E27FC236}">
                <a16:creationId xmlns:a16="http://schemas.microsoft.com/office/drawing/2014/main" id="{A2502CBC-61DA-4361-A4B9-1896410C7B2E}"/>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F9C1AA-BF5D-4A79-80CB-A2F5AB97313E}"/>
                  </a:ext>
                </a:extLst>
              </p:cNvPr>
              <p:cNvSpPr>
                <a:spLocks noGrp="1"/>
              </p:cNvSpPr>
              <p:nvPr>
                <p:ph idx="1"/>
              </p:nvPr>
            </p:nvSpPr>
            <p:spPr>
              <a:xfrm>
                <a:off x="457200" y="1285875"/>
                <a:ext cx="8229600" cy="4958217"/>
              </a:xfrm>
            </p:spPr>
            <p:txBody>
              <a:bodyPr>
                <a:spAutoFit/>
              </a:bodyPr>
              <a:lstStyle/>
              <a:p>
                <a:pPr algn="just">
                  <a:lnSpc>
                    <a:spcPct val="150000"/>
                  </a:lnSpc>
                  <a:spcBef>
                    <a:spcPts val="1200"/>
                  </a:spcBef>
                </a:pPr>
                <a:r>
                  <a:rPr lang="zh-CN" altLang="en-US" sz="2800" b="0" dirty="0"/>
                  <a:t>对于典型的可实现滤波器，往往先给定频率响应模特性，再利用拉普拉斯变换确定系统函数。</a:t>
                </a:r>
                <a:endParaRPr lang="en-US" altLang="zh-CN" sz="2800" b="0" dirty="0"/>
              </a:p>
              <a:p>
                <a:pPr marL="0" indent="0" algn="just">
                  <a:lnSpc>
                    <a:spcPct val="150000"/>
                  </a:lnSpc>
                  <a:spcBef>
                    <a:spcPts val="1200"/>
                  </a:spcBef>
                  <a:buNone/>
                </a:pPr>
                <a:r>
                  <a:rPr lang="zh-CN" altLang="en-US" sz="2800" b="0" dirty="0">
                    <a:solidFill>
                      <a:srgbClr val="0000FF"/>
                    </a:solidFill>
                  </a:rPr>
                  <a:t>巴特沃斯（</a:t>
                </a:r>
                <a:r>
                  <a:rPr lang="en-US" altLang="zh-CN" sz="2800" b="0" dirty="0">
                    <a:solidFill>
                      <a:srgbClr val="0000FF"/>
                    </a:solidFill>
                  </a:rPr>
                  <a:t> Butterworth </a:t>
                </a:r>
                <a:r>
                  <a:rPr lang="zh-CN" altLang="en-US" sz="2800" b="0" dirty="0">
                    <a:solidFill>
                      <a:srgbClr val="0000FF"/>
                    </a:solidFill>
                  </a:rPr>
                  <a:t>）滤波器设计</a:t>
                </a:r>
                <a:r>
                  <a:rPr lang="en-US" altLang="zh-CN" sz="2800" b="0" dirty="0">
                    <a:solidFill>
                      <a:srgbClr val="0000FF"/>
                    </a:solidFill>
                  </a:rPr>
                  <a:t>:</a:t>
                </a:r>
              </a:p>
              <a:p>
                <a:pPr algn="just">
                  <a:lnSpc>
                    <a:spcPct val="150000"/>
                  </a:lnSpc>
                  <a:spcBef>
                    <a:spcPts val="0"/>
                  </a:spcBef>
                </a:pPr>
                <a:r>
                  <a:rPr lang="zh-CN" altLang="en-US" sz="2800" b="0" dirty="0"/>
                  <a:t>通常巴特沃斯滤波器的特性由频率响应的模平方函数给出。对</a:t>
                </a:r>
                <a14:m>
                  <m:oMath xmlns:m="http://schemas.openxmlformats.org/officeDocument/2006/math">
                    <m:r>
                      <a:rPr lang="en-US" sz="2800" b="0" i="1">
                        <a:latin typeface="Cambria Math" panose="02040503050406030204" pitchFamily="18" charset="0"/>
                      </a:rPr>
                      <m:t>𝑁</m:t>
                    </m:r>
                  </m:oMath>
                </a14:m>
                <a:r>
                  <a:rPr lang="zh-CN" altLang="en-US" sz="2800" b="0" dirty="0"/>
                  <a:t>阶巴特沃斯低通滤波器有：</a:t>
                </a:r>
                <a:endParaRPr lang="en-US" altLang="zh-CN" sz="2800" b="0" dirty="0"/>
              </a:p>
              <a:p>
                <a:pPr marL="0" indent="0" algn="just">
                  <a:lnSpc>
                    <a:spcPct val="150000"/>
                  </a:lnSpc>
                  <a:spcBef>
                    <a:spcPts val="1200"/>
                  </a:spcBef>
                  <a:buNone/>
                </a:pPr>
                <a14:m>
                  <m:oMathPara xmlns:m="http://schemas.openxmlformats.org/officeDocument/2006/math">
                    <m:oMathParaPr>
                      <m:jc m:val="centerGroup"/>
                    </m:oMathParaPr>
                    <m:oMath xmlns:m="http://schemas.openxmlformats.org/officeDocument/2006/math">
                      <m:sSup>
                        <m:sSupPr>
                          <m:ctrlPr>
                            <a:rPr lang="en-US" sz="2800" b="0" i="1">
                              <a:latin typeface="Cambria Math" panose="02040503050406030204" pitchFamily="18" charset="0"/>
                            </a:rPr>
                          </m:ctrlPr>
                        </m:sSupPr>
                        <m:e>
                          <m:d>
                            <m:dPr>
                              <m:begChr m:val="|"/>
                              <m:endChr m:val="|"/>
                              <m:ctrlPr>
                                <a:rPr lang="en-US" sz="2800" b="0" i="1">
                                  <a:latin typeface="Cambria Math" panose="02040503050406030204" pitchFamily="18" charset="0"/>
                                </a:rPr>
                              </m:ctrlPr>
                            </m:dPr>
                            <m:e>
                              <m:r>
                                <a:rPr lang="en-US" sz="2800" b="0" i="1">
                                  <a:latin typeface="Cambria Math" panose="02040503050406030204" pitchFamily="18" charset="0"/>
                                </a:rPr>
                                <m:t>𝐵</m:t>
                              </m:r>
                              <m:r>
                                <a:rPr lang="en-US" sz="2800" b="0" i="1">
                                  <a:latin typeface="Cambria Math" panose="02040503050406030204" pitchFamily="18" charset="0"/>
                                </a:rPr>
                                <m:t>(</m:t>
                              </m:r>
                              <m:r>
                                <m:rPr>
                                  <m:sty m:val="p"/>
                                </m:rPr>
                                <a:rPr lang="en-US" sz="2800" b="0" i="0">
                                  <a:latin typeface="Cambria Math" panose="02040503050406030204" pitchFamily="18" charset="0"/>
                                </a:rPr>
                                <m:t>j</m:t>
                              </m:r>
                              <m:r>
                                <a:rPr lang="en-US" sz="2800" b="0" i="1">
                                  <a:latin typeface="Cambria Math" panose="02040503050406030204" pitchFamily="18" charset="0"/>
                                </a:rPr>
                                <m:t>𝜔</m:t>
                              </m:r>
                              <m:r>
                                <a:rPr lang="en-US" sz="2800" b="0" i="1">
                                  <a:latin typeface="Cambria Math" panose="02040503050406030204" pitchFamily="18" charset="0"/>
                                </a:rPr>
                                <m:t>)</m:t>
                              </m:r>
                            </m:e>
                          </m:d>
                        </m:e>
                        <m:sup>
                          <m:r>
                            <a:rPr lang="en-US" sz="2800" b="0" i="1">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a:rPr lang="en-US" sz="2800" b="0" i="1">
                              <a:latin typeface="Cambria Math" panose="02040503050406030204" pitchFamily="18" charset="0"/>
                            </a:rPr>
                            <m:t>𝐵</m:t>
                          </m:r>
                          <m:r>
                            <a:rPr lang="en-US" sz="2800" b="0" i="1">
                              <a:latin typeface="Cambria Math" panose="02040503050406030204" pitchFamily="18" charset="0"/>
                            </a:rPr>
                            <m:t>(</m:t>
                          </m:r>
                          <m:r>
                            <m:rPr>
                              <m:sty m:val="p"/>
                            </m:rPr>
                            <a:rPr lang="en-US" sz="2800" b="0">
                              <a:latin typeface="Cambria Math" panose="02040503050406030204" pitchFamily="18" charset="0"/>
                            </a:rPr>
                            <m:t>j</m:t>
                          </m:r>
                          <m:r>
                            <a:rPr lang="en-US" sz="2800" b="0" i="1">
                              <a:latin typeface="Cambria Math" panose="02040503050406030204" pitchFamily="18" charset="0"/>
                            </a:rPr>
                            <m:t>𝜔</m:t>
                          </m:r>
                          <m:r>
                            <a:rPr lang="en-US" sz="2800" b="0" i="1">
                              <a:latin typeface="Cambria Math" panose="02040503050406030204" pitchFamily="18" charset="0"/>
                            </a:rPr>
                            <m:t>)</m:t>
                          </m:r>
                          <m:r>
                            <a:rPr lang="en-US" sz="2800" i="1">
                              <a:solidFill>
                                <a:srgbClr val="000000"/>
                              </a:solidFill>
                              <a:latin typeface="Cambria Math" panose="02040503050406030204" pitchFamily="18" charset="0"/>
                            </a:rPr>
                            <m:t>𝐵</m:t>
                          </m:r>
                        </m:e>
                        <m:sup>
                          <m:r>
                            <a:rPr lang="en-US" sz="2800" i="1">
                              <a:solidFill>
                                <a:srgbClr val="000000"/>
                              </a:solidFill>
                              <a:latin typeface="Cambria Math" panose="02040503050406030204" pitchFamily="18" charset="0"/>
                            </a:rPr>
                            <m:t>∗</m:t>
                          </m:r>
                        </m:sup>
                      </m:sSup>
                      <m:r>
                        <a:rPr lang="en-US" sz="2800" i="1">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f>
                        <m:fPr>
                          <m:ctrlPr>
                            <a:rPr lang="en-US" sz="2800" b="0" i="1">
                              <a:latin typeface="Cambria Math" panose="02040503050406030204" pitchFamily="18" charset="0"/>
                            </a:rPr>
                          </m:ctrlPr>
                        </m:fPr>
                        <m:num>
                          <m:r>
                            <a:rPr lang="en-US" sz="2800" b="0" i="1">
                              <a:latin typeface="Cambria Math" panose="02040503050406030204" pitchFamily="18" charset="0"/>
                            </a:rPr>
                            <m:t>1</m:t>
                          </m:r>
                        </m:num>
                        <m:den>
                          <m:r>
                            <a:rPr lang="en-US" sz="2800" b="0" i="1">
                              <a:latin typeface="Cambria Math" panose="02040503050406030204" pitchFamily="18" charset="0"/>
                            </a:rPr>
                            <m:t>1+</m:t>
                          </m:r>
                          <m:sSup>
                            <m:sSupPr>
                              <m:ctrlPr>
                                <a:rPr lang="en-US" sz="2800" b="0" i="1">
                                  <a:latin typeface="Cambria Math" panose="02040503050406030204" pitchFamily="18" charset="0"/>
                                </a:rPr>
                              </m:ctrlPr>
                            </m:sSupPr>
                            <m:e>
                              <m:d>
                                <m:dPr>
                                  <m:ctrlPr>
                                    <a:rPr lang="en-US" sz="2800" b="0" i="1">
                                      <a:latin typeface="Cambria Math" panose="02040503050406030204" pitchFamily="18" charset="0"/>
                                    </a:rPr>
                                  </m:ctrlPr>
                                </m:dPr>
                                <m:e>
                                  <m:r>
                                    <m:rPr>
                                      <m:sty m:val="p"/>
                                    </m:rPr>
                                    <a:rPr lang="en-US" sz="2800" b="0" i="0">
                                      <a:latin typeface="Cambria Math" panose="02040503050406030204" pitchFamily="18" charset="0"/>
                                    </a:rPr>
                                    <m:t>j</m:t>
                                  </m:r>
                                  <m:r>
                                    <a:rPr lang="en-US" sz="2800" b="0" i="1">
                                      <a:latin typeface="Cambria Math" panose="02040503050406030204" pitchFamily="18" charset="0"/>
                                    </a:rPr>
                                    <m:t>𝜔</m:t>
                                  </m:r>
                                  <m:r>
                                    <a:rPr lang="en-US" sz="2800" b="0" i="1">
                                      <a:latin typeface="Cambria Math" panose="02040503050406030204" pitchFamily="18" charset="0"/>
                                    </a:rPr>
                                    <m:t>/</m:t>
                                  </m:r>
                                  <m:r>
                                    <m:rPr>
                                      <m:sty m:val="p"/>
                                    </m:rPr>
                                    <a:rPr lang="en-US" sz="2800" b="0" i="0">
                                      <a:latin typeface="Cambria Math" panose="02040503050406030204" pitchFamily="18" charset="0"/>
                                    </a:rPr>
                                    <m:t>j</m:t>
                                  </m:r>
                                  <m:sSub>
                                    <m:sSubPr>
                                      <m:ctrlPr>
                                        <a:rPr lang="en-US" sz="2800" b="0" i="1">
                                          <a:latin typeface="Cambria Math" panose="02040503050406030204" pitchFamily="18" charset="0"/>
                                        </a:rPr>
                                      </m:ctrlPr>
                                    </m:sSubPr>
                                    <m:e>
                                      <m:r>
                                        <a:rPr lang="en-US" sz="2800" b="0" i="1">
                                          <a:latin typeface="Cambria Math" panose="02040503050406030204" pitchFamily="18" charset="0"/>
                                        </a:rPr>
                                        <m:t>𝜔</m:t>
                                      </m:r>
                                    </m:e>
                                    <m:sub>
                                      <m:r>
                                        <m:rPr>
                                          <m:sty m:val="p"/>
                                        </m:rPr>
                                        <a:rPr lang="en-US" sz="2800" b="0" i="0">
                                          <a:latin typeface="Cambria Math" panose="02040503050406030204" pitchFamily="18" charset="0"/>
                                        </a:rPr>
                                        <m:t>c</m:t>
                                      </m:r>
                                    </m:sub>
                                  </m:sSub>
                                </m:e>
                              </m:d>
                            </m:e>
                            <m:sup>
                              <m:r>
                                <a:rPr lang="en-US" sz="2800" b="0" i="1">
                                  <a:latin typeface="Cambria Math" panose="02040503050406030204" pitchFamily="18" charset="0"/>
                                </a:rPr>
                                <m:t>2</m:t>
                              </m:r>
                              <m:r>
                                <a:rPr lang="en-US" sz="2800" b="0" i="1">
                                  <a:latin typeface="Cambria Math" panose="02040503050406030204" pitchFamily="18" charset="0"/>
                                </a:rPr>
                                <m:t>𝑁</m:t>
                              </m:r>
                            </m:sup>
                          </m:sSup>
                        </m:den>
                      </m:f>
                    </m:oMath>
                  </m:oMathPara>
                </a14:m>
                <a:endParaRPr lang="zh-CN" altLang="en-US" sz="2400" b="0" dirty="0"/>
              </a:p>
            </p:txBody>
          </p:sp>
        </mc:Choice>
        <mc:Fallback xmlns="">
          <p:sp>
            <p:nvSpPr>
              <p:cNvPr id="3" name="内容占位符 2">
                <a:extLst>
                  <a:ext uri="{FF2B5EF4-FFF2-40B4-BE49-F238E27FC236}">
                    <a16:creationId xmlns:a16="http://schemas.microsoft.com/office/drawing/2014/main" id="{ECF9C1AA-BF5D-4A79-80CB-A2F5AB97313E}"/>
                  </a:ext>
                </a:extLst>
              </p:cNvPr>
              <p:cNvSpPr>
                <a:spLocks noGrp="1" noRot="1" noChangeAspect="1" noMove="1" noResize="1" noEditPoints="1" noAdjustHandles="1" noChangeArrowheads="1" noChangeShapeType="1" noTextEdit="1"/>
              </p:cNvSpPr>
              <p:nvPr>
                <p:ph idx="1"/>
              </p:nvPr>
            </p:nvSpPr>
            <p:spPr>
              <a:xfrm>
                <a:off x="457200" y="1285875"/>
                <a:ext cx="8229600" cy="4958217"/>
              </a:xfrm>
              <a:blipFill>
                <a:blip r:embed="rId2"/>
                <a:stretch>
                  <a:fillRect l="-1481" r="-148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0E39A5A-EFAA-4216-A4E3-2703838F6C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5AF5E9-9882-4AA7-BA1C-FC53E9D5F5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1">
            <a:extLst>
              <a:ext uri="{FF2B5EF4-FFF2-40B4-BE49-F238E27FC236}">
                <a16:creationId xmlns:a16="http://schemas.microsoft.com/office/drawing/2014/main" id="{A2502CBC-61DA-4361-A4B9-1896410C7B2E}"/>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F9C1AA-BF5D-4A79-80CB-A2F5AB97313E}"/>
                  </a:ext>
                </a:extLst>
              </p:cNvPr>
              <p:cNvSpPr>
                <a:spLocks noGrp="1"/>
              </p:cNvSpPr>
              <p:nvPr>
                <p:ph idx="1"/>
              </p:nvPr>
            </p:nvSpPr>
            <p:spPr>
              <a:xfrm>
                <a:off x="457200" y="1285875"/>
                <a:ext cx="8229600" cy="1667188"/>
              </a:xfrm>
            </p:spPr>
            <p:txBody>
              <a:bodyPr>
                <a:spAutoFit/>
              </a:bodyPr>
              <a:lstStyle/>
              <a:p>
                <a:pPr algn="just">
                  <a:spcBef>
                    <a:spcPts val="0"/>
                  </a:spcBef>
                </a:pPr>
                <a:r>
                  <a:rPr lang="zh-CN" altLang="en-US" sz="2800" b="0" dirty="0"/>
                  <a:t>巴特沃斯低通滤波器幅频特性具有以下特点：</a:t>
                </a:r>
                <a:endParaRPr lang="en-US" altLang="zh-CN" sz="2800" b="0" dirty="0"/>
              </a:p>
              <a:p>
                <a:pPr lvl="1" algn="just">
                  <a:spcBef>
                    <a:spcPts val="0"/>
                  </a:spcBef>
                </a:pPr>
                <a:r>
                  <a:rPr lang="zh-CN" altLang="en-US" sz="2400" b="0" dirty="0"/>
                  <a:t>在</a:t>
                </a:r>
                <a14:m>
                  <m:oMath xmlns:m="http://schemas.openxmlformats.org/officeDocument/2006/math">
                    <m:r>
                      <a:rPr lang="en-US" sz="2400" b="0" i="1">
                        <a:latin typeface="Cambria Math" panose="02040503050406030204" pitchFamily="18" charset="0"/>
                      </a:rPr>
                      <m:t>𝜔</m:t>
                    </m:r>
                    <m:r>
                      <a:rPr lang="en-US" sz="2400" b="0" i="1" smtClean="0">
                        <a:latin typeface="Cambria Math" panose="02040503050406030204" pitchFamily="18" charset="0"/>
                      </a:rPr>
                      <m:t>=0</m:t>
                    </m:r>
                  </m:oMath>
                </a14:m>
                <a:r>
                  <a:rPr lang="zh-CN" altLang="en-US" sz="2400" b="0" dirty="0"/>
                  <a:t>处，前</a:t>
                </a:r>
                <a14:m>
                  <m:oMath xmlns:m="http://schemas.openxmlformats.org/officeDocument/2006/math">
                    <m:r>
                      <a:rPr lang="en-US" sz="2400" b="0" i="1">
                        <a:latin typeface="Cambria Math" panose="02040503050406030204" pitchFamily="18" charset="0"/>
                      </a:rPr>
                      <m:t>2</m:t>
                    </m:r>
                    <m:r>
                      <a:rPr lang="en-US" sz="2400" b="0" i="1">
                        <a:latin typeface="Cambria Math" panose="02040503050406030204" pitchFamily="18" charset="0"/>
                      </a:rPr>
                      <m:t>𝑁</m:t>
                    </m:r>
                    <m:r>
                      <a:rPr lang="en-US" sz="2400" b="0" i="1" smtClean="0">
                        <a:latin typeface="Cambria Math" panose="02040503050406030204" pitchFamily="18" charset="0"/>
                      </a:rPr>
                      <m:t>−1</m:t>
                    </m:r>
                  </m:oMath>
                </a14:m>
                <a:r>
                  <a:rPr lang="zh-CN" altLang="en-US" sz="2400" b="0" dirty="0"/>
                  <a:t>阶导数为零，具有最大平坦性；</a:t>
                </a:r>
                <a:endParaRPr lang="en-US" altLang="zh-CN" sz="2400" b="0" dirty="0"/>
              </a:p>
              <a:p>
                <a:pPr lvl="1" algn="just">
                  <a:spcBef>
                    <a:spcPts val="0"/>
                  </a:spcBef>
                </a:pPr>
                <a:r>
                  <a:rPr lang="zh-CN" altLang="en-US" sz="2400" b="0" dirty="0"/>
                  <a:t>在通带、阻带内单调下降；</a:t>
                </a:r>
                <a:endParaRPr lang="en-US" altLang="zh-CN" sz="2400" b="0" dirty="0"/>
              </a:p>
              <a:p>
                <a:pPr lvl="1" algn="just">
                  <a:spcBef>
                    <a:spcPts val="0"/>
                  </a:spcBef>
                </a:pPr>
                <a:r>
                  <a:rPr lang="zh-CN" altLang="en-US" sz="2400" b="0" dirty="0"/>
                  <a:t>在</a:t>
                </a:r>
                <a14:m>
                  <m:oMath xmlns:m="http://schemas.openxmlformats.org/officeDocument/2006/math">
                    <m:r>
                      <a:rPr lang="en-US" sz="2400" b="0" i="1">
                        <a:latin typeface="Cambria Math" panose="02040503050406030204" pitchFamily="18" charset="0"/>
                      </a:rPr>
                      <m:t>𝜔</m:t>
                    </m:r>
                    <m:r>
                      <a:rPr lang="en-US" sz="2400" b="0" i="1">
                        <a:latin typeface="Cambria Math" panose="02040503050406030204" pitchFamily="18" charset="0"/>
                      </a:rPr>
                      <m:t>=</m:t>
                    </m:r>
                    <m:sSub>
                      <m:sSubPr>
                        <m:ctrlPr>
                          <a:rPr lang="en-US" sz="2400" b="0" i="1">
                            <a:latin typeface="Cambria Math" panose="02040503050406030204" pitchFamily="18" charset="0"/>
                          </a:rPr>
                        </m:ctrlPr>
                      </m:sSubPr>
                      <m:e>
                        <m:r>
                          <a:rPr lang="en-US" sz="2400" b="0" i="1">
                            <a:latin typeface="Cambria Math" panose="02040503050406030204" pitchFamily="18" charset="0"/>
                          </a:rPr>
                          <m:t>𝜔</m:t>
                        </m:r>
                      </m:e>
                      <m:sub>
                        <m:r>
                          <m:rPr>
                            <m:sty m:val="p"/>
                          </m:rPr>
                          <a:rPr lang="en-US" sz="2400" b="0">
                            <a:latin typeface="Cambria Math" panose="02040503050406030204" pitchFamily="18" charset="0"/>
                          </a:rPr>
                          <m:t>c</m:t>
                        </m:r>
                      </m:sub>
                    </m:sSub>
                  </m:oMath>
                </a14:m>
                <a:r>
                  <a:rPr lang="zh-CN" altLang="en-US" sz="2400" b="0" dirty="0"/>
                  <a:t>处，幅度降为最大值的</a:t>
                </a:r>
                <a14:m>
                  <m:oMath xmlns:m="http://schemas.openxmlformats.org/officeDocument/2006/math">
                    <m:r>
                      <a:rPr lang="en-US" altLang="zh-CN" sz="2400" b="0" i="1" smtClean="0">
                        <a:latin typeface="Cambria Math" panose="02040503050406030204" pitchFamily="18" charset="0"/>
                      </a:rPr>
                      <m:t>1/</m:t>
                    </m:r>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oMath>
                </a14:m>
                <a:r>
                  <a:rPr lang="zh-CN" altLang="en-US" sz="2400" b="0" dirty="0"/>
                  <a:t>。</a:t>
                </a:r>
              </a:p>
            </p:txBody>
          </p:sp>
        </mc:Choice>
        <mc:Fallback xmlns="">
          <p:sp>
            <p:nvSpPr>
              <p:cNvPr id="3" name="内容占位符 2">
                <a:extLst>
                  <a:ext uri="{FF2B5EF4-FFF2-40B4-BE49-F238E27FC236}">
                    <a16:creationId xmlns:a16="http://schemas.microsoft.com/office/drawing/2014/main" id="{ECF9C1AA-BF5D-4A79-80CB-A2F5AB97313E}"/>
                  </a:ext>
                </a:extLst>
              </p:cNvPr>
              <p:cNvSpPr>
                <a:spLocks noGrp="1" noRot="1" noChangeAspect="1" noMove="1" noResize="1" noEditPoints="1" noAdjustHandles="1" noChangeArrowheads="1" noChangeShapeType="1" noTextEdit="1"/>
              </p:cNvSpPr>
              <p:nvPr>
                <p:ph idx="1"/>
              </p:nvPr>
            </p:nvSpPr>
            <p:spPr>
              <a:xfrm>
                <a:off x="457200" y="1285875"/>
                <a:ext cx="8229600" cy="1667188"/>
              </a:xfrm>
              <a:blipFill>
                <a:blip r:embed="rId2"/>
                <a:stretch>
                  <a:fillRect l="-1333" t="-4029" b="-769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0E39A5A-EFAA-4216-A4E3-2703838F6C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5AF5E9-9882-4AA7-BA1C-FC53E9D5F5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5" name="组合 24">
            <a:extLst>
              <a:ext uri="{FF2B5EF4-FFF2-40B4-BE49-F238E27FC236}">
                <a16:creationId xmlns:a16="http://schemas.microsoft.com/office/drawing/2014/main" id="{C6E6BF6B-BABE-4656-819C-F2F6B8B20967}"/>
              </a:ext>
            </a:extLst>
          </p:cNvPr>
          <p:cNvGrpSpPr/>
          <p:nvPr/>
        </p:nvGrpSpPr>
        <p:grpSpPr>
          <a:xfrm>
            <a:off x="1906544" y="3024522"/>
            <a:ext cx="5330911" cy="3558840"/>
            <a:chOff x="1768491" y="2910636"/>
            <a:chExt cx="5330911" cy="3558840"/>
          </a:xfrm>
        </p:grpSpPr>
        <p:pic>
          <p:nvPicPr>
            <p:cNvPr id="20" name="图片 19">
              <a:extLst>
                <a:ext uri="{FF2B5EF4-FFF2-40B4-BE49-F238E27FC236}">
                  <a16:creationId xmlns:a16="http://schemas.microsoft.com/office/drawing/2014/main" id="{DF1E4A6F-4F22-43B5-8E5C-4C03B19468CF}"/>
                </a:ext>
              </a:extLst>
            </p:cNvPr>
            <p:cNvPicPr>
              <a:picLocks noChangeAspect="1"/>
            </p:cNvPicPr>
            <p:nvPr/>
          </p:nvPicPr>
          <p:blipFill>
            <a:blip r:embed="rId3"/>
            <a:stretch>
              <a:fillRect/>
            </a:stretch>
          </p:blipFill>
          <p:spPr>
            <a:xfrm>
              <a:off x="2339752" y="3088071"/>
              <a:ext cx="4610100" cy="3181350"/>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6AE91A4-DFD1-4BC2-B7C0-8ADE9A354F11}"/>
                    </a:ext>
                  </a:extLst>
                </p:cNvPr>
                <p:cNvSpPr txBox="1"/>
                <p:nvPr/>
              </p:nvSpPr>
              <p:spPr>
                <a:xfrm>
                  <a:off x="2555776" y="2910636"/>
                  <a:ext cx="1008112"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𝐵</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e>
                        </m:d>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 name="文本框 7">
                  <a:extLst>
                    <a:ext uri="{FF2B5EF4-FFF2-40B4-BE49-F238E27FC236}">
                      <a16:creationId xmlns:a16="http://schemas.microsoft.com/office/drawing/2014/main" id="{26AE91A4-DFD1-4BC2-B7C0-8ADE9A354F11}"/>
                    </a:ext>
                  </a:extLst>
                </p:cNvPr>
                <p:cNvSpPr txBox="1">
                  <a:spLocks noRot="1" noChangeAspect="1" noMove="1" noResize="1" noEditPoints="1" noAdjustHandles="1" noChangeArrowheads="1" noChangeShapeType="1" noTextEdit="1"/>
                </p:cNvSpPr>
                <p:nvPr/>
              </p:nvSpPr>
              <p:spPr>
                <a:xfrm>
                  <a:off x="2555776" y="2910636"/>
                  <a:ext cx="1008112" cy="400110"/>
                </a:xfrm>
                <a:prstGeom prst="rect">
                  <a:avLst/>
                </a:prstGeom>
                <a:blipFill>
                  <a:blip r:embed="rId4"/>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6E1F0D1-F6E4-4E19-97CC-06F3FFF96D95}"/>
                    </a:ext>
                  </a:extLst>
                </p:cNvPr>
                <p:cNvSpPr txBox="1"/>
                <p:nvPr/>
              </p:nvSpPr>
              <p:spPr>
                <a:xfrm>
                  <a:off x="1768491" y="4036588"/>
                  <a:ext cx="845840" cy="43640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ad>
                          <m:radPr>
                            <m:deg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radPr>
                          <m:deg/>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e>
                        </m:rad>
                      </m:oMath>
                    </m:oMathPara>
                  </a14:m>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2" name="文本框 11">
                  <a:extLst>
                    <a:ext uri="{FF2B5EF4-FFF2-40B4-BE49-F238E27FC236}">
                      <a16:creationId xmlns:a16="http://schemas.microsoft.com/office/drawing/2014/main" id="{C6E1F0D1-F6E4-4E19-97CC-06F3FFF96D95}"/>
                    </a:ext>
                  </a:extLst>
                </p:cNvPr>
                <p:cNvSpPr txBox="1">
                  <a:spLocks noRot="1" noChangeAspect="1" noMove="1" noResize="1" noEditPoints="1" noAdjustHandles="1" noChangeArrowheads="1" noChangeShapeType="1" noTextEdit="1"/>
                </p:cNvSpPr>
                <p:nvPr/>
              </p:nvSpPr>
              <p:spPr>
                <a:xfrm>
                  <a:off x="1768491" y="4036588"/>
                  <a:ext cx="845840" cy="436402"/>
                </a:xfrm>
                <a:prstGeom prst="rect">
                  <a:avLst/>
                </a:prstGeom>
                <a:blipFill>
                  <a:blip r:embed="rId5"/>
                  <a:stretch>
                    <a:fillRect b="-15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78D9251-AE20-4348-8802-23468CAFC902}"/>
                    </a:ext>
                  </a:extLst>
                </p:cNvPr>
                <p:cNvSpPr txBox="1"/>
                <p:nvPr/>
              </p:nvSpPr>
              <p:spPr>
                <a:xfrm>
                  <a:off x="5364088" y="5160196"/>
                  <a:ext cx="91784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7" name="文本框 16">
                  <a:extLst>
                    <a:ext uri="{FF2B5EF4-FFF2-40B4-BE49-F238E27FC236}">
                      <a16:creationId xmlns:a16="http://schemas.microsoft.com/office/drawing/2014/main" id="{C78D9251-AE20-4348-8802-23468CAFC902}"/>
                    </a:ext>
                  </a:extLst>
                </p:cNvPr>
                <p:cNvSpPr txBox="1">
                  <a:spLocks noRot="1" noChangeAspect="1" noMove="1" noResize="1" noEditPoints="1" noAdjustHandles="1" noChangeArrowheads="1" noChangeShapeType="1" noTextEdit="1"/>
                </p:cNvSpPr>
                <p:nvPr/>
              </p:nvSpPr>
              <p:spPr>
                <a:xfrm>
                  <a:off x="5364088" y="5160196"/>
                  <a:ext cx="917848"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A9A2CF6-90B7-4848-9B86-703F5DC5B85F}"/>
                    </a:ext>
                  </a:extLst>
                </p:cNvPr>
                <p:cNvSpPr txBox="1"/>
                <p:nvPr/>
              </p:nvSpPr>
              <p:spPr>
                <a:xfrm>
                  <a:off x="5167114" y="4806039"/>
                  <a:ext cx="91784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8" name="文本框 17">
                  <a:extLst>
                    <a:ext uri="{FF2B5EF4-FFF2-40B4-BE49-F238E27FC236}">
                      <a16:creationId xmlns:a16="http://schemas.microsoft.com/office/drawing/2014/main" id="{9A9A2CF6-90B7-4848-9B86-703F5DC5B85F}"/>
                    </a:ext>
                  </a:extLst>
                </p:cNvPr>
                <p:cNvSpPr txBox="1">
                  <a:spLocks noRot="1" noChangeAspect="1" noMove="1" noResize="1" noEditPoints="1" noAdjustHandles="1" noChangeArrowheads="1" noChangeShapeType="1" noTextEdit="1"/>
                </p:cNvSpPr>
                <p:nvPr/>
              </p:nvSpPr>
              <p:spPr>
                <a:xfrm>
                  <a:off x="5167114" y="4806039"/>
                  <a:ext cx="917848"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6E4F195-43C9-41B4-87D7-695C7A42D879}"/>
                    </a:ext>
                  </a:extLst>
                </p:cNvPr>
                <p:cNvSpPr txBox="1"/>
                <p:nvPr/>
              </p:nvSpPr>
              <p:spPr>
                <a:xfrm>
                  <a:off x="4833156" y="4470976"/>
                  <a:ext cx="91784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9" name="文本框 18">
                  <a:extLst>
                    <a:ext uri="{FF2B5EF4-FFF2-40B4-BE49-F238E27FC236}">
                      <a16:creationId xmlns:a16="http://schemas.microsoft.com/office/drawing/2014/main" id="{E6E4F195-43C9-41B4-87D7-695C7A42D879}"/>
                    </a:ext>
                  </a:extLst>
                </p:cNvPr>
                <p:cNvSpPr txBox="1">
                  <a:spLocks noRot="1" noChangeAspect="1" noMove="1" noResize="1" noEditPoints="1" noAdjustHandles="1" noChangeArrowheads="1" noChangeShapeType="1" noTextEdit="1"/>
                </p:cNvSpPr>
                <p:nvPr/>
              </p:nvSpPr>
              <p:spPr>
                <a:xfrm>
                  <a:off x="4833156" y="4470976"/>
                  <a:ext cx="917848"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301360E-871C-447E-843C-3F4A5EEB10E1}"/>
                    </a:ext>
                  </a:extLst>
                </p:cNvPr>
                <p:cNvSpPr txBox="1"/>
                <p:nvPr/>
              </p:nvSpPr>
              <p:spPr>
                <a:xfrm>
                  <a:off x="2179410" y="3272318"/>
                  <a:ext cx="42051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oMath>
                    </m:oMathPara>
                  </a14:m>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2" name="文本框 21">
                  <a:extLst>
                    <a:ext uri="{FF2B5EF4-FFF2-40B4-BE49-F238E27FC236}">
                      <a16:creationId xmlns:a16="http://schemas.microsoft.com/office/drawing/2014/main" id="{9301360E-871C-447E-843C-3F4A5EEB10E1}"/>
                    </a:ext>
                  </a:extLst>
                </p:cNvPr>
                <p:cNvSpPr txBox="1">
                  <a:spLocks noRot="1" noChangeAspect="1" noMove="1" noResize="1" noEditPoints="1" noAdjustHandles="1" noChangeArrowheads="1" noChangeShapeType="1" noTextEdit="1"/>
                </p:cNvSpPr>
                <p:nvPr/>
              </p:nvSpPr>
              <p:spPr>
                <a:xfrm>
                  <a:off x="2179410" y="3272318"/>
                  <a:ext cx="420518"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C34E898-7E38-4B5A-91BC-CA3E1FA28844}"/>
                    </a:ext>
                  </a:extLst>
                </p:cNvPr>
                <p:cNvSpPr txBox="1"/>
                <p:nvPr/>
              </p:nvSpPr>
              <p:spPr>
                <a:xfrm>
                  <a:off x="4092163" y="6021288"/>
                  <a:ext cx="42051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c</m:t>
                            </m:r>
                          </m:sub>
                        </m:sSub>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4" name="文本框 23">
                  <a:extLst>
                    <a:ext uri="{FF2B5EF4-FFF2-40B4-BE49-F238E27FC236}">
                      <a16:creationId xmlns:a16="http://schemas.microsoft.com/office/drawing/2014/main" id="{9C34E898-7E38-4B5A-91BC-CA3E1FA28844}"/>
                    </a:ext>
                  </a:extLst>
                </p:cNvPr>
                <p:cNvSpPr txBox="1">
                  <a:spLocks noRot="1" noChangeAspect="1" noMove="1" noResize="1" noEditPoints="1" noAdjustHandles="1" noChangeArrowheads="1" noChangeShapeType="1" noTextEdit="1"/>
                </p:cNvSpPr>
                <p:nvPr/>
              </p:nvSpPr>
              <p:spPr>
                <a:xfrm>
                  <a:off x="4092163" y="6021288"/>
                  <a:ext cx="420518"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3971AF6D-D966-4090-8230-942407884EC8}"/>
                    </a:ext>
                  </a:extLst>
                </p:cNvPr>
                <p:cNvSpPr txBox="1"/>
                <p:nvPr/>
              </p:nvSpPr>
              <p:spPr>
                <a:xfrm>
                  <a:off x="6685610" y="6069366"/>
                  <a:ext cx="413792"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𝜔</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6" name="文本框 25">
                  <a:extLst>
                    <a:ext uri="{FF2B5EF4-FFF2-40B4-BE49-F238E27FC236}">
                      <a16:creationId xmlns:a16="http://schemas.microsoft.com/office/drawing/2014/main" id="{3971AF6D-D966-4090-8230-942407884EC8}"/>
                    </a:ext>
                  </a:extLst>
                </p:cNvPr>
                <p:cNvSpPr txBox="1">
                  <a:spLocks noRot="1" noChangeAspect="1" noMove="1" noResize="1" noEditPoints="1" noAdjustHandles="1" noChangeArrowheads="1" noChangeShapeType="1" noTextEdit="1"/>
                </p:cNvSpPr>
                <p:nvPr/>
              </p:nvSpPr>
              <p:spPr>
                <a:xfrm>
                  <a:off x="6685610" y="6069366"/>
                  <a:ext cx="413792" cy="400110"/>
                </a:xfrm>
                <a:prstGeom prst="rect">
                  <a:avLst/>
                </a:prstGeom>
                <a:blipFill>
                  <a:blip r:embed="rId1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20732669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1">
            <a:extLst>
              <a:ext uri="{FF2B5EF4-FFF2-40B4-BE49-F238E27FC236}">
                <a16:creationId xmlns:a16="http://schemas.microsoft.com/office/drawing/2014/main" id="{A2502CBC-61DA-4361-A4B9-1896410C7B2E}"/>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F9C1AA-BF5D-4A79-80CB-A2F5AB97313E}"/>
                  </a:ext>
                </a:extLst>
              </p:cNvPr>
              <p:cNvSpPr>
                <a:spLocks noGrp="1"/>
              </p:cNvSpPr>
              <p:nvPr>
                <p:ph idx="1"/>
              </p:nvPr>
            </p:nvSpPr>
            <p:spPr>
              <a:xfrm>
                <a:off x="457200" y="1412776"/>
                <a:ext cx="8229600" cy="1966179"/>
              </a:xfrm>
            </p:spPr>
            <p:txBody>
              <a:bodyPr>
                <a:spAutoFit/>
              </a:bodyPr>
              <a:lstStyle/>
              <a:p>
                <a:pPr algn="just">
                  <a:lnSpc>
                    <a:spcPct val="150000"/>
                  </a:lnSpc>
                  <a:spcBef>
                    <a:spcPts val="0"/>
                  </a:spcBef>
                </a:pPr>
                <a:r>
                  <a:rPr lang="zh-CN" altLang="en-US" sz="2800" b="0" dirty="0"/>
                  <a:t>如何确定</a:t>
                </a:r>
                <a14:m>
                  <m:oMath xmlns:m="http://schemas.openxmlformats.org/officeDocument/2006/math">
                    <m:r>
                      <a:rPr lang="en-US" sz="2800" i="1">
                        <a:solidFill>
                          <a:srgbClr val="000000"/>
                        </a:solidFill>
                        <a:latin typeface="Cambria Math" panose="02040503050406030204" pitchFamily="18" charset="0"/>
                      </a:rPr>
                      <m:t>𝐵</m:t>
                    </m:r>
                    <m:r>
                      <a:rPr lang="en-US" sz="2800" i="1">
                        <a:solidFill>
                          <a:srgbClr val="000000"/>
                        </a:solidFill>
                        <a:latin typeface="Cambria Math" panose="02040503050406030204" pitchFamily="18" charset="0"/>
                      </a:rPr>
                      <m:t>(</m:t>
                    </m:r>
                    <m:r>
                      <m:rPr>
                        <m:sty m:val="p"/>
                      </m:rPr>
                      <a:rPr lang="en-US" sz="280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𝜔</m:t>
                    </m:r>
                    <m:r>
                      <a:rPr lang="en-US" sz="2800" i="1">
                        <a:solidFill>
                          <a:srgbClr val="000000"/>
                        </a:solidFill>
                        <a:latin typeface="Cambria Math" panose="02040503050406030204" pitchFamily="18" charset="0"/>
                      </a:rPr>
                      <m:t>)</m:t>
                    </m:r>
                  </m:oMath>
                </a14:m>
                <a:r>
                  <a:rPr lang="zh-CN" altLang="en-US" sz="2800" b="0" dirty="0"/>
                  <a:t>？</a:t>
                </a:r>
                <a:endParaRPr lang="en-US" altLang="zh-CN" sz="2800" b="0" dirty="0"/>
              </a:p>
              <a:p>
                <a:pPr lvl="1" algn="just">
                  <a:lnSpc>
                    <a:spcPct val="150000"/>
                  </a:lnSpc>
                  <a:spcBef>
                    <a:spcPts val="0"/>
                  </a:spcBef>
                </a:pPr>
                <a:r>
                  <a:rPr lang="zh-CN" altLang="en-US" b="0" dirty="0"/>
                  <a:t>先根据系统特性确定系统函数</a:t>
                </a:r>
                <a14:m>
                  <m:oMath xmlns:m="http://schemas.openxmlformats.org/officeDocument/2006/math">
                    <m:r>
                      <a:rPr lang="en-US" i="1">
                        <a:solidFill>
                          <a:srgbClr val="000000"/>
                        </a:solidFill>
                        <a:latin typeface="Cambria Math" panose="02040503050406030204" pitchFamily="18" charset="0"/>
                      </a:rPr>
                      <m:t>𝐵</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m:t>
                    </m:r>
                  </m:oMath>
                </a14:m>
                <a:endParaRPr lang="en-US" altLang="zh-CN" b="0" dirty="0"/>
              </a:p>
              <a:p>
                <a:pPr algn="just">
                  <a:lnSpc>
                    <a:spcPct val="150000"/>
                  </a:lnSpc>
                  <a:spcBef>
                    <a:spcPts val="0"/>
                  </a:spcBef>
                </a:pPr>
                <a:r>
                  <a:rPr lang="zh-CN" altLang="en-US" sz="2800" b="0" dirty="0"/>
                  <a:t>巴特沃斯滤波器的冲激响应应该是实信号，</a:t>
                </a:r>
              </a:p>
            </p:txBody>
          </p:sp>
        </mc:Choice>
        <mc:Fallback xmlns="">
          <p:sp>
            <p:nvSpPr>
              <p:cNvPr id="3" name="内容占位符 2">
                <a:extLst>
                  <a:ext uri="{FF2B5EF4-FFF2-40B4-BE49-F238E27FC236}">
                    <a16:creationId xmlns:a16="http://schemas.microsoft.com/office/drawing/2014/main" id="{ECF9C1AA-BF5D-4A79-80CB-A2F5AB97313E}"/>
                  </a:ext>
                </a:extLst>
              </p:cNvPr>
              <p:cNvSpPr>
                <a:spLocks noGrp="1" noRot="1" noChangeAspect="1" noMove="1" noResize="1" noEditPoints="1" noAdjustHandles="1" noChangeArrowheads="1" noChangeShapeType="1" noTextEdit="1"/>
              </p:cNvSpPr>
              <p:nvPr>
                <p:ph idx="1"/>
              </p:nvPr>
            </p:nvSpPr>
            <p:spPr>
              <a:xfrm>
                <a:off x="457200" y="1412776"/>
                <a:ext cx="8229600" cy="1966179"/>
              </a:xfrm>
              <a:blipFill>
                <a:blip r:embed="rId2"/>
                <a:stretch>
                  <a:fillRect l="-1333" b="-807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0E39A5A-EFAA-4216-A4E3-2703838F6C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5AF5E9-9882-4AA7-BA1C-FC53E9D5F5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5550D545-4BAF-4C84-9170-A8CBCB2DE9D6}"/>
                  </a:ext>
                </a:extLst>
              </p:cNvPr>
              <p:cNvSpPr txBox="1"/>
              <p:nvPr/>
            </p:nvSpPr>
            <p:spPr bwMode="auto">
              <a:xfrm>
                <a:off x="2699792" y="3353230"/>
                <a:ext cx="3240360"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1" name="Object 4">
                <a:extLst>
                  <a:ext uri="{FF2B5EF4-FFF2-40B4-BE49-F238E27FC236}">
                    <a16:creationId xmlns:a16="http://schemas.microsoft.com/office/drawing/2014/main" id="{5550D545-4BAF-4C84-9170-A8CBCB2DE9D6}"/>
                  </a:ext>
                </a:extLst>
              </p:cNvPr>
              <p:cNvSpPr txBox="1">
                <a:spLocks noRot="1" noChangeAspect="1" noMove="1" noResize="1" noEditPoints="1" noAdjustHandles="1" noChangeArrowheads="1" noChangeShapeType="1" noTextEdit="1"/>
              </p:cNvSpPr>
              <p:nvPr/>
            </p:nvSpPr>
            <p:spPr bwMode="auto">
              <a:xfrm>
                <a:off x="2699792" y="3353230"/>
                <a:ext cx="3240360" cy="52322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8">
                <a:extLst>
                  <a:ext uri="{FF2B5EF4-FFF2-40B4-BE49-F238E27FC236}">
                    <a16:creationId xmlns:a16="http://schemas.microsoft.com/office/drawing/2014/main" id="{2226F255-3392-4CC3-8302-8E16E058FD00}"/>
                  </a:ext>
                </a:extLst>
              </p:cNvPr>
              <p:cNvSpPr>
                <a:spLocks noChangeArrowheads="1"/>
              </p:cNvSpPr>
              <p:nvPr/>
            </p:nvSpPr>
            <p:spPr bwMode="auto">
              <a:xfrm>
                <a:off x="755576" y="3850725"/>
                <a:ext cx="5949950" cy="5238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将</a:t>
                </a:r>
                <a14:m>
                  <m:oMath xmlns:m="http://schemas.openxmlformats.org/officeDocument/2006/math">
                    <m:sSup>
                      <m:sSup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d>
                          <m:dPr>
                            <m:begChr m:val="|"/>
                            <m:endChr m:val="|"/>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d>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函数拓展到整个</a:t>
                </a:r>
                <a:r>
                  <a:rPr kumimoji="0" lang="en-US" altLang="zh-CN" sz="2800" b="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s</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平面有：</a:t>
                </a:r>
              </a:p>
            </p:txBody>
          </p:sp>
        </mc:Choice>
        <mc:Fallback xmlns="">
          <p:sp>
            <p:nvSpPr>
              <p:cNvPr id="12" name="Rectangle 8">
                <a:extLst>
                  <a:ext uri="{FF2B5EF4-FFF2-40B4-BE49-F238E27FC236}">
                    <a16:creationId xmlns:a16="http://schemas.microsoft.com/office/drawing/2014/main" id="{2226F255-3392-4CC3-8302-8E16E058FD00}"/>
                  </a:ext>
                </a:extLst>
              </p:cNvPr>
              <p:cNvSpPr>
                <a:spLocks noRot="1" noChangeAspect="1" noMove="1" noResize="1" noEditPoints="1" noAdjustHandles="1" noChangeArrowheads="1" noChangeShapeType="1" noTextEdit="1"/>
              </p:cNvSpPr>
              <p:nvPr/>
            </p:nvSpPr>
            <p:spPr bwMode="auto">
              <a:xfrm>
                <a:off x="755576" y="3850725"/>
                <a:ext cx="5949950" cy="523875"/>
              </a:xfrm>
              <a:prstGeom prst="rect">
                <a:avLst/>
              </a:prstGeom>
              <a:blipFill>
                <a:blip r:embed="rId4"/>
                <a:stretch>
                  <a:fillRect l="-2152" t="-15116" r="-512"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3">
                <a:extLst>
                  <a:ext uri="{FF2B5EF4-FFF2-40B4-BE49-F238E27FC236}">
                    <a16:creationId xmlns:a16="http://schemas.microsoft.com/office/drawing/2014/main" id="{60817C38-575B-41EB-9DDC-A80AE727A645}"/>
                  </a:ext>
                </a:extLst>
              </p:cNvPr>
              <p:cNvSpPr txBox="1"/>
              <p:nvPr/>
            </p:nvSpPr>
            <p:spPr bwMode="auto">
              <a:xfrm>
                <a:off x="2303748" y="4348875"/>
                <a:ext cx="4536504" cy="97821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𝑁</m:t>
                              </m:r>
                            </m:sup>
                          </m:sSup>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4" name="Object 3">
                <a:extLst>
                  <a:ext uri="{FF2B5EF4-FFF2-40B4-BE49-F238E27FC236}">
                    <a16:creationId xmlns:a16="http://schemas.microsoft.com/office/drawing/2014/main" id="{60817C38-575B-41EB-9DDC-A80AE727A645}"/>
                  </a:ext>
                </a:extLst>
              </p:cNvPr>
              <p:cNvSpPr txBox="1">
                <a:spLocks noRot="1" noChangeAspect="1" noMove="1" noResize="1" noEditPoints="1" noAdjustHandles="1" noChangeArrowheads="1" noChangeShapeType="1" noTextEdit="1"/>
              </p:cNvSpPr>
              <p:nvPr/>
            </p:nvSpPr>
            <p:spPr bwMode="auto">
              <a:xfrm>
                <a:off x="2303748" y="4348875"/>
                <a:ext cx="4536504" cy="978217"/>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4">
                <a:extLst>
                  <a:ext uri="{FF2B5EF4-FFF2-40B4-BE49-F238E27FC236}">
                    <a16:creationId xmlns:a16="http://schemas.microsoft.com/office/drawing/2014/main" id="{661FE83C-1B42-46BC-9C39-AB01BECC470D}"/>
                  </a:ext>
                </a:extLst>
              </p:cNvPr>
              <p:cNvSpPr txBox="1"/>
              <p:nvPr/>
            </p:nvSpPr>
            <p:spPr bwMode="auto">
              <a:xfrm>
                <a:off x="2982093" y="5798861"/>
                <a:ext cx="3179814" cy="5824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m:rPr>
                              <m:sty m:val="p"/>
                            </m:rPr>
                            <a:rPr kumimoji="0" lang="en-US" sz="2800" b="0" i="0" u="none" strike="noStrike" kern="1200" cap="none" spc="0" normalizeH="0" baseline="0" noProof="0" smtClean="0">
                              <a:ln>
                                <a:noFill/>
                              </a:ln>
                              <a:solidFill>
                                <a:srgbClr val="000000"/>
                              </a:solidFill>
                              <a:effectLst/>
                              <a:uLnTx/>
                              <a:uFillTx/>
                              <a:latin typeface="Cambria Math" panose="02040503050406030204" pitchFamily="18" charset="0"/>
                              <a:cs typeface="+mn-cs"/>
                            </a:rPr>
                            <m:t>p</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e>
                        <m:sup>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𝑁</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c</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6" name="Object 4">
                <a:extLst>
                  <a:ext uri="{FF2B5EF4-FFF2-40B4-BE49-F238E27FC236}">
                    <a16:creationId xmlns:a16="http://schemas.microsoft.com/office/drawing/2014/main" id="{661FE83C-1B42-46BC-9C39-AB01BECC470D}"/>
                  </a:ext>
                </a:extLst>
              </p:cNvPr>
              <p:cNvSpPr txBox="1">
                <a:spLocks noRot="1" noChangeAspect="1" noMove="1" noResize="1" noEditPoints="1" noAdjustHandles="1" noChangeArrowheads="1" noChangeShapeType="1" noTextEdit="1"/>
              </p:cNvSpPr>
              <p:nvPr/>
            </p:nvSpPr>
            <p:spPr bwMode="auto">
              <a:xfrm>
                <a:off x="2982093" y="5798861"/>
                <a:ext cx="3179814" cy="582467"/>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2">
                <a:extLst>
                  <a:ext uri="{FF2B5EF4-FFF2-40B4-BE49-F238E27FC236}">
                    <a16:creationId xmlns:a16="http://schemas.microsoft.com/office/drawing/2014/main" id="{D3634EB9-4D72-47F5-8C5C-AFFC4EE6F171}"/>
                  </a:ext>
                </a:extLst>
              </p:cNvPr>
              <p:cNvSpPr>
                <a:spLocks noChangeArrowheads="1"/>
              </p:cNvSpPr>
              <p:nvPr/>
            </p:nvSpPr>
            <p:spPr bwMode="auto">
              <a:xfrm>
                <a:off x="755576" y="5301367"/>
                <a:ext cx="2809552"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共有</a:t>
                </a:r>
                <a14:m>
                  <m:oMath xmlns:m="http://schemas.openxmlformats.org/officeDocument/2006/math">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𝑁</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个极点：</a:t>
                </a:r>
              </a:p>
            </p:txBody>
          </p:sp>
        </mc:Choice>
        <mc:Fallback xmlns="">
          <p:sp>
            <p:nvSpPr>
              <p:cNvPr id="18" name="Rectangle 12">
                <a:extLst>
                  <a:ext uri="{FF2B5EF4-FFF2-40B4-BE49-F238E27FC236}">
                    <a16:creationId xmlns:a16="http://schemas.microsoft.com/office/drawing/2014/main" id="{D3634EB9-4D72-47F5-8C5C-AFFC4EE6F171}"/>
                  </a:ext>
                </a:extLst>
              </p:cNvPr>
              <p:cNvSpPr>
                <a:spLocks noRot="1" noChangeAspect="1" noMove="1" noResize="1" noEditPoints="1" noAdjustHandles="1" noChangeArrowheads="1" noChangeShapeType="1" noTextEdit="1"/>
              </p:cNvSpPr>
              <p:nvPr/>
            </p:nvSpPr>
            <p:spPr bwMode="auto">
              <a:xfrm>
                <a:off x="755576" y="5301367"/>
                <a:ext cx="2809552" cy="523220"/>
              </a:xfrm>
              <a:prstGeom prst="rect">
                <a:avLst/>
              </a:prstGeom>
              <a:blipFill>
                <a:blip r:embed="rId7"/>
                <a:stretch>
                  <a:fillRect l="-4555" t="-12941" r="-2820" b="-32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FBC4FBC-8E90-4CD3-90C5-400C64CF4A9B}"/>
                  </a:ext>
                </a:extLst>
              </p:cNvPr>
              <p:cNvSpPr txBox="1"/>
              <p:nvPr/>
            </p:nvSpPr>
            <p:spPr>
              <a:xfrm>
                <a:off x="3851920" y="1340768"/>
                <a:ext cx="4855022" cy="723981"/>
              </a:xfrm>
              <a:prstGeom prst="rect">
                <a:avLst/>
              </a:prstGeom>
              <a:solidFill>
                <a:schemeClr val="accent5">
                  <a:lumMod val="20000"/>
                  <a:lumOff val="80000"/>
                </a:schemeClr>
              </a:solid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begChr m:val="|"/>
                              <m:end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𝐵</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e>
                          </m:d>
                        </m:e>
                        <m:sup>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𝐵</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sSup>
                            <m:sSup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j</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prstClr val="black"/>
                                          </a:solidFill>
                                          <a:effectLst/>
                                          <a:uLnTx/>
                                          <a:uFillTx/>
                                          <a:latin typeface="Cambria Math" panose="02040503050406030204" pitchFamily="18" charset="0"/>
                                          <a:cs typeface="+mn-cs"/>
                                        </a:rPr>
                                        <m:t>c</m:t>
                                      </m:r>
                                    </m:sub>
                                  </m:sSub>
                                </m:e>
                              </m:d>
                            </m:e>
                            <m:sup>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𝑁</m:t>
                              </m:r>
                            </m:sup>
                          </m:sSup>
                        </m:den>
                      </m:f>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3" name="文本框 12">
                <a:extLst>
                  <a:ext uri="{FF2B5EF4-FFF2-40B4-BE49-F238E27FC236}">
                    <a16:creationId xmlns:a16="http://schemas.microsoft.com/office/drawing/2014/main" id="{FFBC4FBC-8E90-4CD3-90C5-400C64CF4A9B}"/>
                  </a:ext>
                </a:extLst>
              </p:cNvPr>
              <p:cNvSpPr txBox="1">
                <a:spLocks noRot="1" noChangeAspect="1" noMove="1" noResize="1" noEditPoints="1" noAdjustHandles="1" noChangeArrowheads="1" noChangeShapeType="1" noTextEdit="1"/>
              </p:cNvSpPr>
              <p:nvPr/>
            </p:nvSpPr>
            <p:spPr>
              <a:xfrm>
                <a:off x="3851920" y="1340768"/>
                <a:ext cx="4855022" cy="723981"/>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8911676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标题 1">
            <a:extLst>
              <a:ext uri="{FF2B5EF4-FFF2-40B4-BE49-F238E27FC236}">
                <a16:creationId xmlns:a16="http://schemas.microsoft.com/office/drawing/2014/main" id="{601DB7B7-DC0D-4E96-A535-344FFEE84E5D}"/>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p:sp>
        <p:nvSpPr>
          <p:cNvPr id="4" name="灯片编号占位符 3">
            <a:extLst>
              <a:ext uri="{FF2B5EF4-FFF2-40B4-BE49-F238E27FC236}">
                <a16:creationId xmlns:a16="http://schemas.microsoft.com/office/drawing/2014/main" id="{E3A88939-CB5D-4803-A8C7-637400671D8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B670764-6843-445C-8C3E-82B43801678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545EAB8-83B2-47C3-BF1B-681438D16EE0}"/>
                  </a:ext>
                </a:extLst>
              </p:cNvPr>
              <p:cNvSpPr txBox="1"/>
              <p:nvPr/>
            </p:nvSpPr>
            <p:spPr>
              <a:xfrm>
                <a:off x="539552" y="1278367"/>
                <a:ext cx="6013645" cy="104689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𝑝</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begChr m:val="|"/>
                          <m:endChr m:val="|"/>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dPr>
                        <m:e>
                          <m:sSub>
                            <m:sSub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m:rPr>
                                  <m:sty m:val="p"/>
                                </m:rPr>
                                <a:rPr lang="en-US" altLang="zh-CN" sz="2400" i="1">
                                  <a:solidFill>
                                    <a:srgbClr val="FF0000"/>
                                  </a:solidFill>
                                  <a:latin typeface="Cambria Math" panose="02040503050406030204" pitchFamily="18" charset="0"/>
                                </a:rPr>
                                <m:t>p</m:t>
                              </m:r>
                            </m:sub>
                          </m:sSub>
                        </m:e>
                      </m:d>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𝑝</m:t>
                              </m:r>
                            </m:sub>
                          </m:sSub>
                        </m:sup>
                      </m:s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𝜔</m:t>
                          </m:r>
                        </m:e>
                        <m:sub>
                          <m:r>
                            <m:rPr>
                              <m:sty m:val="p"/>
                            </m:rPr>
                            <a:rPr kumimoji="0" lang="en-US" sz="2400" b="0" i="0" u="none" strike="noStrike" kern="1200" cap="none" spc="0" normalizeH="0" baseline="0" noProof="0">
                              <a:ln>
                                <a:noFill/>
                              </a:ln>
                              <a:solidFill>
                                <a:srgbClr val="FF0000"/>
                              </a:solidFill>
                              <a:effectLst/>
                              <a:uLnTx/>
                              <a:uFillTx/>
                              <a:latin typeface="Cambria Math" panose="02040503050406030204" pitchFamily="18" charset="0"/>
                              <a:cs typeface="+mn-cs"/>
                            </a:rPr>
                            <m:t>c</m:t>
                          </m:r>
                        </m:sub>
                      </m:sSub>
                      <m:func>
                        <m:func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exp</m:t>
                          </m:r>
                        </m:fName>
                        <m:e>
                          <m:d>
                            <m:d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j</m:t>
                              </m:r>
                              <m:d>
                                <m:d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𝜋</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𝑁</m:t>
                                      </m:r>
                                    </m:den>
                                  </m:f>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𝜋</m:t>
                                      </m:r>
                                    </m:num>
                                    <m:den>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2</m:t>
                                      </m:r>
                                    </m:den>
                                  </m:f>
                                </m:e>
                              </m:d>
                            </m:e>
                          </m:d>
                        </m:e>
                      </m:func>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6" name="文本框 15">
                <a:extLst>
                  <a:ext uri="{FF2B5EF4-FFF2-40B4-BE49-F238E27FC236}">
                    <a16:creationId xmlns:a16="http://schemas.microsoft.com/office/drawing/2014/main" id="{4545EAB8-83B2-47C3-BF1B-681438D16EE0}"/>
                  </a:ext>
                </a:extLst>
              </p:cNvPr>
              <p:cNvSpPr txBox="1">
                <a:spLocks noRot="1" noChangeAspect="1" noMove="1" noResize="1" noEditPoints="1" noAdjustHandles="1" noChangeArrowheads="1" noChangeShapeType="1" noTextEdit="1"/>
              </p:cNvSpPr>
              <p:nvPr/>
            </p:nvSpPr>
            <p:spPr>
              <a:xfrm>
                <a:off x="539552" y="1278367"/>
                <a:ext cx="6013645" cy="10468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内容占位符 2">
                <a:extLst>
                  <a:ext uri="{FF2B5EF4-FFF2-40B4-BE49-F238E27FC236}">
                    <a16:creationId xmlns:a16="http://schemas.microsoft.com/office/drawing/2014/main" id="{33DCA1CA-9400-4D8D-A235-C60A58B07F48}"/>
                  </a:ext>
                </a:extLst>
              </p:cNvPr>
              <p:cNvSpPr>
                <a:spLocks noGrp="1"/>
              </p:cNvSpPr>
              <p:nvPr>
                <p:ph idx="1"/>
              </p:nvPr>
            </p:nvSpPr>
            <p:spPr>
              <a:xfrm>
                <a:off x="4247217" y="2973234"/>
                <a:ext cx="4436945" cy="3462102"/>
              </a:xfrm>
            </p:spPr>
            <p:txBody>
              <a:bodyPr>
                <a:spAutoFit/>
              </a:bodyPr>
              <a:lstStyle/>
              <a:p>
                <a:pPr algn="just">
                  <a:lnSpc>
                    <a:spcPct val="120000"/>
                  </a:lnSpc>
                </a:pPr>
                <a:r>
                  <a:rPr lang="zh-CN" altLang="en-US" sz="2400" b="0" dirty="0"/>
                  <a:t>极点分布特征：</a:t>
                </a:r>
                <a:endParaRPr lang="en-US" altLang="zh-CN" sz="2400" b="0" dirty="0"/>
              </a:p>
              <a:p>
                <a:pPr lvl="1" algn="just">
                  <a:lnSpc>
                    <a:spcPct val="120000"/>
                  </a:lnSpc>
                </a:pPr>
                <a14:m>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rPr>
                      <m:t>𝑁</m:t>
                    </m:r>
                  </m:oMath>
                </a14:m>
                <a:r>
                  <a:rPr lang="zh-CN" altLang="en-US" sz="2400" b="0" dirty="0"/>
                  <a:t>个极点等间隔分布于半径为</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m:rPr>
                            <m:sty m:val="p"/>
                          </m:rPr>
                          <a:rPr lang="en-US" sz="2400">
                            <a:solidFill>
                              <a:srgbClr val="000000"/>
                            </a:solidFill>
                            <a:latin typeface="Cambria Math" panose="02040503050406030204" pitchFamily="18" charset="0"/>
                          </a:rPr>
                          <m:t>c</m:t>
                        </m:r>
                      </m:sub>
                    </m:sSub>
                  </m:oMath>
                </a14:m>
                <a:r>
                  <a:rPr lang="zh-CN" altLang="en-US" sz="2400" b="0" dirty="0"/>
                  <a:t>的圆周上；</a:t>
                </a:r>
                <a:endParaRPr lang="en-US" altLang="zh-CN" sz="2400" b="0" dirty="0"/>
              </a:p>
              <a:p>
                <a:pPr lvl="1" algn="just">
                  <a:lnSpc>
                    <a:spcPct val="120000"/>
                  </a:lnSpc>
                </a:pPr>
                <a:r>
                  <a:rPr lang="zh-CN" altLang="en-US" sz="2400" b="0" dirty="0"/>
                  <a:t>相邻两极点之间的角度差为</a:t>
                </a:r>
                <a14:m>
                  <m:oMath xmlns:m="http://schemas.openxmlformats.org/officeDocument/2006/math">
                    <m:r>
                      <a:rPr lang="en-US" sz="2400" b="0" i="1">
                        <a:latin typeface="Cambria Math" panose="02040503050406030204" pitchFamily="18" charset="0"/>
                      </a:rPr>
                      <m:t>𝜋</m:t>
                    </m:r>
                    <m:r>
                      <a:rPr lang="en-US" sz="2400" b="0" i="1">
                        <a:latin typeface="Cambria Math" panose="02040503050406030204" pitchFamily="18" charset="0"/>
                      </a:rPr>
                      <m:t>/</m:t>
                    </m:r>
                    <m:r>
                      <a:rPr lang="en-US" sz="2400" b="0" i="1">
                        <a:latin typeface="Cambria Math" panose="02040503050406030204" pitchFamily="18" charset="0"/>
                      </a:rPr>
                      <m:t>𝑁</m:t>
                    </m:r>
                  </m:oMath>
                </a14:m>
                <a:r>
                  <a:rPr lang="zh-CN" altLang="en-US" sz="2400" b="0" dirty="0"/>
                  <a:t>；</a:t>
                </a:r>
                <a:endParaRPr lang="en-US" altLang="zh-CN" sz="2400" b="0" dirty="0"/>
              </a:p>
              <a:p>
                <a:pPr lvl="1" algn="just">
                  <a:lnSpc>
                    <a:spcPct val="120000"/>
                  </a:lnSpc>
                </a:pPr>
                <a14:m>
                  <m:oMath xmlns:m="http://schemas.openxmlformats.org/officeDocument/2006/math">
                    <m:r>
                      <m:rPr>
                        <m:sty m:val="p"/>
                      </m:rPr>
                      <a:rPr lang="en-US" sz="2400">
                        <a:latin typeface="Cambria Math" panose="02040503050406030204" pitchFamily="18" charset="0"/>
                      </a:rPr>
                      <m:t>j</m:t>
                    </m:r>
                    <m:r>
                      <a:rPr lang="en-US" sz="2400" i="1">
                        <a:latin typeface="Cambria Math" panose="02040503050406030204" pitchFamily="18" charset="0"/>
                      </a:rPr>
                      <m:t>𝜔</m:t>
                    </m:r>
                  </m:oMath>
                </a14:m>
                <a:r>
                  <a:rPr lang="zh-CN" altLang="en-US" sz="2400" b="0" dirty="0"/>
                  <a:t>轴上不会有极点；</a:t>
                </a:r>
                <a:endParaRPr lang="en-US" altLang="zh-CN" sz="2400" b="0" dirty="0"/>
              </a:p>
              <a:p>
                <a:pPr lvl="1" algn="just">
                  <a:lnSpc>
                    <a:spcPct val="120000"/>
                  </a:lnSpc>
                </a:pPr>
                <a:r>
                  <a:rPr lang="zh-CN" altLang="en-US" sz="2400" b="0" dirty="0"/>
                  <a:t>极点分布关于原点对称。</a:t>
                </a:r>
              </a:p>
            </p:txBody>
          </p:sp>
        </mc:Choice>
        <mc:Fallback xmlns="">
          <p:sp>
            <p:nvSpPr>
              <p:cNvPr id="44" name="内容占位符 2">
                <a:extLst>
                  <a:ext uri="{FF2B5EF4-FFF2-40B4-BE49-F238E27FC236}">
                    <a16:creationId xmlns:a16="http://schemas.microsoft.com/office/drawing/2014/main" id="{33DCA1CA-9400-4D8D-A235-C60A58B07F48}"/>
                  </a:ext>
                </a:extLst>
              </p:cNvPr>
              <p:cNvSpPr>
                <a:spLocks noGrp="1" noRot="1" noChangeAspect="1" noMove="1" noResize="1" noEditPoints="1" noAdjustHandles="1" noChangeArrowheads="1" noChangeShapeType="1" noTextEdit="1"/>
              </p:cNvSpPr>
              <p:nvPr>
                <p:ph idx="1"/>
              </p:nvPr>
            </p:nvSpPr>
            <p:spPr>
              <a:xfrm>
                <a:off x="4247217" y="2973234"/>
                <a:ext cx="4436945" cy="3462102"/>
              </a:xfrm>
              <a:blipFill>
                <a:blip r:embed="rId3"/>
                <a:stretch>
                  <a:fillRect l="-1923" r="-2060" b="-3169"/>
                </a:stretch>
              </a:blipFill>
            </p:spPr>
            <p:txBody>
              <a:bodyPr/>
              <a:lstStyle/>
              <a:p>
                <a:r>
                  <a:rPr lang="en-US">
                    <a:noFill/>
                  </a:rPr>
                  <a:t> </a:t>
                </a:r>
              </a:p>
            </p:txBody>
          </p:sp>
        </mc:Fallback>
      </mc:AlternateContent>
      <p:grpSp>
        <p:nvGrpSpPr>
          <p:cNvPr id="29" name="组合 28">
            <a:extLst>
              <a:ext uri="{FF2B5EF4-FFF2-40B4-BE49-F238E27FC236}">
                <a16:creationId xmlns:a16="http://schemas.microsoft.com/office/drawing/2014/main" id="{26E0A4B2-9316-40A2-AD94-EC9F6D20CF30}"/>
              </a:ext>
            </a:extLst>
          </p:cNvPr>
          <p:cNvGrpSpPr/>
          <p:nvPr/>
        </p:nvGrpSpPr>
        <p:grpSpPr>
          <a:xfrm>
            <a:off x="683568" y="2880109"/>
            <a:ext cx="3533939" cy="3501219"/>
            <a:chOff x="755576" y="2483885"/>
            <a:chExt cx="3533939" cy="3501219"/>
          </a:xfrm>
        </p:grpSpPr>
        <p:grpSp>
          <p:nvGrpSpPr>
            <p:cNvPr id="30" name="组合 29">
              <a:extLst>
                <a:ext uri="{FF2B5EF4-FFF2-40B4-BE49-F238E27FC236}">
                  <a16:creationId xmlns:a16="http://schemas.microsoft.com/office/drawing/2014/main" id="{9B5DD6DC-4D19-4544-A15C-950257E0B341}"/>
                </a:ext>
              </a:extLst>
            </p:cNvPr>
            <p:cNvGrpSpPr/>
            <p:nvPr/>
          </p:nvGrpSpPr>
          <p:grpSpPr>
            <a:xfrm>
              <a:off x="755576" y="2483885"/>
              <a:ext cx="3533939" cy="3501219"/>
              <a:chOff x="1259632" y="2483885"/>
              <a:chExt cx="3533939" cy="3501219"/>
            </a:xfrm>
          </p:grpSpPr>
          <p:cxnSp>
            <p:nvCxnSpPr>
              <p:cNvPr id="43" name="直接箭头连接符 42">
                <a:extLst>
                  <a:ext uri="{FF2B5EF4-FFF2-40B4-BE49-F238E27FC236}">
                    <a16:creationId xmlns:a16="http://schemas.microsoft.com/office/drawing/2014/main" id="{9CCBCA4A-14F6-44E9-92EB-0F8D5B99F4CC}"/>
                  </a:ext>
                </a:extLst>
              </p:cNvPr>
              <p:cNvCxnSpPr>
                <a:cxnSpLocks/>
              </p:cNvCxnSpPr>
              <p:nvPr/>
            </p:nvCxnSpPr>
            <p:spPr>
              <a:xfrm>
                <a:off x="1259632" y="4365104"/>
                <a:ext cx="324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321A3F5-F139-49A0-A837-445588ACCA6D}"/>
                  </a:ext>
                </a:extLst>
              </p:cNvPr>
              <p:cNvCxnSpPr>
                <a:cxnSpLocks/>
              </p:cNvCxnSpPr>
              <p:nvPr/>
            </p:nvCxnSpPr>
            <p:spPr>
              <a:xfrm flipV="1">
                <a:off x="2879632" y="2745104"/>
                <a:ext cx="0" cy="324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7" name="组合 46">
                <a:extLst>
                  <a:ext uri="{FF2B5EF4-FFF2-40B4-BE49-F238E27FC236}">
                    <a16:creationId xmlns:a16="http://schemas.microsoft.com/office/drawing/2014/main" id="{38118C38-443D-4365-9934-E17C2AF1E023}"/>
                  </a:ext>
                </a:extLst>
              </p:cNvPr>
              <p:cNvGrpSpPr/>
              <p:nvPr/>
            </p:nvGrpSpPr>
            <p:grpSpPr>
              <a:xfrm rot="1307615">
                <a:off x="1439631" y="2925104"/>
                <a:ext cx="2880000" cy="2880000"/>
                <a:chOff x="4788024" y="2852936"/>
                <a:chExt cx="2880000" cy="2880000"/>
              </a:xfrm>
            </p:grpSpPr>
            <p:sp>
              <p:nvSpPr>
                <p:cNvPr id="59" name="椭圆 58">
                  <a:extLst>
                    <a:ext uri="{FF2B5EF4-FFF2-40B4-BE49-F238E27FC236}">
                      <a16:creationId xmlns:a16="http://schemas.microsoft.com/office/drawing/2014/main" id="{F92CC094-5567-4A32-8E09-7BF5FAF68F83}"/>
                    </a:ext>
                  </a:extLst>
                </p:cNvPr>
                <p:cNvSpPr>
                  <a:spLocks noChangeAspect="1"/>
                </p:cNvSpPr>
                <p:nvPr/>
              </p:nvSpPr>
              <p:spPr>
                <a:xfrm>
                  <a:off x="5148024" y="3212936"/>
                  <a:ext cx="2160001" cy="2160000"/>
                </a:xfrm>
                <a:prstGeom prst="ellipse">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0" name="直接连接符 59">
                  <a:extLst>
                    <a:ext uri="{FF2B5EF4-FFF2-40B4-BE49-F238E27FC236}">
                      <a16:creationId xmlns:a16="http://schemas.microsoft.com/office/drawing/2014/main" id="{44FC0810-D1CD-48D5-9484-4A76E8098F5D}"/>
                    </a:ext>
                  </a:extLst>
                </p:cNvPr>
                <p:cNvCxnSpPr>
                  <a:cxnSpLocks/>
                </p:cNvCxnSpPr>
                <p:nvPr/>
              </p:nvCxnSpPr>
              <p:spPr>
                <a:xfrm>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EEBB2FF-F426-441D-9EE8-8133B69E3D23}"/>
                    </a:ext>
                  </a:extLst>
                </p:cNvPr>
                <p:cNvCxnSpPr>
                  <a:cxnSpLocks/>
                </p:cNvCxnSpPr>
                <p:nvPr/>
              </p:nvCxnSpPr>
              <p:spPr>
                <a:xfrm rot="5400000">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E2C073AC-0145-42C2-AD62-52C17D6E837E}"/>
                    </a:ext>
                  </a:extLst>
                </p:cNvPr>
                <p:cNvCxnSpPr>
                  <a:cxnSpLocks/>
                </p:cNvCxnSpPr>
                <p:nvPr/>
              </p:nvCxnSpPr>
              <p:spPr>
                <a:xfrm rot="2700000">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91A4A6E5-C8DE-43A6-BA39-8D4433546F46}"/>
                    </a:ext>
                  </a:extLst>
                </p:cNvPr>
                <p:cNvCxnSpPr>
                  <a:cxnSpLocks/>
                </p:cNvCxnSpPr>
                <p:nvPr/>
              </p:nvCxnSpPr>
              <p:spPr>
                <a:xfrm rot="18900000" flipV="1">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461C460-E3DD-4D43-BB20-45884E32326C}"/>
                      </a:ext>
                    </a:extLst>
                  </p:cNvPr>
                  <p:cNvSpPr txBox="1"/>
                  <p:nvPr/>
                </p:nvSpPr>
                <p:spPr>
                  <a:xfrm>
                    <a:off x="3418635" y="3206980"/>
                    <a:ext cx="489290" cy="5629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f>
                            <m:f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𝜋</m:t>
                              </m:r>
                            </m:num>
                            <m:den>
                              <m:r>
                                <a:rPr kumimoji="0" 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𝑁</m:t>
                              </m:r>
                            </m:den>
                          </m:f>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8" name="文本框 47">
                    <a:extLst>
                      <a:ext uri="{FF2B5EF4-FFF2-40B4-BE49-F238E27FC236}">
                        <a16:creationId xmlns:a16="http://schemas.microsoft.com/office/drawing/2014/main" id="{B461C460-E3DD-4D43-BB20-45884E32326C}"/>
                      </a:ext>
                    </a:extLst>
                  </p:cNvPr>
                  <p:cNvSpPr txBox="1">
                    <a:spLocks noRot="1" noChangeAspect="1" noMove="1" noResize="1" noEditPoints="1" noAdjustHandles="1" noChangeArrowheads="1" noChangeShapeType="1" noTextEdit="1"/>
                  </p:cNvSpPr>
                  <p:nvPr/>
                </p:nvSpPr>
                <p:spPr>
                  <a:xfrm>
                    <a:off x="3418635" y="3206980"/>
                    <a:ext cx="489290" cy="5629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5CDA862D-A24A-4CEA-ADC2-BC834C0C1857}"/>
                      </a:ext>
                    </a:extLst>
                  </p:cNvPr>
                  <p:cNvSpPr txBox="1"/>
                  <p:nvPr/>
                </p:nvSpPr>
                <p:spPr>
                  <a:xfrm>
                    <a:off x="4451749" y="422108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9" name="文本框 48">
                    <a:extLst>
                      <a:ext uri="{FF2B5EF4-FFF2-40B4-BE49-F238E27FC236}">
                        <a16:creationId xmlns:a16="http://schemas.microsoft.com/office/drawing/2014/main" id="{5CDA862D-A24A-4CEA-ADC2-BC834C0C1857}"/>
                      </a:ext>
                    </a:extLst>
                  </p:cNvPr>
                  <p:cNvSpPr txBox="1">
                    <a:spLocks noRot="1" noChangeAspect="1" noMove="1" noResize="1" noEditPoints="1" noAdjustHandles="1" noChangeArrowheads="1" noChangeShapeType="1" noTextEdit="1"/>
                  </p:cNvSpPr>
                  <p:nvPr/>
                </p:nvSpPr>
                <p:spPr>
                  <a:xfrm>
                    <a:off x="4451749" y="4221088"/>
                    <a:ext cx="34182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17ED182-20BA-4A32-A27A-4DB455BCAEBF}"/>
                      </a:ext>
                    </a:extLst>
                  </p:cNvPr>
                  <p:cNvSpPr txBox="1"/>
                  <p:nvPr/>
                </p:nvSpPr>
                <p:spPr>
                  <a:xfrm>
                    <a:off x="2880195" y="2483885"/>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0" name="文本框 49">
                    <a:extLst>
                      <a:ext uri="{FF2B5EF4-FFF2-40B4-BE49-F238E27FC236}">
                        <a16:creationId xmlns:a16="http://schemas.microsoft.com/office/drawing/2014/main" id="{017ED182-20BA-4A32-A27A-4DB455BCAEBF}"/>
                      </a:ext>
                    </a:extLst>
                  </p:cNvPr>
                  <p:cNvSpPr txBox="1">
                    <a:spLocks noRot="1" noChangeAspect="1" noMove="1" noResize="1" noEditPoints="1" noAdjustHandles="1" noChangeArrowheads="1" noChangeShapeType="1" noTextEdit="1"/>
                  </p:cNvSpPr>
                  <p:nvPr/>
                </p:nvSpPr>
                <p:spPr>
                  <a:xfrm>
                    <a:off x="2880195" y="2483885"/>
                    <a:ext cx="341822" cy="369332"/>
                  </a:xfrm>
                  <a:prstGeom prst="rect">
                    <a:avLst/>
                  </a:prstGeom>
                  <a:blipFill>
                    <a:blip r:embed="rId6"/>
                    <a:stretch>
                      <a:fillRect l="-5357" r="-12500"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171E0BFB-38C7-4A44-BBCE-D5465EEF2FA2}"/>
                      </a:ext>
                    </a:extLst>
                  </p:cNvPr>
                  <p:cNvSpPr txBox="1"/>
                  <p:nvPr/>
                </p:nvSpPr>
                <p:spPr>
                  <a:xfrm>
                    <a:off x="3105515" y="3162237"/>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51" name="文本框 50">
                    <a:extLst>
                      <a:ext uri="{FF2B5EF4-FFF2-40B4-BE49-F238E27FC236}">
                        <a16:creationId xmlns:a16="http://schemas.microsoft.com/office/drawing/2014/main" id="{171E0BFB-38C7-4A44-BBCE-D5465EEF2FA2}"/>
                      </a:ext>
                    </a:extLst>
                  </p:cNvPr>
                  <p:cNvSpPr txBox="1">
                    <a:spLocks noRot="1" noChangeAspect="1" noMove="1" noResize="1" noEditPoints="1" noAdjustHandles="1" noChangeArrowheads="1" noChangeShapeType="1" noTextEdit="1"/>
                  </p:cNvSpPr>
                  <p:nvPr/>
                </p:nvSpPr>
                <p:spPr>
                  <a:xfrm>
                    <a:off x="3105515" y="3162237"/>
                    <a:ext cx="34182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855F29B-8AE0-44C0-968F-266D9264351E}"/>
                      </a:ext>
                    </a:extLst>
                  </p:cNvPr>
                  <p:cNvSpPr txBox="1"/>
                  <p:nvPr/>
                </p:nvSpPr>
                <p:spPr>
                  <a:xfrm>
                    <a:off x="3694320" y="3739496"/>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52" name="文本框 51">
                    <a:extLst>
                      <a:ext uri="{FF2B5EF4-FFF2-40B4-BE49-F238E27FC236}">
                        <a16:creationId xmlns:a16="http://schemas.microsoft.com/office/drawing/2014/main" id="{2855F29B-8AE0-44C0-968F-266D9264351E}"/>
                      </a:ext>
                    </a:extLst>
                  </p:cNvPr>
                  <p:cNvSpPr txBox="1">
                    <a:spLocks noRot="1" noChangeAspect="1" noMove="1" noResize="1" noEditPoints="1" noAdjustHandles="1" noChangeArrowheads="1" noChangeShapeType="1" noTextEdit="1"/>
                  </p:cNvSpPr>
                  <p:nvPr/>
                </p:nvSpPr>
                <p:spPr>
                  <a:xfrm>
                    <a:off x="3694320" y="3739496"/>
                    <a:ext cx="34182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A53A0AA3-AC69-46C8-AC6C-DF1DCFB666A4}"/>
                      </a:ext>
                    </a:extLst>
                  </p:cNvPr>
                  <p:cNvSpPr txBox="1"/>
                  <p:nvPr/>
                </p:nvSpPr>
                <p:spPr>
                  <a:xfrm>
                    <a:off x="3710772" y="4560234"/>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53" name="文本框 52">
                    <a:extLst>
                      <a:ext uri="{FF2B5EF4-FFF2-40B4-BE49-F238E27FC236}">
                        <a16:creationId xmlns:a16="http://schemas.microsoft.com/office/drawing/2014/main" id="{A53A0AA3-AC69-46C8-AC6C-DF1DCFB666A4}"/>
                      </a:ext>
                    </a:extLst>
                  </p:cNvPr>
                  <p:cNvSpPr txBox="1">
                    <a:spLocks noRot="1" noChangeAspect="1" noMove="1" noResize="1" noEditPoints="1" noAdjustHandles="1" noChangeArrowheads="1" noChangeShapeType="1" noTextEdit="1"/>
                  </p:cNvSpPr>
                  <p:nvPr/>
                </p:nvSpPr>
                <p:spPr>
                  <a:xfrm>
                    <a:off x="3710772" y="4560234"/>
                    <a:ext cx="34182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684D42A2-337D-4913-A0CC-4053BEC75E85}"/>
                      </a:ext>
                    </a:extLst>
                  </p:cNvPr>
                  <p:cNvSpPr txBox="1"/>
                  <p:nvPr/>
                </p:nvSpPr>
                <p:spPr>
                  <a:xfrm>
                    <a:off x="3133911" y="516102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54" name="文本框 53">
                    <a:extLst>
                      <a:ext uri="{FF2B5EF4-FFF2-40B4-BE49-F238E27FC236}">
                        <a16:creationId xmlns:a16="http://schemas.microsoft.com/office/drawing/2014/main" id="{684D42A2-337D-4913-A0CC-4053BEC75E85}"/>
                      </a:ext>
                    </a:extLst>
                  </p:cNvPr>
                  <p:cNvSpPr txBox="1">
                    <a:spLocks noRot="1" noChangeAspect="1" noMove="1" noResize="1" noEditPoints="1" noAdjustHandles="1" noChangeArrowheads="1" noChangeShapeType="1" noTextEdit="1"/>
                  </p:cNvSpPr>
                  <p:nvPr/>
                </p:nvSpPr>
                <p:spPr>
                  <a:xfrm>
                    <a:off x="3133911" y="5161028"/>
                    <a:ext cx="34182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8DD87802-0091-4723-B076-560CC7716AC5}"/>
                      </a:ext>
                    </a:extLst>
                  </p:cNvPr>
                  <p:cNvSpPr txBox="1"/>
                  <p:nvPr/>
                </p:nvSpPr>
                <p:spPr>
                  <a:xfrm>
                    <a:off x="2283529" y="3177120"/>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55" name="文本框 54">
                    <a:extLst>
                      <a:ext uri="{FF2B5EF4-FFF2-40B4-BE49-F238E27FC236}">
                        <a16:creationId xmlns:a16="http://schemas.microsoft.com/office/drawing/2014/main" id="{8DD87802-0091-4723-B076-560CC7716AC5}"/>
                      </a:ext>
                    </a:extLst>
                  </p:cNvPr>
                  <p:cNvSpPr txBox="1">
                    <a:spLocks noRot="1" noChangeAspect="1" noMove="1" noResize="1" noEditPoints="1" noAdjustHandles="1" noChangeArrowheads="1" noChangeShapeType="1" noTextEdit="1"/>
                  </p:cNvSpPr>
                  <p:nvPr/>
                </p:nvSpPr>
                <p:spPr>
                  <a:xfrm>
                    <a:off x="2283529" y="3177120"/>
                    <a:ext cx="341822"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8F9225A9-8A6A-4378-A969-0DF6B23A5380}"/>
                      </a:ext>
                    </a:extLst>
                  </p:cNvPr>
                  <p:cNvSpPr txBox="1"/>
                  <p:nvPr/>
                </p:nvSpPr>
                <p:spPr>
                  <a:xfrm>
                    <a:off x="1705138" y="3767273"/>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56" name="文本框 55">
                    <a:extLst>
                      <a:ext uri="{FF2B5EF4-FFF2-40B4-BE49-F238E27FC236}">
                        <a16:creationId xmlns:a16="http://schemas.microsoft.com/office/drawing/2014/main" id="{8F9225A9-8A6A-4378-A969-0DF6B23A5380}"/>
                      </a:ext>
                    </a:extLst>
                  </p:cNvPr>
                  <p:cNvSpPr txBox="1">
                    <a:spLocks noRot="1" noChangeAspect="1" noMove="1" noResize="1" noEditPoints="1" noAdjustHandles="1" noChangeArrowheads="1" noChangeShapeType="1" noTextEdit="1"/>
                  </p:cNvSpPr>
                  <p:nvPr/>
                </p:nvSpPr>
                <p:spPr>
                  <a:xfrm>
                    <a:off x="1705138" y="3767273"/>
                    <a:ext cx="34182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E14B3DA3-1196-49C1-B981-AF8B6CA12C78}"/>
                      </a:ext>
                    </a:extLst>
                  </p:cNvPr>
                  <p:cNvSpPr txBox="1"/>
                  <p:nvPr/>
                </p:nvSpPr>
                <p:spPr>
                  <a:xfrm>
                    <a:off x="1707815" y="4587467"/>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57" name="文本框 56">
                    <a:extLst>
                      <a:ext uri="{FF2B5EF4-FFF2-40B4-BE49-F238E27FC236}">
                        <a16:creationId xmlns:a16="http://schemas.microsoft.com/office/drawing/2014/main" id="{E14B3DA3-1196-49C1-B981-AF8B6CA12C78}"/>
                      </a:ext>
                    </a:extLst>
                  </p:cNvPr>
                  <p:cNvSpPr txBox="1">
                    <a:spLocks noRot="1" noChangeAspect="1" noMove="1" noResize="1" noEditPoints="1" noAdjustHandles="1" noChangeArrowheads="1" noChangeShapeType="1" noTextEdit="1"/>
                  </p:cNvSpPr>
                  <p:nvPr/>
                </p:nvSpPr>
                <p:spPr>
                  <a:xfrm>
                    <a:off x="1707815" y="4587467"/>
                    <a:ext cx="341822"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738B2A8-C81A-4AB5-BFBF-B73F452C8F14}"/>
                      </a:ext>
                    </a:extLst>
                  </p:cNvPr>
                  <p:cNvSpPr txBox="1"/>
                  <p:nvPr/>
                </p:nvSpPr>
                <p:spPr>
                  <a:xfrm>
                    <a:off x="2308874" y="517244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58" name="文本框 57">
                    <a:extLst>
                      <a:ext uri="{FF2B5EF4-FFF2-40B4-BE49-F238E27FC236}">
                        <a16:creationId xmlns:a16="http://schemas.microsoft.com/office/drawing/2014/main" id="{7738B2A8-C81A-4AB5-BFBF-B73F452C8F14}"/>
                      </a:ext>
                    </a:extLst>
                  </p:cNvPr>
                  <p:cNvSpPr txBox="1">
                    <a:spLocks noRot="1" noChangeAspect="1" noMove="1" noResize="1" noEditPoints="1" noAdjustHandles="1" noChangeArrowheads="1" noChangeShapeType="1" noTextEdit="1"/>
                  </p:cNvSpPr>
                  <p:nvPr/>
                </p:nvSpPr>
                <p:spPr>
                  <a:xfrm>
                    <a:off x="2308874" y="5172448"/>
                    <a:ext cx="341822" cy="36933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BB87BDCC-1D57-4FC7-9FBA-E0FFC7396F4F}"/>
                    </a:ext>
                  </a:extLst>
                </p:cNvPr>
                <p:cNvSpPr txBox="1"/>
                <p:nvPr/>
              </p:nvSpPr>
              <p:spPr>
                <a:xfrm>
                  <a:off x="3377627" y="4239025"/>
                  <a:ext cx="431961"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𝜔</m:t>
                            </m:r>
                          </m:e>
                          <m:sub>
                            <m:r>
                              <m:rPr>
                                <m:sty m:val="p"/>
                              </m:rPr>
                              <a:rPr kumimoji="0" 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c</m:t>
                            </m:r>
                          </m:sub>
                        </m:sSub>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2" name="文本框 31">
                  <a:extLst>
                    <a:ext uri="{FF2B5EF4-FFF2-40B4-BE49-F238E27FC236}">
                      <a16:creationId xmlns:a16="http://schemas.microsoft.com/office/drawing/2014/main" id="{BB87BDCC-1D57-4FC7-9FBA-E0FFC7396F4F}"/>
                    </a:ext>
                  </a:extLst>
                </p:cNvPr>
                <p:cNvSpPr txBox="1">
                  <a:spLocks noRot="1" noChangeAspect="1" noMove="1" noResize="1" noEditPoints="1" noAdjustHandles="1" noChangeArrowheads="1" noChangeShapeType="1" noTextEdit="1"/>
                </p:cNvSpPr>
                <p:nvPr/>
              </p:nvSpPr>
              <p:spPr>
                <a:xfrm>
                  <a:off x="3377627" y="4239025"/>
                  <a:ext cx="431961" cy="369332"/>
                </a:xfrm>
                <a:prstGeom prst="rect">
                  <a:avLst/>
                </a:prstGeom>
                <a:blipFill>
                  <a:blip r:embed="rId15"/>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D9C59697-BF8C-4A50-B00F-332F009BB9BC}"/>
                  </a:ext>
                </a:extLst>
              </p:cNvPr>
              <p:cNvSpPr txBox="1"/>
              <p:nvPr/>
            </p:nvSpPr>
            <p:spPr>
              <a:xfrm>
                <a:off x="495804" y="5985352"/>
                <a:ext cx="1709936"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𝑘</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=0,…,</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−1</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64" name="文本框 63">
                <a:extLst>
                  <a:ext uri="{FF2B5EF4-FFF2-40B4-BE49-F238E27FC236}">
                    <a16:creationId xmlns:a16="http://schemas.microsoft.com/office/drawing/2014/main" id="{D9C59697-BF8C-4A50-B00F-332F009BB9BC}"/>
                  </a:ext>
                </a:extLst>
              </p:cNvPr>
              <p:cNvSpPr txBox="1">
                <a:spLocks noRot="1" noChangeAspect="1" noMove="1" noResize="1" noEditPoints="1" noAdjustHandles="1" noChangeArrowheads="1" noChangeShapeType="1" noTextEdit="1"/>
              </p:cNvSpPr>
              <p:nvPr/>
            </p:nvSpPr>
            <p:spPr>
              <a:xfrm>
                <a:off x="495804" y="5985352"/>
                <a:ext cx="1709936"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E2769E0B-A190-4CFC-BBDB-9B5E03E89FE1}"/>
                  </a:ext>
                </a:extLst>
              </p:cNvPr>
              <p:cNvSpPr txBox="1"/>
              <p:nvPr/>
            </p:nvSpPr>
            <p:spPr>
              <a:xfrm>
                <a:off x="2468308" y="5985352"/>
                <a:ext cx="1887661"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65" name="文本框 64">
                <a:extLst>
                  <a:ext uri="{FF2B5EF4-FFF2-40B4-BE49-F238E27FC236}">
                    <a16:creationId xmlns:a16="http://schemas.microsoft.com/office/drawing/2014/main" id="{E2769E0B-A190-4CFC-BBDB-9B5E03E89FE1}"/>
                  </a:ext>
                </a:extLst>
              </p:cNvPr>
              <p:cNvSpPr txBox="1">
                <a:spLocks noRot="1" noChangeAspect="1" noMove="1" noResize="1" noEditPoints="1" noAdjustHandles="1" noChangeArrowheads="1" noChangeShapeType="1" noTextEdit="1"/>
              </p:cNvSpPr>
              <p:nvPr/>
            </p:nvSpPr>
            <p:spPr>
              <a:xfrm>
                <a:off x="2468308" y="5985352"/>
                <a:ext cx="1887661"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5">
                <a:extLst>
                  <a:ext uri="{FF2B5EF4-FFF2-40B4-BE49-F238E27FC236}">
                    <a16:creationId xmlns:a16="http://schemas.microsoft.com/office/drawing/2014/main" id="{444C9103-6731-49C4-BA30-B431FBDF2E6A}"/>
                  </a:ext>
                </a:extLst>
              </p:cNvPr>
              <p:cNvSpPr txBox="1"/>
              <p:nvPr/>
            </p:nvSpPr>
            <p:spPr bwMode="auto">
              <a:xfrm>
                <a:off x="5759624" y="2372666"/>
                <a:ext cx="2924538"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=0,1,⋯,2</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𝑁</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1" name="Object 5">
                <a:extLst>
                  <a:ext uri="{FF2B5EF4-FFF2-40B4-BE49-F238E27FC236}">
                    <a16:creationId xmlns:a16="http://schemas.microsoft.com/office/drawing/2014/main" id="{444C9103-6731-49C4-BA30-B431FBDF2E6A}"/>
                  </a:ext>
                </a:extLst>
              </p:cNvPr>
              <p:cNvSpPr txBox="1">
                <a:spLocks noRot="1" noChangeAspect="1" noMove="1" noResize="1" noEditPoints="1" noAdjustHandles="1" noChangeArrowheads="1" noChangeShapeType="1" noTextEdit="1"/>
              </p:cNvSpPr>
              <p:nvPr/>
            </p:nvSpPr>
            <p:spPr bwMode="auto">
              <a:xfrm>
                <a:off x="5759624" y="2372666"/>
                <a:ext cx="2924538" cy="461665"/>
              </a:xfrm>
              <a:prstGeom prst="rect">
                <a:avLst/>
              </a:prstGeom>
              <a:blipFill>
                <a:blip r:embed="rId18"/>
                <a:stretch>
                  <a:fillRect l="-1875" b="-19737"/>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标题 1">
            <a:extLst>
              <a:ext uri="{FF2B5EF4-FFF2-40B4-BE49-F238E27FC236}">
                <a16:creationId xmlns:a16="http://schemas.microsoft.com/office/drawing/2014/main" id="{79FB7B6D-18C7-45FE-BF93-0047C89508EE}"/>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p:sp>
        <p:nvSpPr>
          <p:cNvPr id="4" name="灯片编号占位符 3">
            <a:extLst>
              <a:ext uri="{FF2B5EF4-FFF2-40B4-BE49-F238E27FC236}">
                <a16:creationId xmlns:a16="http://schemas.microsoft.com/office/drawing/2014/main" id="{8A8D7344-A99C-4488-AF93-A0BB6AA55D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668E6E-6CD6-463B-BE8C-05CB1475ADE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 name="Text Box 3">
                <a:extLst>
                  <a:ext uri="{FF2B5EF4-FFF2-40B4-BE49-F238E27FC236}">
                    <a16:creationId xmlns:a16="http://schemas.microsoft.com/office/drawing/2014/main" id="{4E504A46-B66F-4848-8FF5-D6E06652A998}"/>
                  </a:ext>
                </a:extLst>
              </p:cNvPr>
              <p:cNvSpPr txBox="1">
                <a:spLocks noChangeArrowheads="1"/>
              </p:cNvSpPr>
              <p:nvPr/>
            </p:nvSpPr>
            <p:spPr bwMode="auto">
              <a:xfrm>
                <a:off x="611560" y="1268760"/>
                <a:ext cx="8075240" cy="17631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与</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极点对称成对出现。</a:t>
                </a:r>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哪些极点应属于</a:t>
                </a:r>
                <a14:m>
                  <m:oMath xmlns:m="http://schemas.openxmlformats.org/officeDocument/2006/math">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𝐵</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342900" marR="0" lvl="0" indent="-342900" algn="just" defTabSz="914400" rtl="0" eaLnBrk="0" fontAlgn="base" latinLnBrk="0" hangingPunct="0">
                  <a:lnSpc>
                    <a:spcPct val="120000"/>
                  </a:lnSpc>
                  <a:spcBef>
                    <a:spcPts val="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要实现的滤波器应该是</a:t>
                </a: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因果稳定</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系统，因此</a:t>
                </a:r>
                <a14:m>
                  <m:oMath xmlns:m="http://schemas.openxmlformats.org/officeDocument/2006/math">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𝐵</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的极点是位于</a:t>
                </a:r>
                <a14:m>
                  <m:oMath xmlns:m="http://schemas.openxmlformats.org/officeDocument/2006/math">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左半平面的</a:t>
                </a: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𝑁</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个极点（</a:t>
                </a:r>
                <a:r>
                  <a:rPr kumimoji="0" lang="zh-CN" altLang="en-US" sz="2400" b="0" i="0" u="none" strike="noStrike" kern="1200" cap="none" spc="0" normalizeH="0" baseline="0" noProof="0" dirty="0">
                    <a:ln>
                      <a:noFill/>
                    </a:ln>
                    <a:solidFill>
                      <a:srgbClr val="0070C0"/>
                    </a:solidFill>
                    <a:effectLst/>
                    <a:uLnTx/>
                    <a:uFillTx/>
                    <a:latin typeface="Times New Roman" pitchFamily="18" charset="0"/>
                    <a:ea typeface="华文楷体" pitchFamily="2" charset="-122"/>
                    <a:cs typeface="+mn-cs"/>
                  </a:rPr>
                  <a:t>为什么？</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p>
            </p:txBody>
          </p:sp>
        </mc:Choice>
        <mc:Fallback xmlns="">
          <p:sp>
            <p:nvSpPr>
              <p:cNvPr id="6" name="Text Box 3">
                <a:extLst>
                  <a:ext uri="{FF2B5EF4-FFF2-40B4-BE49-F238E27FC236}">
                    <a16:creationId xmlns:a16="http://schemas.microsoft.com/office/drawing/2014/main" id="{4E504A46-B66F-4848-8FF5-D6E06652A998}"/>
                  </a:ext>
                </a:extLst>
              </p:cNvPr>
              <p:cNvSpPr txBox="1">
                <a:spLocks noRot="1" noChangeAspect="1" noMove="1" noResize="1" noEditPoints="1" noAdjustHandles="1" noChangeArrowheads="1" noChangeShapeType="1" noTextEdit="1"/>
              </p:cNvSpPr>
              <p:nvPr/>
            </p:nvSpPr>
            <p:spPr bwMode="auto">
              <a:xfrm>
                <a:off x="611560" y="1268760"/>
                <a:ext cx="8075240" cy="1763175"/>
              </a:xfrm>
              <a:prstGeom prst="rect">
                <a:avLst/>
              </a:prstGeom>
              <a:blipFill>
                <a:blip r:embed="rId2"/>
                <a:stretch>
                  <a:fillRect l="-981" t="-2422" r="-1208" b="-72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11" name="组合 10">
            <a:extLst>
              <a:ext uri="{FF2B5EF4-FFF2-40B4-BE49-F238E27FC236}">
                <a16:creationId xmlns:a16="http://schemas.microsoft.com/office/drawing/2014/main" id="{335B8C5B-A498-4EAD-BF05-0D2A12203DD9}"/>
              </a:ext>
            </a:extLst>
          </p:cNvPr>
          <p:cNvGrpSpPr/>
          <p:nvPr/>
        </p:nvGrpSpPr>
        <p:grpSpPr>
          <a:xfrm>
            <a:off x="1038061" y="2986153"/>
            <a:ext cx="3533939" cy="3501219"/>
            <a:chOff x="755576" y="2483885"/>
            <a:chExt cx="3533939" cy="3501219"/>
          </a:xfrm>
        </p:grpSpPr>
        <p:grpSp>
          <p:nvGrpSpPr>
            <p:cNvPr id="12" name="组合 11">
              <a:extLst>
                <a:ext uri="{FF2B5EF4-FFF2-40B4-BE49-F238E27FC236}">
                  <a16:creationId xmlns:a16="http://schemas.microsoft.com/office/drawing/2014/main" id="{0B055903-9421-4B73-9B99-E9FEDA8C31FC}"/>
                </a:ext>
              </a:extLst>
            </p:cNvPr>
            <p:cNvGrpSpPr/>
            <p:nvPr/>
          </p:nvGrpSpPr>
          <p:grpSpPr>
            <a:xfrm>
              <a:off x="755576" y="2483885"/>
              <a:ext cx="3533939" cy="3501219"/>
              <a:chOff x="1259632" y="2483885"/>
              <a:chExt cx="3533939" cy="3501219"/>
            </a:xfrm>
          </p:grpSpPr>
          <p:cxnSp>
            <p:nvCxnSpPr>
              <p:cNvPr id="16" name="直接箭头连接符 15">
                <a:extLst>
                  <a:ext uri="{FF2B5EF4-FFF2-40B4-BE49-F238E27FC236}">
                    <a16:creationId xmlns:a16="http://schemas.microsoft.com/office/drawing/2014/main" id="{DF49454E-5EB1-4D2E-97B5-C144992B8FB0}"/>
                  </a:ext>
                </a:extLst>
              </p:cNvPr>
              <p:cNvCxnSpPr>
                <a:cxnSpLocks/>
              </p:cNvCxnSpPr>
              <p:nvPr/>
            </p:nvCxnSpPr>
            <p:spPr>
              <a:xfrm>
                <a:off x="1259632" y="4365104"/>
                <a:ext cx="324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F1890D4C-C796-4565-90E6-65379763495F}"/>
                  </a:ext>
                </a:extLst>
              </p:cNvPr>
              <p:cNvCxnSpPr>
                <a:cxnSpLocks/>
              </p:cNvCxnSpPr>
              <p:nvPr/>
            </p:nvCxnSpPr>
            <p:spPr>
              <a:xfrm flipV="1">
                <a:off x="2879632" y="2745104"/>
                <a:ext cx="0" cy="324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53D0EE18-9EDF-4621-9BF0-FBE60B0D451A}"/>
                  </a:ext>
                </a:extLst>
              </p:cNvPr>
              <p:cNvGrpSpPr/>
              <p:nvPr/>
            </p:nvGrpSpPr>
            <p:grpSpPr>
              <a:xfrm rot="1307615">
                <a:off x="1439631" y="2925104"/>
                <a:ext cx="2880000" cy="2880000"/>
                <a:chOff x="4788024" y="2852936"/>
                <a:chExt cx="2880000" cy="2880000"/>
              </a:xfrm>
            </p:grpSpPr>
            <p:sp>
              <p:nvSpPr>
                <p:cNvPr id="30" name="椭圆 29">
                  <a:extLst>
                    <a:ext uri="{FF2B5EF4-FFF2-40B4-BE49-F238E27FC236}">
                      <a16:creationId xmlns:a16="http://schemas.microsoft.com/office/drawing/2014/main" id="{C4688800-E90F-490C-9EBF-057E305F7C9E}"/>
                    </a:ext>
                  </a:extLst>
                </p:cNvPr>
                <p:cNvSpPr>
                  <a:spLocks noChangeAspect="1"/>
                </p:cNvSpPr>
                <p:nvPr/>
              </p:nvSpPr>
              <p:spPr>
                <a:xfrm>
                  <a:off x="5148024" y="3212936"/>
                  <a:ext cx="2160001" cy="2160000"/>
                </a:xfrm>
                <a:prstGeom prst="ellipse">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1" name="直接连接符 30">
                  <a:extLst>
                    <a:ext uri="{FF2B5EF4-FFF2-40B4-BE49-F238E27FC236}">
                      <a16:creationId xmlns:a16="http://schemas.microsoft.com/office/drawing/2014/main" id="{4C9F4188-98F9-4E3F-B5B4-6D70D2602071}"/>
                    </a:ext>
                  </a:extLst>
                </p:cNvPr>
                <p:cNvCxnSpPr>
                  <a:cxnSpLocks/>
                </p:cNvCxnSpPr>
                <p:nvPr/>
              </p:nvCxnSpPr>
              <p:spPr>
                <a:xfrm>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79212C7-9E52-4C84-AA44-C1F6E9C2FE5D}"/>
                    </a:ext>
                  </a:extLst>
                </p:cNvPr>
                <p:cNvCxnSpPr>
                  <a:cxnSpLocks/>
                </p:cNvCxnSpPr>
                <p:nvPr/>
              </p:nvCxnSpPr>
              <p:spPr>
                <a:xfrm rot="5400000">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A7E0174-EC40-4F84-859B-554AC47D4595}"/>
                    </a:ext>
                  </a:extLst>
                </p:cNvPr>
                <p:cNvCxnSpPr>
                  <a:cxnSpLocks/>
                </p:cNvCxnSpPr>
                <p:nvPr/>
              </p:nvCxnSpPr>
              <p:spPr>
                <a:xfrm rot="2700000">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492281B-6B17-41B8-8AEF-70C020AC9189}"/>
                    </a:ext>
                  </a:extLst>
                </p:cNvPr>
                <p:cNvCxnSpPr>
                  <a:cxnSpLocks/>
                </p:cNvCxnSpPr>
                <p:nvPr/>
              </p:nvCxnSpPr>
              <p:spPr>
                <a:xfrm rot="18900000" flipV="1">
                  <a:off x="4788024" y="4292936"/>
                  <a:ext cx="2880000" cy="0"/>
                </a:xfrm>
                <a:prstGeom prst="line">
                  <a:avLst/>
                </a:prstGeom>
                <a:ln w="12700">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EBA9576-B9B5-4D4E-8E06-E86E0268EA52}"/>
                      </a:ext>
                    </a:extLst>
                  </p:cNvPr>
                  <p:cNvSpPr txBox="1"/>
                  <p:nvPr/>
                </p:nvSpPr>
                <p:spPr>
                  <a:xfrm>
                    <a:off x="3418635" y="3206980"/>
                    <a:ext cx="489290" cy="56297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f>
                            <m:f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𝜋</m:t>
                              </m:r>
                            </m:num>
                            <m:den>
                              <m:r>
                                <a:rPr kumimoji="0" 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𝑁</m:t>
                              </m:r>
                            </m:den>
                          </m:f>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9" name="文本框 18">
                    <a:extLst>
                      <a:ext uri="{FF2B5EF4-FFF2-40B4-BE49-F238E27FC236}">
                        <a16:creationId xmlns:a16="http://schemas.microsoft.com/office/drawing/2014/main" id="{DEBA9576-B9B5-4D4E-8E06-E86E0268EA52}"/>
                      </a:ext>
                    </a:extLst>
                  </p:cNvPr>
                  <p:cNvSpPr txBox="1">
                    <a:spLocks noRot="1" noChangeAspect="1" noMove="1" noResize="1" noEditPoints="1" noAdjustHandles="1" noChangeArrowheads="1" noChangeShapeType="1" noTextEdit="1"/>
                  </p:cNvSpPr>
                  <p:nvPr/>
                </p:nvSpPr>
                <p:spPr>
                  <a:xfrm>
                    <a:off x="3418635" y="3206980"/>
                    <a:ext cx="489290" cy="5629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8FBF629-543A-4F94-A675-87866F5813B5}"/>
                      </a:ext>
                    </a:extLst>
                  </p:cNvPr>
                  <p:cNvSpPr txBox="1"/>
                  <p:nvPr/>
                </p:nvSpPr>
                <p:spPr>
                  <a:xfrm>
                    <a:off x="4451749" y="422108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 name="文本框 19">
                    <a:extLst>
                      <a:ext uri="{FF2B5EF4-FFF2-40B4-BE49-F238E27FC236}">
                        <a16:creationId xmlns:a16="http://schemas.microsoft.com/office/drawing/2014/main" id="{F8FBF629-543A-4F94-A675-87866F5813B5}"/>
                      </a:ext>
                    </a:extLst>
                  </p:cNvPr>
                  <p:cNvSpPr txBox="1">
                    <a:spLocks noRot="1" noChangeAspect="1" noMove="1" noResize="1" noEditPoints="1" noAdjustHandles="1" noChangeArrowheads="1" noChangeShapeType="1" noTextEdit="1"/>
                  </p:cNvSpPr>
                  <p:nvPr/>
                </p:nvSpPr>
                <p:spPr>
                  <a:xfrm>
                    <a:off x="4451749" y="4221088"/>
                    <a:ext cx="34182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81AD06F-88F1-4954-B466-70CCC2387766}"/>
                      </a:ext>
                    </a:extLst>
                  </p:cNvPr>
                  <p:cNvSpPr txBox="1"/>
                  <p:nvPr/>
                </p:nvSpPr>
                <p:spPr>
                  <a:xfrm>
                    <a:off x="2880195" y="2483885"/>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m:rPr>
                              <m:sty m:val="p"/>
                            </m:rPr>
                            <a:rPr kumimoji="0" lang="en-US" sz="1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𝜔</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1" name="文本框 20">
                    <a:extLst>
                      <a:ext uri="{FF2B5EF4-FFF2-40B4-BE49-F238E27FC236}">
                        <a16:creationId xmlns:a16="http://schemas.microsoft.com/office/drawing/2014/main" id="{481AD06F-88F1-4954-B466-70CCC2387766}"/>
                      </a:ext>
                    </a:extLst>
                  </p:cNvPr>
                  <p:cNvSpPr txBox="1">
                    <a:spLocks noRot="1" noChangeAspect="1" noMove="1" noResize="1" noEditPoints="1" noAdjustHandles="1" noChangeArrowheads="1" noChangeShapeType="1" noTextEdit="1"/>
                  </p:cNvSpPr>
                  <p:nvPr/>
                </p:nvSpPr>
                <p:spPr>
                  <a:xfrm>
                    <a:off x="2880195" y="2483885"/>
                    <a:ext cx="341822" cy="369332"/>
                  </a:xfrm>
                  <a:prstGeom prst="rect">
                    <a:avLst/>
                  </a:prstGeom>
                  <a:blipFill>
                    <a:blip r:embed="rId5"/>
                    <a:stretch>
                      <a:fillRect l="-3571" r="-12500"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E653E33-78F7-458B-9EEF-8A558A5D3E8B}"/>
                      </a:ext>
                    </a:extLst>
                  </p:cNvPr>
                  <p:cNvSpPr txBox="1"/>
                  <p:nvPr/>
                </p:nvSpPr>
                <p:spPr>
                  <a:xfrm>
                    <a:off x="3105515" y="3162237"/>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22" name="文本框 21">
                    <a:extLst>
                      <a:ext uri="{FF2B5EF4-FFF2-40B4-BE49-F238E27FC236}">
                        <a16:creationId xmlns:a16="http://schemas.microsoft.com/office/drawing/2014/main" id="{0E653E33-78F7-458B-9EEF-8A558A5D3E8B}"/>
                      </a:ext>
                    </a:extLst>
                  </p:cNvPr>
                  <p:cNvSpPr txBox="1">
                    <a:spLocks noRot="1" noChangeAspect="1" noMove="1" noResize="1" noEditPoints="1" noAdjustHandles="1" noChangeArrowheads="1" noChangeShapeType="1" noTextEdit="1"/>
                  </p:cNvSpPr>
                  <p:nvPr/>
                </p:nvSpPr>
                <p:spPr>
                  <a:xfrm>
                    <a:off x="3105515" y="3162237"/>
                    <a:ext cx="34182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B815449-A332-4C14-8179-58E3ED469009}"/>
                      </a:ext>
                    </a:extLst>
                  </p:cNvPr>
                  <p:cNvSpPr txBox="1"/>
                  <p:nvPr/>
                </p:nvSpPr>
                <p:spPr>
                  <a:xfrm>
                    <a:off x="3694320" y="3739496"/>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23" name="文本框 22">
                    <a:extLst>
                      <a:ext uri="{FF2B5EF4-FFF2-40B4-BE49-F238E27FC236}">
                        <a16:creationId xmlns:a16="http://schemas.microsoft.com/office/drawing/2014/main" id="{4B815449-A332-4C14-8179-58E3ED469009}"/>
                      </a:ext>
                    </a:extLst>
                  </p:cNvPr>
                  <p:cNvSpPr txBox="1">
                    <a:spLocks noRot="1" noChangeAspect="1" noMove="1" noResize="1" noEditPoints="1" noAdjustHandles="1" noChangeArrowheads="1" noChangeShapeType="1" noTextEdit="1"/>
                  </p:cNvSpPr>
                  <p:nvPr/>
                </p:nvSpPr>
                <p:spPr>
                  <a:xfrm>
                    <a:off x="3694320" y="3739496"/>
                    <a:ext cx="34182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387E0A4-3DDA-488D-87AD-F4F1D453017A}"/>
                      </a:ext>
                    </a:extLst>
                  </p:cNvPr>
                  <p:cNvSpPr txBox="1"/>
                  <p:nvPr/>
                </p:nvSpPr>
                <p:spPr>
                  <a:xfrm>
                    <a:off x="3710772" y="4560234"/>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24" name="文本框 23">
                    <a:extLst>
                      <a:ext uri="{FF2B5EF4-FFF2-40B4-BE49-F238E27FC236}">
                        <a16:creationId xmlns:a16="http://schemas.microsoft.com/office/drawing/2014/main" id="{4387E0A4-3DDA-488D-87AD-F4F1D453017A}"/>
                      </a:ext>
                    </a:extLst>
                  </p:cNvPr>
                  <p:cNvSpPr txBox="1">
                    <a:spLocks noRot="1" noChangeAspect="1" noMove="1" noResize="1" noEditPoints="1" noAdjustHandles="1" noChangeArrowheads="1" noChangeShapeType="1" noTextEdit="1"/>
                  </p:cNvSpPr>
                  <p:nvPr/>
                </p:nvSpPr>
                <p:spPr>
                  <a:xfrm>
                    <a:off x="3710772" y="4560234"/>
                    <a:ext cx="34182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69DFFA2-2521-4E0C-95A2-45B9AC3C9E28}"/>
                      </a:ext>
                    </a:extLst>
                  </p:cNvPr>
                  <p:cNvSpPr txBox="1"/>
                  <p:nvPr/>
                </p:nvSpPr>
                <p:spPr>
                  <a:xfrm>
                    <a:off x="3133911" y="516102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25" name="文本框 24">
                    <a:extLst>
                      <a:ext uri="{FF2B5EF4-FFF2-40B4-BE49-F238E27FC236}">
                        <a16:creationId xmlns:a16="http://schemas.microsoft.com/office/drawing/2014/main" id="{E69DFFA2-2521-4E0C-95A2-45B9AC3C9E28}"/>
                      </a:ext>
                    </a:extLst>
                  </p:cNvPr>
                  <p:cNvSpPr txBox="1">
                    <a:spLocks noRot="1" noChangeAspect="1" noMove="1" noResize="1" noEditPoints="1" noAdjustHandles="1" noChangeArrowheads="1" noChangeShapeType="1" noTextEdit="1"/>
                  </p:cNvSpPr>
                  <p:nvPr/>
                </p:nvSpPr>
                <p:spPr>
                  <a:xfrm>
                    <a:off x="3133911" y="5161028"/>
                    <a:ext cx="34182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27492E3-8390-4D99-8499-E23E8003CDF2}"/>
                      </a:ext>
                    </a:extLst>
                  </p:cNvPr>
                  <p:cNvSpPr txBox="1"/>
                  <p:nvPr/>
                </p:nvSpPr>
                <p:spPr>
                  <a:xfrm>
                    <a:off x="2283529" y="3177120"/>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26" name="文本框 25">
                    <a:extLst>
                      <a:ext uri="{FF2B5EF4-FFF2-40B4-BE49-F238E27FC236}">
                        <a16:creationId xmlns:a16="http://schemas.microsoft.com/office/drawing/2014/main" id="{527492E3-8390-4D99-8499-E23E8003CDF2}"/>
                      </a:ext>
                    </a:extLst>
                  </p:cNvPr>
                  <p:cNvSpPr txBox="1">
                    <a:spLocks noRot="1" noChangeAspect="1" noMove="1" noResize="1" noEditPoints="1" noAdjustHandles="1" noChangeArrowheads="1" noChangeShapeType="1" noTextEdit="1"/>
                  </p:cNvSpPr>
                  <p:nvPr/>
                </p:nvSpPr>
                <p:spPr>
                  <a:xfrm>
                    <a:off x="2283529" y="3177120"/>
                    <a:ext cx="341822"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CCB6139-74A9-4703-99B3-A71A1D85DC2A}"/>
                      </a:ext>
                    </a:extLst>
                  </p:cNvPr>
                  <p:cNvSpPr txBox="1"/>
                  <p:nvPr/>
                </p:nvSpPr>
                <p:spPr>
                  <a:xfrm>
                    <a:off x="1705138" y="3767273"/>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27" name="文本框 26">
                    <a:extLst>
                      <a:ext uri="{FF2B5EF4-FFF2-40B4-BE49-F238E27FC236}">
                        <a16:creationId xmlns:a16="http://schemas.microsoft.com/office/drawing/2014/main" id="{ECCB6139-74A9-4703-99B3-A71A1D85DC2A}"/>
                      </a:ext>
                    </a:extLst>
                  </p:cNvPr>
                  <p:cNvSpPr txBox="1">
                    <a:spLocks noRot="1" noChangeAspect="1" noMove="1" noResize="1" noEditPoints="1" noAdjustHandles="1" noChangeArrowheads="1" noChangeShapeType="1" noTextEdit="1"/>
                  </p:cNvSpPr>
                  <p:nvPr/>
                </p:nvSpPr>
                <p:spPr>
                  <a:xfrm>
                    <a:off x="1705138" y="3767273"/>
                    <a:ext cx="341822"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B0D192E-F9DE-47D5-8BD1-65192B3478E2}"/>
                      </a:ext>
                    </a:extLst>
                  </p:cNvPr>
                  <p:cNvSpPr txBox="1"/>
                  <p:nvPr/>
                </p:nvSpPr>
                <p:spPr>
                  <a:xfrm>
                    <a:off x="1707815" y="4587467"/>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28" name="文本框 27">
                    <a:extLst>
                      <a:ext uri="{FF2B5EF4-FFF2-40B4-BE49-F238E27FC236}">
                        <a16:creationId xmlns:a16="http://schemas.microsoft.com/office/drawing/2014/main" id="{AB0D192E-F9DE-47D5-8BD1-65192B3478E2}"/>
                      </a:ext>
                    </a:extLst>
                  </p:cNvPr>
                  <p:cNvSpPr txBox="1">
                    <a:spLocks noRot="1" noChangeAspect="1" noMove="1" noResize="1" noEditPoints="1" noAdjustHandles="1" noChangeArrowheads="1" noChangeShapeType="1" noTextEdit="1"/>
                  </p:cNvSpPr>
                  <p:nvPr/>
                </p:nvSpPr>
                <p:spPr>
                  <a:xfrm>
                    <a:off x="1707815" y="4587467"/>
                    <a:ext cx="34182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188BAAC8-80FC-43D7-B8C9-B3C367468165}"/>
                      </a:ext>
                    </a:extLst>
                  </p:cNvPr>
                  <p:cNvSpPr txBox="1"/>
                  <p:nvPr/>
                </p:nvSpPr>
                <p:spPr>
                  <a:xfrm>
                    <a:off x="2308874" y="5172448"/>
                    <a:ext cx="341822"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29" name="文本框 28">
                    <a:extLst>
                      <a:ext uri="{FF2B5EF4-FFF2-40B4-BE49-F238E27FC236}">
                        <a16:creationId xmlns:a16="http://schemas.microsoft.com/office/drawing/2014/main" id="{188BAAC8-80FC-43D7-B8C9-B3C367468165}"/>
                      </a:ext>
                    </a:extLst>
                  </p:cNvPr>
                  <p:cNvSpPr txBox="1">
                    <a:spLocks noRot="1" noChangeAspect="1" noMove="1" noResize="1" noEditPoints="1" noAdjustHandles="1" noChangeArrowheads="1" noChangeShapeType="1" noTextEdit="1"/>
                  </p:cNvSpPr>
                  <p:nvPr/>
                </p:nvSpPr>
                <p:spPr>
                  <a:xfrm>
                    <a:off x="2308874" y="5172448"/>
                    <a:ext cx="341822" cy="369332"/>
                  </a:xfrm>
                  <a:prstGeom prst="rect">
                    <a:avLst/>
                  </a:prstGeom>
                  <a:blipFill>
                    <a:blip r:embed="rId13"/>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186B8B3-011D-4993-8355-4E15F184485E}"/>
                    </a:ext>
                  </a:extLst>
                </p:cNvPr>
                <p:cNvSpPr txBox="1"/>
                <p:nvPr/>
              </p:nvSpPr>
              <p:spPr>
                <a:xfrm>
                  <a:off x="3377627" y="4239025"/>
                  <a:ext cx="431961"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sz="1800" b="0" i="1" u="none" strike="noStrike" kern="1200" cap="none" spc="0" normalizeH="0" baseline="0" noProof="0">
                                <a:ln>
                                  <a:noFill/>
                                </a:ln>
                                <a:solidFill>
                                  <a:srgbClr val="FF0000"/>
                                </a:solidFill>
                                <a:effectLst/>
                                <a:uLnTx/>
                                <a:uFillTx/>
                                <a:latin typeface="Cambria Math" panose="02040503050406030204" pitchFamily="18" charset="0"/>
                                <a:cs typeface="+mn-cs"/>
                              </a:rPr>
                              <m:t>𝜔</m:t>
                            </m:r>
                          </m:e>
                          <m:sub>
                            <m:r>
                              <m:rPr>
                                <m:sty m:val="p"/>
                              </m:rPr>
                              <a:rPr kumimoji="0" lang="en-US" sz="1800" b="0" i="0" u="none" strike="noStrike" kern="1200" cap="none" spc="0" normalizeH="0" baseline="0" noProof="0">
                                <a:ln>
                                  <a:noFill/>
                                </a:ln>
                                <a:solidFill>
                                  <a:srgbClr val="FF0000"/>
                                </a:solidFill>
                                <a:effectLst/>
                                <a:uLnTx/>
                                <a:uFillTx/>
                                <a:latin typeface="Cambria Math" panose="02040503050406030204" pitchFamily="18" charset="0"/>
                                <a:cs typeface="+mn-cs"/>
                              </a:rPr>
                              <m:t>c</m:t>
                            </m:r>
                          </m:sub>
                        </m:sSub>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 name="文本框 14">
                  <a:extLst>
                    <a:ext uri="{FF2B5EF4-FFF2-40B4-BE49-F238E27FC236}">
                      <a16:creationId xmlns:a16="http://schemas.microsoft.com/office/drawing/2014/main" id="{1186B8B3-011D-4993-8355-4E15F184485E}"/>
                    </a:ext>
                  </a:extLst>
                </p:cNvPr>
                <p:cNvSpPr txBox="1">
                  <a:spLocks noRot="1" noChangeAspect="1" noMove="1" noResize="1" noEditPoints="1" noAdjustHandles="1" noChangeArrowheads="1" noChangeShapeType="1" noTextEdit="1"/>
                </p:cNvSpPr>
                <p:nvPr/>
              </p:nvSpPr>
              <p:spPr>
                <a:xfrm>
                  <a:off x="3377627" y="4239025"/>
                  <a:ext cx="431961" cy="369332"/>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516E0C4C-5164-4BD0-8556-DBC18EC20BE5}"/>
                  </a:ext>
                </a:extLst>
              </p:cNvPr>
              <p:cNvSpPr txBox="1"/>
              <p:nvPr/>
            </p:nvSpPr>
            <p:spPr>
              <a:xfrm>
                <a:off x="850297" y="6091396"/>
                <a:ext cx="1709936"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𝑘</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=0,…,</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0000FF"/>
                          </a:solidFill>
                          <a:effectLst/>
                          <a:uLnTx/>
                          <a:uFillTx/>
                          <a:latin typeface="Cambria Math" panose="02040503050406030204" pitchFamily="18" charset="0"/>
                          <a:cs typeface="+mn-cs"/>
                        </a:rPr>
                        <m:t>−1</m:t>
                      </m:r>
                    </m:oMath>
                  </m:oMathPara>
                </a14:m>
                <a:endParaRPr kumimoji="0" lang="en-US" sz="1800" b="0" i="0" u="none" strike="noStrike" kern="1200" cap="none" spc="0" normalizeH="0" baseline="0" noProof="0" dirty="0">
                  <a:ln>
                    <a:noFill/>
                  </a:ln>
                  <a:solidFill>
                    <a:srgbClr val="0000FF"/>
                  </a:solidFill>
                  <a:effectLst/>
                  <a:uLnTx/>
                  <a:uFillTx/>
                  <a:latin typeface="Arial" panose="020B0604020202020204" pitchFamily="34" charset="0"/>
                  <a:ea typeface="宋体" panose="02010600030101010101" pitchFamily="2" charset="-122"/>
                  <a:cs typeface="+mn-cs"/>
                </a:endParaRPr>
              </a:p>
            </p:txBody>
          </p:sp>
        </mc:Choice>
        <mc:Fallback xmlns="">
          <p:sp>
            <p:nvSpPr>
              <p:cNvPr id="35" name="文本框 34">
                <a:extLst>
                  <a:ext uri="{FF2B5EF4-FFF2-40B4-BE49-F238E27FC236}">
                    <a16:creationId xmlns:a16="http://schemas.microsoft.com/office/drawing/2014/main" id="{516E0C4C-5164-4BD0-8556-DBC18EC20BE5}"/>
                  </a:ext>
                </a:extLst>
              </p:cNvPr>
              <p:cNvSpPr txBox="1">
                <a:spLocks noRot="1" noChangeAspect="1" noMove="1" noResize="1" noEditPoints="1" noAdjustHandles="1" noChangeArrowheads="1" noChangeShapeType="1" noTextEdit="1"/>
              </p:cNvSpPr>
              <p:nvPr/>
            </p:nvSpPr>
            <p:spPr>
              <a:xfrm>
                <a:off x="850297" y="6091396"/>
                <a:ext cx="1709936"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0EE9297-3907-45C1-864A-1D1B36AE1730}"/>
                  </a:ext>
                </a:extLst>
              </p:cNvPr>
              <p:cNvSpPr txBox="1"/>
              <p:nvPr/>
            </p:nvSpPr>
            <p:spPr>
              <a:xfrm>
                <a:off x="2822801" y="6091396"/>
                <a:ext cx="1887661"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,…,2</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𝑁</m:t>
                      </m:r>
                      <m:r>
                        <a:rPr kumimoji="0" 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−1</m:t>
                      </m:r>
                    </m:oMath>
                  </m:oMathPara>
                </a14:m>
                <a:endParaRPr kumimoji="0" lang="en-US" sz="1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36" name="文本框 35">
                <a:extLst>
                  <a:ext uri="{FF2B5EF4-FFF2-40B4-BE49-F238E27FC236}">
                    <a16:creationId xmlns:a16="http://schemas.microsoft.com/office/drawing/2014/main" id="{20EE9297-3907-45C1-864A-1D1B36AE1730}"/>
                  </a:ext>
                </a:extLst>
              </p:cNvPr>
              <p:cNvSpPr txBox="1">
                <a:spLocks noRot="1" noChangeAspect="1" noMove="1" noResize="1" noEditPoints="1" noAdjustHandles="1" noChangeArrowheads="1" noChangeShapeType="1" noTextEdit="1"/>
              </p:cNvSpPr>
              <p:nvPr/>
            </p:nvSpPr>
            <p:spPr>
              <a:xfrm>
                <a:off x="2822801" y="6091396"/>
                <a:ext cx="188766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E79ADF1F-AAF5-4C7B-BDBE-410B5C8D7D14}"/>
                  </a:ext>
                </a:extLst>
              </p:cNvPr>
              <p:cNvSpPr txBox="1"/>
              <p:nvPr/>
            </p:nvSpPr>
            <p:spPr>
              <a:xfrm>
                <a:off x="4358344" y="3160896"/>
                <a:ext cx="4322419" cy="3292440"/>
              </a:xfrm>
              <a:prstGeom prst="rect">
                <a:avLst/>
              </a:prstGeom>
              <a:noFill/>
            </p:spPr>
            <p:txBody>
              <a:bodyPr wrap="square">
                <a:spAutoFit/>
              </a:bodyPr>
              <a:lstStyle/>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注意</a:t>
                </a:r>
                <a14:m>
                  <m:oMath xmlns:m="http://schemas.openxmlformats.org/officeDocument/2006/math">
                    <m:r>
                      <a:rPr kumimoji="0" lang="en-US" sz="24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𝐵</m:t>
                    </m:r>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ctrlPr>
                      </m:dPr>
                      <m:e>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0</m:t>
                        </m:r>
                      </m:e>
                    </m:d>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=1</m:t>
                    </m:r>
                  </m:oMath>
                </a14:m>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342900" marR="0" lvl="0" indent="-342900" algn="just"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据此，</a:t>
                </a: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𝑁</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阶</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巴特沃斯低通滤波器对应的系统函数为：</a:t>
                </a:r>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just" defTabSz="914400" rtl="0" eaLnBrk="1" fontAlgn="base" latinLnBrk="0" hangingPunct="1">
                  <a:lnSpc>
                    <a:spcPct val="100000"/>
                  </a:lnSpc>
                  <a:spcBef>
                    <a:spcPct val="2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d>
                        <m:d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d>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sSubSup>
                            <m:sSubSup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c</m:t>
                              </m:r>
                            </m:sub>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𝑁</m:t>
                              </m:r>
                            </m:sup>
                          </m:sSubSup>
                        </m:num>
                        <m:den>
                          <m:nary>
                            <m:naryPr>
                              <m:chr m:val="∏"/>
                              <m:limLoc m:val="subSup"/>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naryPr>
                            <m:sub>
                              <m:r>
                                <m:rPr>
                                  <m:brk m:alnAt="25"/>
                                </m:r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0</m:t>
                              </m:r>
                            </m:sub>
                            <m:sup>
                              <m:r>
                                <a:rPr kumimoji="0" lang="en-US"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𝑁</m:t>
                              </m:r>
                              <m:r>
                                <a:rPr kumimoji="0" lang="en-US"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−1</m:t>
                              </m:r>
                            </m:sup>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sub>
                              </m:s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e>
                          </m:nary>
                        </m:den>
                      </m:f>
                    </m:oMath>
                  </m:oMathPara>
                </a14:m>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其中，实数极点若存在则为</a:t>
                </a:r>
                <a14:m>
                  <m:oMath xmlns:m="http://schemas.openxmlformats.org/officeDocument/2006/math">
                    <m:r>
                      <a:rPr kumimoji="0" 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 </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，非实数的极点共轭成对。</a:t>
                </a:r>
              </a:p>
            </p:txBody>
          </p:sp>
        </mc:Choice>
        <mc:Fallback xmlns="">
          <p:sp>
            <p:nvSpPr>
              <p:cNvPr id="51" name="文本框 50">
                <a:extLst>
                  <a:ext uri="{FF2B5EF4-FFF2-40B4-BE49-F238E27FC236}">
                    <a16:creationId xmlns:a16="http://schemas.microsoft.com/office/drawing/2014/main" id="{E79ADF1F-AAF5-4C7B-BDBE-410B5C8D7D14}"/>
                  </a:ext>
                </a:extLst>
              </p:cNvPr>
              <p:cNvSpPr txBox="1">
                <a:spLocks noRot="1" noChangeAspect="1" noMove="1" noResize="1" noEditPoints="1" noAdjustHandles="1" noChangeArrowheads="1" noChangeShapeType="1" noTextEdit="1"/>
              </p:cNvSpPr>
              <p:nvPr/>
            </p:nvSpPr>
            <p:spPr>
              <a:xfrm>
                <a:off x="4358344" y="3160896"/>
                <a:ext cx="4322419" cy="3292440"/>
              </a:xfrm>
              <a:prstGeom prst="rect">
                <a:avLst/>
              </a:prstGeom>
              <a:blipFill>
                <a:blip r:embed="rId17"/>
                <a:stretch>
                  <a:fillRect l="-1975" t="-1296" r="-2116" b="-3333"/>
                </a:stretch>
              </a:blipFill>
            </p:spPr>
            <p:txBody>
              <a:bodyPr/>
              <a:lstStyle/>
              <a:p>
                <a:r>
                  <a:rPr lang="en-US">
                    <a:noFill/>
                  </a:rPr>
                  <a:t> </a:t>
                </a:r>
              </a:p>
            </p:txBody>
          </p:sp>
        </mc:Fallback>
      </mc:AlternateContent>
      <p:pic>
        <p:nvPicPr>
          <p:cNvPr id="37" name="图片 11" descr="thinking-caps.jpg">
            <a:extLst>
              <a:ext uri="{FF2B5EF4-FFF2-40B4-BE49-F238E27FC236}">
                <a16:creationId xmlns:a16="http://schemas.microsoft.com/office/drawing/2014/main" id="{A4819C38-7610-49B2-9E01-1144FCD38242}"/>
              </a:ext>
            </a:extLst>
          </p:cNvPr>
          <p:cNvPicPr>
            <a:picLocks noChangeAspect="1"/>
          </p:cNvPicPr>
          <p:nvPr/>
        </p:nvPicPr>
        <p:blipFill>
          <a:blip r:embed="rId18" cstate="hqprint">
            <a:extLst>
              <a:ext uri="{28A0092B-C50C-407E-A947-70E740481C1C}">
                <a14:useLocalDpi xmlns:a14="http://schemas.microsoft.com/office/drawing/2010/main" val="0"/>
              </a:ext>
            </a:extLst>
          </a:blip>
          <a:srcRect/>
          <a:stretch>
            <a:fillRect/>
          </a:stretch>
        </p:blipFill>
        <p:spPr bwMode="auto">
          <a:xfrm>
            <a:off x="6170504" y="2501442"/>
            <a:ext cx="437728" cy="5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标题 1">
            <a:extLst>
              <a:ext uri="{FF2B5EF4-FFF2-40B4-BE49-F238E27FC236}">
                <a16:creationId xmlns:a16="http://schemas.microsoft.com/office/drawing/2014/main" id="{79FB7B6D-18C7-45FE-BF93-0047C89508EE}"/>
              </a:ext>
            </a:extLst>
          </p:cNvPr>
          <p:cNvSpPr>
            <a:spLocks noGrp="1"/>
          </p:cNvSpPr>
          <p:nvPr>
            <p:ph type="title"/>
          </p:nvPr>
        </p:nvSpPr>
        <p:spPr/>
        <p:txBody>
          <a:bodyPr/>
          <a:lstStyle/>
          <a:p>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9.7 </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用拉普拉斯变换分析与表征</a:t>
            </a:r>
            <a:r>
              <a:rPr kumimoji="0" lang="en-US" altLang="zh-CN"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LTI</a:t>
            </a:r>
            <a:r>
              <a:rPr kumimoji="0" lang="zh-CN" altLang="en-US" sz="3200" b="1" i="0" u="none" strike="noStrike" kern="1200" cap="none" spc="0" normalizeH="0" baseline="0" noProof="0" dirty="0">
                <a:ln>
                  <a:noFill/>
                </a:ln>
                <a:solidFill>
                  <a:srgbClr val="000000"/>
                </a:solidFill>
                <a:effectLst/>
                <a:uLnTx/>
                <a:uFillTx/>
                <a:latin typeface="Georgia" pitchFamily="18" charset="0"/>
                <a:ea typeface="华文行楷" pitchFamily="2" charset="-122"/>
                <a:cs typeface="+mj-cs"/>
              </a:rPr>
              <a:t>系统</a:t>
            </a:r>
            <a:endParaRPr lang="zh-CN" altLang="en-US" dirty="0"/>
          </a:p>
        </p:txBody>
      </p:sp>
      <p:sp>
        <p:nvSpPr>
          <p:cNvPr id="4" name="灯片编号占位符 3">
            <a:extLst>
              <a:ext uri="{FF2B5EF4-FFF2-40B4-BE49-F238E27FC236}">
                <a16:creationId xmlns:a16="http://schemas.microsoft.com/office/drawing/2014/main" id="{8A8D7344-A99C-4488-AF93-A0BB6AA55D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668E6E-6CD6-463B-BE8C-05CB1475ADE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E79ADF1F-AAF5-4C7B-BDBE-410B5C8D7D14}"/>
                  </a:ext>
                </a:extLst>
              </p:cNvPr>
              <p:cNvSpPr txBox="1"/>
              <p:nvPr/>
            </p:nvSpPr>
            <p:spPr>
              <a:xfrm>
                <a:off x="457200" y="1278704"/>
                <a:ext cx="8229597" cy="5283754"/>
              </a:xfrm>
              <a:prstGeom prst="rect">
                <a:avLst/>
              </a:prstGeom>
              <a:noFill/>
            </p:spPr>
            <p:txBody>
              <a:bodyPr wrap="square">
                <a:spAutoFit/>
              </a:bodyPr>
              <a:lstStyle/>
              <a:p>
                <a:pPr marL="342900" marR="0" lvl="0" indent="-342900" algn="just" defTabSz="914400" rtl="0" eaLnBrk="1" fontAlgn="base" latinLnBrk="0" hangingPunct="1">
                  <a:lnSpc>
                    <a:spcPct val="110000"/>
                  </a:lnSpc>
                  <a:spcBef>
                    <a:spcPts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分母中非实数共轭极点合并表达</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lvl="0" algn="just">
                  <a:lnSpc>
                    <a:spcPct val="110000"/>
                  </a:lnSpc>
                  <a:spcBef>
                    <a:spcPts val="0"/>
                  </a:spcBef>
                  <a:defRPr/>
                </a:pPr>
                <a14:m>
                  <m:oMathPara xmlns:m="http://schemas.openxmlformats.org/officeDocument/2006/math">
                    <m:oMathParaPr>
                      <m:jc m:val="centerGroup"/>
                    </m:oMathParaPr>
                    <m:oMath xmlns:m="http://schemas.openxmlformats.org/officeDocument/2006/math">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sub>
                          </m:sSub>
                        </m:e>
                      </m:d>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𝑁</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sub>
                          </m:sSub>
                        </m:e>
                      </m: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sub>
                          </m:sSub>
                        </m:e>
                      </m:d>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Sup>
                            <m:sSub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𝑘</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up>
                          </m:sSubSup>
                        </m:e>
                      </m: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sup>
                      </m:s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Re</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𝑠</m:t>
                          </m:r>
                        </m:e>
                        <m:sub>
                          <m:r>
                            <a:rPr lang="en-US" sz="2000" i="1">
                              <a:solidFill>
                                <a:srgbClr val="000000"/>
                              </a:solidFill>
                              <a:latin typeface="Cambria Math" panose="02040503050406030204" pitchFamily="18" charset="0"/>
                            </a:rPr>
                            <m:t>𝑘</m:t>
                          </m:r>
                        </m:sub>
                      </m:sSub>
                      <m:r>
                        <a:rPr lang="en-US" sz="2000" b="0" i="1" smtClean="0">
                          <a:solidFill>
                            <a:srgbClr val="000000"/>
                          </a:solidFill>
                          <a:latin typeface="Cambria Math" panose="02040503050406030204" pitchFamily="18" charset="0"/>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Sup>
                        <m:sSub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c</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sup>
                      </m:sSubSup>
                    </m:oMath>
                  </m:oMathPara>
                </a14:m>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342900" marR="0" lvl="0" indent="-342900" algn="just" defTabSz="914400" rtl="0" eaLnBrk="1" fontAlgn="base" latinLnBrk="0" hangingPunct="1">
                  <a:lnSpc>
                    <a:spcPct val="110000"/>
                  </a:lnSpc>
                  <a:spcBef>
                    <a:spcPts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若</a:t>
                </a:r>
                <a14:m>
                  <m:oMath xmlns:m="http://schemas.openxmlformats.org/officeDocument/2006/math">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𝑁</m:t>
                    </m:r>
                    <m:r>
                      <a:rPr kumimoji="0" lang="en-US" sz="2000" b="0" i="0"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=1</m:t>
                    </m:r>
                  </m:oMath>
                </a14:m>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0" marR="0" lvl="0" indent="0" algn="just" defTabSz="914400" rtl="0" eaLnBrk="1" fontAlgn="base" latinLnBrk="0" hangingPunct="1">
                  <a:lnSpc>
                    <a:spcPct val="110000"/>
                  </a:lnSpc>
                  <a:spcBef>
                    <a:spcPts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den>
                      </m:f>
                    </m:oMath>
                  </m:oMathPara>
                </a14:m>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342900" marR="0" lvl="0" indent="-342900" algn="just" defTabSz="914400" rtl="0" eaLnBrk="1" fontAlgn="base" latinLnBrk="0" hangingPunct="1">
                  <a:lnSpc>
                    <a:spcPct val="110000"/>
                  </a:lnSpc>
                  <a:spcBef>
                    <a:spcPts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若</a:t>
                </a:r>
                <a14:m>
                  <m:oMath xmlns:m="http://schemas.openxmlformats.org/officeDocument/2006/math">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𝑁</m:t>
                    </m:r>
                    <m:r>
                      <a:rPr kumimoji="0" lang="en-US" sz="2000" b="0" i="0"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&gt;1</m:t>
                    </m:r>
                  </m:oMath>
                </a14:m>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为偶数，</a:t>
                </a:r>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0" marR="0" lvl="0" indent="0" algn="just" defTabSz="914400" rtl="0" eaLnBrk="1" fontAlgn="base" latinLnBrk="0" hangingPunct="1">
                  <a:lnSpc>
                    <a:spcPct val="110000"/>
                  </a:lnSpc>
                  <a:spcBef>
                    <a:spcPts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sSubSup>
                            <m:sSub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c</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𝑁</m:t>
                              </m:r>
                            </m:sup>
                          </m:sSubSup>
                        </m:num>
                        <m:den>
                          <m:nary>
                            <m:naryPr>
                              <m:chr m:val="∏"/>
                              <m:limLoc m:val="subSup"/>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brk m:alnAt="25"/>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FF"/>
                                  </a:solidFill>
                                  <a:effectLst/>
                                  <a:uLnTx/>
                                  <a:uFillTx/>
                                  <a:latin typeface="Cambria Math" panose="02040503050406030204" pitchFamily="18" charset="0"/>
                                  <a:cs typeface="+mn-cs"/>
                                </a:rPr>
                                <m:t>0</m:t>
                              </m:r>
                            </m:sub>
                            <m:sup>
                              <m:f>
                                <m:fPr>
                                  <m:ctrlP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FF"/>
                                      </a:solidFill>
                                      <a:effectLst/>
                                      <a:uLnTx/>
                                      <a:uFillTx/>
                                      <a:latin typeface="Cambria Math" panose="02040503050406030204" pitchFamily="18" charset="0"/>
                                      <a:cs typeface="+mn-cs"/>
                                    </a:rPr>
                                    <m:t>𝑁</m:t>
                                  </m:r>
                                </m:num>
                                <m:den>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cs typeface="+mn-cs"/>
                                    </a:rPr>
                                    <m:t>2</m:t>
                                  </m:r>
                                </m:den>
                              </m:f>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cs typeface="+mn-cs"/>
                                </a:rPr>
                                <m:t>−1</m:t>
                              </m:r>
                            </m:sup>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func>
                                <m:func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sin</m:t>
                                  </m:r>
                                </m:fName>
                                <m:e>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𝜋</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𝑁</m:t>
                                      </m:r>
                                    </m:den>
                                  </m:f>
                                </m:e>
                              </m:func>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Sup>
                                <m:sSub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b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den>
                      </m:f>
                    </m:oMath>
                  </m:oMathPara>
                </a14:m>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342900" marR="0" lvl="0" indent="-342900" algn="just" defTabSz="914400" rtl="0" eaLnBrk="1" fontAlgn="base" latinLnBrk="0" hangingPunct="1">
                  <a:lnSpc>
                    <a:spcPct val="110000"/>
                  </a:lnSpc>
                  <a:spcBef>
                    <a:spcPts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若</a:t>
                </a:r>
                <a14:m>
                  <m:oMath xmlns:m="http://schemas.openxmlformats.org/officeDocument/2006/math">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𝑁</m:t>
                    </m:r>
                    <m:r>
                      <a:rPr kumimoji="0" lang="en-US" sz="2000" b="0" i="0"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&gt;1</m:t>
                    </m:r>
                  </m:oMath>
                </a14:m>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为奇数，</a:t>
                </a:r>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0" marR="0" lvl="0" indent="0" algn="just" defTabSz="914400" rtl="0" eaLnBrk="1" fontAlgn="base" latinLnBrk="0" hangingPunct="1">
                  <a:lnSpc>
                    <a:spcPct val="110000"/>
                  </a:lnSpc>
                  <a:spcBef>
                    <a:spcPts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𝐵</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e>
                      </m: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sSubSup>
                            <m:sSub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000" b="0" i="0" u="none" strike="noStrike" kern="1200" cap="none" spc="0" normalizeH="0" baseline="0" noProof="0" smtClean="0">
                                  <a:ln>
                                    <a:noFill/>
                                  </a:ln>
                                  <a:solidFill>
                                    <a:srgbClr val="000000"/>
                                  </a:solidFill>
                                  <a:effectLst/>
                                  <a:uLnTx/>
                                  <a:uFillTx/>
                                  <a:latin typeface="Cambria Math" panose="02040503050406030204" pitchFamily="18" charset="0"/>
                                  <a:cs typeface="+mn-cs"/>
                                </a:rPr>
                                <m:t>c</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𝑁</m:t>
                              </m:r>
                            </m:sup>
                          </m:sSubSup>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hr m:val="∏"/>
                              <m:limLoc m:val="subSup"/>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m:rPr>
                                  <m:brk m:alnAt="25"/>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FF"/>
                                  </a:solidFill>
                                  <a:effectLst/>
                                  <a:uLnTx/>
                                  <a:uFillTx/>
                                  <a:latin typeface="Cambria Math" panose="02040503050406030204" pitchFamily="18" charset="0"/>
                                  <a:cs typeface="+mn-cs"/>
                                </a:rPr>
                                <m:t>0</m:t>
                              </m:r>
                            </m:sub>
                            <m:sup>
                              <m:f>
                                <m:fPr>
                                  <m:ctrlP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FF"/>
                                      </a:solidFill>
                                      <a:effectLst/>
                                      <a:uLnTx/>
                                      <a:uFillTx/>
                                      <a:latin typeface="Cambria Math" panose="02040503050406030204" pitchFamily="18" charset="0"/>
                                      <a:cs typeface="+mn-cs"/>
                                    </a:rPr>
                                    <m:t>𝑁</m:t>
                                  </m:r>
                                  <m:r>
                                    <a:rPr kumimoji="0" lang="en-US" sz="2000" b="0" i="1" u="none" strike="noStrike" kern="1200" cap="none" spc="0" normalizeH="0" baseline="0" noProof="0">
                                      <a:ln>
                                        <a:noFill/>
                                      </a:ln>
                                      <a:solidFill>
                                        <a:srgbClr val="0000FF"/>
                                      </a:solidFill>
                                      <a:effectLst/>
                                      <a:uLnTx/>
                                      <a:uFillTx/>
                                      <a:latin typeface="Cambria Math" panose="02040503050406030204" pitchFamily="18" charset="0"/>
                                      <a:cs typeface="+mn-cs"/>
                                    </a:rPr>
                                    <m:t>−3</m:t>
                                  </m:r>
                                </m:num>
                                <m:den>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cs typeface="+mn-cs"/>
                                    </a:rPr>
                                    <m:t>2</m:t>
                                  </m:r>
                                </m:den>
                              </m:f>
                            </m:sup>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b>
                                <m:sSub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func>
                                <m:func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sin</m:t>
                                  </m:r>
                                </m:fName>
                                <m:e>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𝜋</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2</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𝑁</m:t>
                                      </m:r>
                                    </m:den>
                                  </m:f>
                                </m:e>
                              </m:func>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Sup>
                                <m:sSub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𝜔</m:t>
                                  </m:r>
                                </m:e>
                                <m:sub>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c</m:t>
                                  </m:r>
                                </m:sub>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b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den>
                      </m:f>
                    </m:oMath>
                  </m:oMathPara>
                </a14:m>
                <a:endParaRPr kumimoji="0" lang="en-US" altLang="zh-CN"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342900" marR="0" lvl="0" indent="-342900" algn="just" defTabSz="914400" rtl="0" eaLnBrk="1" fontAlgn="base" latinLnBrk="0" hangingPunct="1">
                  <a:lnSpc>
                    <a:spcPct val="110000"/>
                  </a:lnSpc>
                  <a:spcBef>
                    <a:spcPts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获得系统函数</a:t>
                </a:r>
                <a14:m>
                  <m:oMath xmlns:m="http://schemas.openxmlformats.org/officeDocument/2006/math">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𝐵</m:t>
                    </m:r>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ctrlPr>
                      </m:dPr>
                      <m:e>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e>
                    </m:d>
                  </m:oMath>
                </a14:m>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后，</a:t>
                </a:r>
                <a14:m>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ctrlPr>
                      </m:sSubPr>
                      <m:e>
                        <m:d>
                          <m:dPr>
                            <m:begChr m:val=""/>
                            <m:end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ctrlPr>
                          </m:dPr>
                          <m:e>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𝐵</m:t>
                            </m:r>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ctrlPr>
                              </m:dPr>
                              <m:e>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e>
                            </m:d>
                          </m:e>
                        </m:d>
                      </m:e>
                      <m:sub>
                        <m:r>
                          <a:rPr kumimoji="0" lang="en-US" sz="2000" b="0" i="0" u="none" strike="noStrike" kern="1200" cap="none" spc="0" normalizeH="0" baseline="0" noProof="0">
                            <a:ln>
                              <a:noFill/>
                            </a:ln>
                            <a:solidFill>
                              <a:prstClr val="black"/>
                            </a:solidFill>
                            <a:effectLst/>
                            <a:uLnTx/>
                            <a:uFillTx/>
                            <a:latin typeface="Cambria Math" panose="02040503050406030204" pitchFamily="18" charset="0"/>
                            <a:ea typeface="华文楷体" pitchFamily="2" charset="-122"/>
                            <a:cs typeface="+mn-cs"/>
                          </a:rPr>
                          <m:t>𝑠</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itchFamily="2" charset="-122"/>
                            <a:cs typeface="+mn-cs"/>
                          </a:rPr>
                          <m:t>=</m:t>
                        </m:r>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j</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sub>
                    </m:sSub>
                  </m:oMath>
                </a14:m>
                <a:r>
                  <a:rPr kumimoji="0" lang="zh-CN" altLang="en-US" sz="20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即为其频率响应，而单位冲激响应与对应的微分方程也可方便获得。</a:t>
                </a:r>
              </a:p>
            </p:txBody>
          </p:sp>
        </mc:Choice>
        <mc:Fallback xmlns="">
          <p:sp>
            <p:nvSpPr>
              <p:cNvPr id="51" name="文本框 50">
                <a:extLst>
                  <a:ext uri="{FF2B5EF4-FFF2-40B4-BE49-F238E27FC236}">
                    <a16:creationId xmlns:a16="http://schemas.microsoft.com/office/drawing/2014/main" id="{E79ADF1F-AAF5-4C7B-BDBE-410B5C8D7D14}"/>
                  </a:ext>
                </a:extLst>
              </p:cNvPr>
              <p:cNvSpPr txBox="1">
                <a:spLocks noRot="1" noChangeAspect="1" noMove="1" noResize="1" noEditPoints="1" noAdjustHandles="1" noChangeArrowheads="1" noChangeShapeType="1" noTextEdit="1"/>
              </p:cNvSpPr>
              <p:nvPr/>
            </p:nvSpPr>
            <p:spPr>
              <a:xfrm>
                <a:off x="457200" y="1278704"/>
                <a:ext cx="8229597" cy="5283754"/>
              </a:xfrm>
              <a:prstGeom prst="rect">
                <a:avLst/>
              </a:prstGeom>
              <a:blipFill>
                <a:blip r:embed="rId2"/>
                <a:stretch>
                  <a:fillRect l="-667" t="-346" r="-741" b="-5421"/>
                </a:stretch>
              </a:blipFill>
            </p:spPr>
            <p:txBody>
              <a:bodyPr/>
              <a:lstStyle/>
              <a:p>
                <a:r>
                  <a:rPr lang="en-US">
                    <a:noFill/>
                  </a:rPr>
                  <a:t> </a:t>
                </a:r>
              </a:p>
            </p:txBody>
          </p:sp>
        </mc:Fallback>
      </mc:AlternateContent>
    </p:spTree>
    <p:extLst>
      <p:ext uri="{BB962C8B-B14F-4D97-AF65-F5344CB8AC3E}">
        <p14:creationId xmlns:p14="http://schemas.microsoft.com/office/powerpoint/2010/main" val="7677770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412776"/>
            <a:ext cx="8229600" cy="673518"/>
          </a:xfrm>
        </p:spPr>
        <p:txBody>
          <a:bodyPr>
            <a:spAutoFit/>
          </a:bodyPr>
          <a:lstStyle/>
          <a:p>
            <a:pPr algn="just">
              <a:lnSpc>
                <a:spcPct val="150000"/>
              </a:lnSpc>
              <a:spcBef>
                <a:spcPts val="0"/>
              </a:spcBef>
              <a:spcAft>
                <a:spcPts val="600"/>
              </a:spcAft>
            </a:pPr>
            <a:r>
              <a:rPr lang="en-US" altLang="zh-CN" sz="2800" b="0" dirty="0"/>
              <a:t>9.26</a:t>
            </a:r>
            <a:r>
              <a:rPr lang="zh-CN" altLang="en-US" sz="2800" b="0" dirty="0"/>
              <a:t>、</a:t>
            </a:r>
            <a:r>
              <a:rPr lang="en-US" altLang="zh-CN" sz="2800" b="0" dirty="0"/>
              <a:t>9.31</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5414005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0" name="标题 1">
            <a:extLst>
              <a:ext uri="{FF2B5EF4-FFF2-40B4-BE49-F238E27FC236}">
                <a16:creationId xmlns:a16="http://schemas.microsoft.com/office/drawing/2014/main" id="{06F9BC98-6017-42CF-B432-759E8D3AB308}"/>
              </a:ext>
            </a:extLst>
          </p:cNvPr>
          <p:cNvSpPr>
            <a:spLocks noGrp="1"/>
          </p:cNvSpPr>
          <p:nvPr>
            <p:ph type="title"/>
          </p:nvPr>
        </p:nvSpPr>
        <p:spPr/>
        <p:txBody>
          <a:bodyPr/>
          <a:lstStyle/>
          <a:p>
            <a:r>
              <a:rPr lang="en-US" altLang="zh-CN" sz="3600" dirty="0"/>
              <a:t>9.8 </a:t>
            </a:r>
            <a:r>
              <a:rPr lang="zh-CN" altLang="en-US" sz="3600" dirty="0"/>
              <a:t>系统函数的代数属性与方框图表示</a:t>
            </a:r>
            <a:endParaRPr lang="zh-CN" altLang="en-US" sz="4800" dirty="0"/>
          </a:p>
        </p:txBody>
      </p:sp>
      <p:sp>
        <p:nvSpPr>
          <p:cNvPr id="30731" name="内容占位符 2">
            <a:extLst>
              <a:ext uri="{FF2B5EF4-FFF2-40B4-BE49-F238E27FC236}">
                <a16:creationId xmlns:a16="http://schemas.microsoft.com/office/drawing/2014/main" id="{84E81A1A-AE3C-42E8-B9A4-F09093BD43C9}"/>
              </a:ext>
            </a:extLst>
          </p:cNvPr>
          <p:cNvSpPr>
            <a:spLocks noGrp="1"/>
          </p:cNvSpPr>
          <p:nvPr>
            <p:ph idx="1"/>
          </p:nvPr>
        </p:nvSpPr>
        <p:spPr>
          <a:xfrm>
            <a:off x="457200" y="1268561"/>
            <a:ext cx="8229600" cy="500063"/>
          </a:xfrm>
        </p:spPr>
        <p:txBody>
          <a:bodyPr/>
          <a:lstStyle/>
          <a:p>
            <a:pPr marL="0" indent="0">
              <a:buNone/>
            </a:pPr>
            <a:r>
              <a:rPr lang="zh-CN" altLang="en-US" sz="2800" b="0" dirty="0">
                <a:solidFill>
                  <a:srgbClr val="0000FF"/>
                </a:solidFill>
              </a:rPr>
              <a:t>系统互联时的系统函数：</a:t>
            </a:r>
          </a:p>
        </p:txBody>
      </p:sp>
      <p:sp>
        <p:nvSpPr>
          <p:cNvPr id="4" name="灯片编号占位符 3">
            <a:extLst>
              <a:ext uri="{FF2B5EF4-FFF2-40B4-BE49-F238E27FC236}">
                <a16:creationId xmlns:a16="http://schemas.microsoft.com/office/drawing/2014/main" id="{494BBC28-C500-4B4F-BB9C-18FA3BF415E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0F75E78-A41E-4F48-B49E-0CFF5FB01ED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30722" name="Object 5">
            <a:extLst>
              <a:ext uri="{FF2B5EF4-FFF2-40B4-BE49-F238E27FC236}">
                <a16:creationId xmlns:a16="http://schemas.microsoft.com/office/drawing/2014/main" id="{2ED5F437-6C40-4004-B0A3-474036EC750B}"/>
              </a:ext>
            </a:extLst>
          </p:cNvPr>
          <p:cNvGraphicFramePr>
            <a:graphicFrameLocks noChangeAspect="1"/>
          </p:cNvGraphicFramePr>
          <p:nvPr/>
        </p:nvGraphicFramePr>
        <p:xfrm>
          <a:off x="2252663" y="1768624"/>
          <a:ext cx="4495800" cy="1358900"/>
        </p:xfrm>
        <a:graphic>
          <a:graphicData uri="http://schemas.openxmlformats.org/presentationml/2006/ole">
            <mc:AlternateContent xmlns:mc="http://schemas.openxmlformats.org/markup-compatibility/2006">
              <mc:Choice xmlns:v="urn:schemas-microsoft-com:vml" Requires="v">
                <p:oleObj spid="_x0000_s36258" name="位图图像" r:id="rId3" imgW="3299746" imgH="1104762" progId="Paint.Picture">
                  <p:embed/>
                </p:oleObj>
              </mc:Choice>
              <mc:Fallback>
                <p:oleObj name="位图图像" r:id="rId3" imgW="3299746" imgH="1104762" progId="Paint.Picture">
                  <p:embed/>
                  <p:pic>
                    <p:nvPicPr>
                      <p:cNvPr id="30722" name="Object 5">
                        <a:extLst>
                          <a:ext uri="{FF2B5EF4-FFF2-40B4-BE49-F238E27FC236}">
                            <a16:creationId xmlns:a16="http://schemas.microsoft.com/office/drawing/2014/main" id="{2ED5F437-6C40-4004-B0A3-474036EC75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2663" y="1768624"/>
                        <a:ext cx="44958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3" name="Text Box 7">
            <a:extLst>
              <a:ext uri="{FF2B5EF4-FFF2-40B4-BE49-F238E27FC236}">
                <a16:creationId xmlns:a16="http://schemas.microsoft.com/office/drawing/2014/main" id="{1526BBD7-50FB-4589-A684-D72E46C0A451}"/>
              </a:ext>
            </a:extLst>
          </p:cNvPr>
          <p:cNvSpPr txBox="1">
            <a:spLocks noChangeArrowheads="1"/>
          </p:cNvSpPr>
          <p:nvPr/>
        </p:nvSpPr>
        <p:spPr bwMode="auto">
          <a:xfrm>
            <a:off x="652463" y="1840061"/>
            <a:ext cx="1646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 </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级联：</a:t>
            </a:r>
          </a:p>
        </p:txBody>
      </p:sp>
      <mc:AlternateContent xmlns:mc="http://schemas.openxmlformats.org/markup-compatibility/2006" xmlns:a14="http://schemas.microsoft.com/office/drawing/2010/main">
        <mc:Choice Requires="a14">
          <p:sp>
            <p:nvSpPr>
              <p:cNvPr id="8" name="Object 6">
                <a:extLst>
                  <a:ext uri="{FF2B5EF4-FFF2-40B4-BE49-F238E27FC236}">
                    <a16:creationId xmlns:a16="http://schemas.microsoft.com/office/drawing/2014/main" id="{8448F2E7-D0A4-4292-8836-86E1D1332385}"/>
                  </a:ext>
                </a:extLst>
              </p:cNvPr>
              <p:cNvSpPr txBox="1"/>
              <p:nvPr/>
            </p:nvSpPr>
            <p:spPr bwMode="auto">
              <a:xfrm>
                <a:off x="1104900" y="3197374"/>
                <a:ext cx="3395663"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𝐻</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8" name="Object 6">
                <a:extLst>
                  <a:ext uri="{FF2B5EF4-FFF2-40B4-BE49-F238E27FC236}">
                    <a16:creationId xmlns:a16="http://schemas.microsoft.com/office/drawing/2014/main" id="{8448F2E7-D0A4-4292-8836-86E1D1332385}"/>
                  </a:ext>
                </a:extLst>
              </p:cNvPr>
              <p:cNvSpPr txBox="1">
                <a:spLocks noRot="1" noChangeAspect="1" noMove="1" noResize="1" noEditPoints="1" noAdjustHandles="1" noChangeArrowheads="1" noChangeShapeType="1" noTextEdit="1"/>
              </p:cNvSpPr>
              <p:nvPr/>
            </p:nvSpPr>
            <p:spPr bwMode="auto">
              <a:xfrm>
                <a:off x="1104900" y="3197374"/>
                <a:ext cx="3395663" cy="523220"/>
              </a:xfrm>
              <a:prstGeom prst="rect">
                <a:avLst/>
              </a:prstGeom>
              <a:blipFill>
                <a:blip r:embed="rId5"/>
                <a:stretch>
                  <a:fillRect/>
                </a:stretch>
              </a:blipFill>
              <a:ln>
                <a:noFill/>
              </a:ln>
              <a:effectLst/>
            </p:spPr>
            <p:txBody>
              <a:bodyPr/>
              <a:lstStyle/>
              <a:p>
                <a:r>
                  <a:rPr lang="en-US">
                    <a:noFill/>
                  </a:rPr>
                  <a:t> </a:t>
                </a:r>
              </a:p>
            </p:txBody>
          </p:sp>
        </mc:Fallback>
      </mc:AlternateContent>
      <p:grpSp>
        <p:nvGrpSpPr>
          <p:cNvPr id="2" name="Group 9">
            <a:extLst>
              <a:ext uri="{FF2B5EF4-FFF2-40B4-BE49-F238E27FC236}">
                <a16:creationId xmlns:a16="http://schemas.microsoft.com/office/drawing/2014/main" id="{B35BE459-A157-4F10-BA3E-A40B176E569E}"/>
              </a:ext>
            </a:extLst>
          </p:cNvPr>
          <p:cNvGrpSpPr>
            <a:grpSpLocks/>
          </p:cNvGrpSpPr>
          <p:nvPr/>
        </p:nvGrpSpPr>
        <p:grpSpPr bwMode="auto">
          <a:xfrm>
            <a:off x="4529856" y="3229124"/>
            <a:ext cx="3138488" cy="523875"/>
            <a:chOff x="1708" y="3587"/>
            <a:chExt cx="1977" cy="330"/>
          </a:xfrm>
        </p:grpSpPr>
        <mc:AlternateContent xmlns:mc="http://schemas.openxmlformats.org/markup-compatibility/2006" xmlns:a14="http://schemas.microsoft.com/office/drawing/2010/main">
          <mc:Choice Requires="a14">
            <p:graphicFrame>
              <p:nvGraphicFramePr>
                <p:cNvPr id="30728" name="Object 7">
                  <a:extLst>
                    <a:ext uri="{FF2B5EF4-FFF2-40B4-BE49-F238E27FC236}">
                      <a16:creationId xmlns:a16="http://schemas.microsoft.com/office/drawing/2014/main" id="{53261CCB-8B9C-4B83-A28E-08FCE899118C}"/>
                    </a:ext>
                  </a:extLst>
                </p:cNvPr>
                <p:cNvGraphicFramePr>
                  <a:graphicFrameLocks noChangeAspect="1"/>
                </p:cNvGraphicFramePr>
                <p:nvPr/>
              </p:nvGraphicFramePr>
              <p:xfrm>
                <a:off x="1708" y="3615"/>
                <a:ext cx="682" cy="270"/>
              </p:xfrm>
              <a:graphic>
                <a:graphicData uri="http://schemas.openxmlformats.org/presentationml/2006/ole">
                  <mc:AlternateContent>
                    <mc:Choice xmlns:v="urn:schemas-microsoft-com:vml" Requires="v">
                      <p:oleObj spid="_x0000_s36259" name="Equation" r:id="rId6" imgW="419040" imgH="177480" progId="Equation.DSMT4">
                        <p:embed/>
                      </p:oleObj>
                    </mc:Choice>
                    <mc:Fallback>
                      <p:oleObj name="Equation" r:id="rId6" imgW="419040" imgH="177480" progId="Equation.DSMT4">
                        <p:embed/>
                        <p:pic>
                          <p:nvPicPr>
                            <p:cNvPr id="30728" name="Object 7">
                              <a:extLst>
                                <a:ext uri="{FF2B5EF4-FFF2-40B4-BE49-F238E27FC236}">
                                  <a16:creationId xmlns:a16="http://schemas.microsoft.com/office/drawing/2014/main" id="{53261CCB-8B9C-4B83-A28E-08FCE899118C}"/>
                                </a:ext>
                              </a:extLst>
                            </p:cNvPr>
                            <p:cNvPicPr>
                              <a:picLocks noChangeAspect="1" noChangeArrowheads="1"/>
                            </p:cNvPicPr>
                            <p:nvPr/>
                          </p:nvPicPr>
                          <p:blipFill>
                            <a:blip r:embed="rId7">
                              <a:extLst>
                                <a:ext uri="{28A0092B-C50C-407E-A947-70E740481C1C}">
                                  <a14:useLocalDpi val="0"/>
                                </a:ext>
                              </a:extLst>
                            </a:blip>
                            <a:srcRect/>
                            <a:stretch>
                              <a:fillRect/>
                            </a:stretch>
                          </p:blipFill>
                          <p:spPr bwMode="auto">
                            <a:xfrm>
                              <a:off x="1708" y="3615"/>
                              <a:ext cx="682" cy="27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30728" name="Object 7">
                  <a:extLst>
                    <a:ext uri="{FF2B5EF4-FFF2-40B4-BE49-F238E27FC236}">
                      <a16:creationId xmlns:a16="http://schemas.microsoft.com/office/drawing/2014/main" id="{53261CCB-8B9C-4B83-A28E-08FCE899118C}"/>
                    </a:ext>
                  </a:extLst>
                </p:cNvPr>
                <p:cNvGraphicFramePr>
                  <a:graphicFrameLocks noChangeAspect="1"/>
                </p:cNvGraphicFramePr>
                <p:nvPr/>
              </p:nvGraphicFramePr>
              <p:xfrm>
                <a:off x="1708" y="3615"/>
                <a:ext cx="682" cy="270"/>
              </p:xfrm>
              <a:graphic>
                <a:graphicData uri="http://schemas.openxmlformats.org/presentationml/2006/ole">
                  <mc:AlternateContent>
                    <mc:Choice xmlns:v="urn:schemas-microsoft-com:vml" Requires="v">
                      <p:oleObj name="Equation" r:id="rId8" imgW="419040" imgH="177480" progId="Equation.DSMT4">
                        <p:embed/>
                      </p:oleObj>
                    </mc:Choice>
                    <mc:Fallback>
                      <p:oleObj name="Equation" r:id="rId8" imgW="419040" imgH="177480" progId="Equation.DSMT4">
                        <p:embed/>
                        <p:pic>
                          <p:nvPicPr>
                            <p:cNvPr id="30728" name="Object 7">
                              <a:extLst>
                                <a:ext uri="{FF2B5EF4-FFF2-40B4-BE49-F238E27FC236}">
                                  <a16:creationId xmlns:a16="http://schemas.microsoft.com/office/drawing/2014/main" id="{53261CCB-8B9C-4B83-A28E-08FCE89911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8" y="3615"/>
                              <a:ext cx="68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30738" name="Text Box 12">
                  <a:extLst>
                    <a:ext uri="{FF2B5EF4-FFF2-40B4-BE49-F238E27FC236}">
                      <a16:creationId xmlns:a16="http://schemas.microsoft.com/office/drawing/2014/main" id="{856D7406-B13E-4229-86A4-4FA36E97A4A9}"/>
                    </a:ext>
                  </a:extLst>
                </p:cNvPr>
                <p:cNvSpPr txBox="1">
                  <a:spLocks noChangeArrowheads="1"/>
                </p:cNvSpPr>
                <p:nvPr/>
              </p:nvSpPr>
              <p:spPr bwMode="auto">
                <a:xfrm>
                  <a:off x="2383" y="3587"/>
                  <a:ext cx="1302"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包括</a:t>
                  </a:r>
                  <a14:m>
                    <m:oMath xmlns:m="http://schemas.openxmlformats.org/officeDocument/2006/math">
                      <m:sSub>
                        <m:sSubPr>
                          <m:ctrlP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oMath>
                  </a14:m>
                  <a:endPar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30738" name="Text Box 12">
                  <a:extLst>
                    <a:ext uri="{FF2B5EF4-FFF2-40B4-BE49-F238E27FC236}">
                      <a16:creationId xmlns:a16="http://schemas.microsoft.com/office/drawing/2014/main" id="{856D7406-B13E-4229-86A4-4FA36E97A4A9}"/>
                    </a:ext>
                  </a:extLst>
                </p:cNvPr>
                <p:cNvSpPr txBox="1">
                  <a:spLocks noRot="1" noChangeAspect="1" noMove="1" noResize="1" noEditPoints="1" noAdjustHandles="1" noChangeArrowheads="1" noChangeShapeType="1" noTextEdit="1"/>
                </p:cNvSpPr>
                <p:nvPr/>
              </p:nvSpPr>
              <p:spPr bwMode="auto">
                <a:xfrm>
                  <a:off x="2383" y="3587"/>
                  <a:ext cx="1302" cy="330"/>
                </a:xfrm>
                <a:prstGeom prst="rect">
                  <a:avLst/>
                </a:prstGeom>
                <a:blipFill>
                  <a:blip r:embed="rId10"/>
                  <a:stretch>
                    <a:fillRect l="-6195" t="-1279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aphicFrame>
        <p:nvGraphicFramePr>
          <p:cNvPr id="13" name="Object 9">
            <a:extLst>
              <a:ext uri="{FF2B5EF4-FFF2-40B4-BE49-F238E27FC236}">
                <a16:creationId xmlns:a16="http://schemas.microsoft.com/office/drawing/2014/main" id="{92A1460B-59C5-4D89-A0E3-4A7BA6EE1755}"/>
              </a:ext>
            </a:extLst>
          </p:cNvPr>
          <p:cNvGraphicFramePr>
            <a:graphicFrameLocks noChangeAspect="1"/>
          </p:cNvGraphicFramePr>
          <p:nvPr/>
        </p:nvGraphicFramePr>
        <p:xfrm>
          <a:off x="2640013" y="3768874"/>
          <a:ext cx="3432175" cy="2239962"/>
        </p:xfrm>
        <a:graphic>
          <a:graphicData uri="http://schemas.openxmlformats.org/presentationml/2006/ole">
            <mc:AlternateContent xmlns:mc="http://schemas.openxmlformats.org/markup-compatibility/2006">
              <mc:Choice xmlns:v="urn:schemas-microsoft-com:vml" Requires="v">
                <p:oleObj spid="_x0000_s36260" name="BMP 图象" r:id="rId11" imgW="3753374" imgH="2591162" progId="Paint.Picture">
                  <p:embed/>
                </p:oleObj>
              </mc:Choice>
              <mc:Fallback>
                <p:oleObj name="BMP 图象" r:id="rId11" imgW="3753374" imgH="2591162" progId="Paint.Picture">
                  <p:embed/>
                  <p:pic>
                    <p:nvPicPr>
                      <p:cNvPr id="13" name="Object 9">
                        <a:extLst>
                          <a:ext uri="{FF2B5EF4-FFF2-40B4-BE49-F238E27FC236}">
                            <a16:creationId xmlns:a16="http://schemas.microsoft.com/office/drawing/2014/main" id="{92A1460B-59C5-4D89-A0E3-4A7BA6EE17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0013" y="3768874"/>
                        <a:ext cx="3432175" cy="223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9">
            <a:extLst>
              <a:ext uri="{FF2B5EF4-FFF2-40B4-BE49-F238E27FC236}">
                <a16:creationId xmlns:a16="http://schemas.microsoft.com/office/drawing/2014/main" id="{776B8029-95F5-44D8-8206-4BE2FAFDCC34}"/>
              </a:ext>
            </a:extLst>
          </p:cNvPr>
          <p:cNvSpPr txBox="1">
            <a:spLocks noChangeArrowheads="1"/>
          </p:cNvSpPr>
          <p:nvPr/>
        </p:nvSpPr>
        <p:spPr bwMode="auto">
          <a:xfrm>
            <a:off x="676275" y="3911749"/>
            <a:ext cx="165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 </a:t>
            </a:r>
            <a:r>
              <a:rPr kumimoji="0" lang="zh-CN" altLang="en-US" sz="2800" b="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并联：</a:t>
            </a:r>
          </a:p>
        </p:txBody>
      </p:sp>
      <p:grpSp>
        <p:nvGrpSpPr>
          <p:cNvPr id="3" name="Group 12">
            <a:extLst>
              <a:ext uri="{FF2B5EF4-FFF2-40B4-BE49-F238E27FC236}">
                <a16:creationId xmlns:a16="http://schemas.microsoft.com/office/drawing/2014/main" id="{ACCABC0C-AC8A-44B1-8680-2077FD5BFBD5}"/>
              </a:ext>
            </a:extLst>
          </p:cNvPr>
          <p:cNvGrpSpPr>
            <a:grpSpLocks/>
          </p:cNvGrpSpPr>
          <p:nvPr/>
        </p:nvGrpSpPr>
        <p:grpSpPr bwMode="auto">
          <a:xfrm>
            <a:off x="4605757" y="5923112"/>
            <a:ext cx="2981324" cy="523875"/>
            <a:chOff x="1392" y="1104"/>
            <a:chExt cx="1878" cy="330"/>
          </a:xfrm>
        </p:grpSpPr>
        <mc:AlternateContent xmlns:mc="http://schemas.openxmlformats.org/markup-compatibility/2006" xmlns:a14="http://schemas.microsoft.com/office/drawing/2010/main">
          <mc:Choice Requires="a14">
            <p:graphicFrame>
              <p:nvGraphicFramePr>
                <p:cNvPr id="30726" name="Object 11">
                  <a:extLst>
                    <a:ext uri="{FF2B5EF4-FFF2-40B4-BE49-F238E27FC236}">
                      <a16:creationId xmlns:a16="http://schemas.microsoft.com/office/drawing/2014/main" id="{7FEF3D49-573F-46C6-9136-5F7624A49A30}"/>
                    </a:ext>
                  </a:extLst>
                </p:cNvPr>
                <p:cNvGraphicFramePr>
                  <a:graphicFrameLocks noChangeAspect="1"/>
                </p:cNvGraphicFramePr>
                <p:nvPr/>
              </p:nvGraphicFramePr>
              <p:xfrm>
                <a:off x="1392" y="1141"/>
                <a:ext cx="594" cy="267"/>
              </p:xfrm>
              <a:graphic>
                <a:graphicData uri="http://schemas.openxmlformats.org/presentationml/2006/ole">
                  <mc:AlternateContent>
                    <mc:Choice xmlns:v="urn:schemas-microsoft-com:vml" Requires="v">
                      <p:oleObj spid="_x0000_s36261" name="Equation" r:id="rId13" imgW="419040" imgH="177480" progId="Equation.DSMT4">
                        <p:embed/>
                      </p:oleObj>
                    </mc:Choice>
                    <mc:Fallback>
                      <p:oleObj name="Equation" r:id="rId13" imgW="419040" imgH="177480" progId="Equation.DSMT4">
                        <p:embed/>
                        <p:pic>
                          <p:nvPicPr>
                            <p:cNvPr id="30726" name="Object 11">
                              <a:extLst>
                                <a:ext uri="{FF2B5EF4-FFF2-40B4-BE49-F238E27FC236}">
                                  <a16:creationId xmlns:a16="http://schemas.microsoft.com/office/drawing/2014/main" id="{7FEF3D49-573F-46C6-9136-5F7624A49A30}"/>
                                </a:ext>
                              </a:extLst>
                            </p:cNvPr>
                            <p:cNvPicPr>
                              <a:picLocks noChangeAspect="1" noChangeArrowheads="1"/>
                            </p:cNvPicPr>
                            <p:nvPr/>
                          </p:nvPicPr>
                          <p:blipFill>
                            <a:blip r:embed="rId7">
                              <a:extLst>
                                <a:ext uri="{28A0092B-C50C-407E-A947-70E740481C1C}">
                                  <a14:useLocalDpi val="0"/>
                                </a:ext>
                              </a:extLst>
                            </a:blip>
                            <a:srcRect/>
                            <a:stretch>
                              <a:fillRect/>
                            </a:stretch>
                          </p:blipFill>
                          <p:spPr bwMode="auto">
                            <a:xfrm>
                              <a:off x="1392" y="1141"/>
                              <a:ext cx="594" cy="26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30726" name="Object 11">
                  <a:extLst>
                    <a:ext uri="{FF2B5EF4-FFF2-40B4-BE49-F238E27FC236}">
                      <a16:creationId xmlns:a16="http://schemas.microsoft.com/office/drawing/2014/main" id="{7FEF3D49-573F-46C6-9136-5F7624A49A30}"/>
                    </a:ext>
                  </a:extLst>
                </p:cNvPr>
                <p:cNvGraphicFramePr>
                  <a:graphicFrameLocks noChangeAspect="1"/>
                </p:cNvGraphicFramePr>
                <p:nvPr/>
              </p:nvGraphicFramePr>
              <p:xfrm>
                <a:off x="1392" y="1141"/>
                <a:ext cx="594" cy="267"/>
              </p:xfrm>
              <a:graphic>
                <a:graphicData uri="http://schemas.openxmlformats.org/presentationml/2006/ole">
                  <mc:AlternateContent>
                    <mc:Choice xmlns:v="urn:schemas-microsoft-com:vml" Requires="v">
                      <p:oleObj name="Equation" r:id="rId14" imgW="419040" imgH="177480" progId="Equation.DSMT4">
                        <p:embed/>
                      </p:oleObj>
                    </mc:Choice>
                    <mc:Fallback>
                      <p:oleObj name="Equation" r:id="rId14" imgW="419040" imgH="177480" progId="Equation.DSMT4">
                        <p:embed/>
                        <p:pic>
                          <p:nvPicPr>
                            <p:cNvPr id="30726" name="Object 11">
                              <a:extLst>
                                <a:ext uri="{FF2B5EF4-FFF2-40B4-BE49-F238E27FC236}">
                                  <a16:creationId xmlns:a16="http://schemas.microsoft.com/office/drawing/2014/main" id="{7FEF3D49-573F-46C6-9136-5F7624A49A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92" y="1141"/>
                              <a:ext cx="594"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30737" name="Text Box 15">
                  <a:extLst>
                    <a:ext uri="{FF2B5EF4-FFF2-40B4-BE49-F238E27FC236}">
                      <a16:creationId xmlns:a16="http://schemas.microsoft.com/office/drawing/2014/main" id="{96E3B8AB-2D87-42AE-AE27-89D772B6DF1B}"/>
                    </a:ext>
                  </a:extLst>
                </p:cNvPr>
                <p:cNvSpPr txBox="1">
                  <a:spLocks noChangeArrowheads="1"/>
                </p:cNvSpPr>
                <p:nvPr/>
              </p:nvSpPr>
              <p:spPr bwMode="auto">
                <a:xfrm>
                  <a:off x="1968" y="1104"/>
                  <a:ext cx="1302"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包括</a:t>
                  </a:r>
                  <a14:m>
                    <m:oMath xmlns:m="http://schemas.openxmlformats.org/officeDocument/2006/math">
                      <m:sSub>
                        <m:sSubPr>
                          <m:ctrlP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oMath>
                  </a14:m>
                  <a:endPar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30737" name="Text Box 15">
                  <a:extLst>
                    <a:ext uri="{FF2B5EF4-FFF2-40B4-BE49-F238E27FC236}">
                      <a16:creationId xmlns:a16="http://schemas.microsoft.com/office/drawing/2014/main" id="{96E3B8AB-2D87-42AE-AE27-89D772B6DF1B}"/>
                    </a:ext>
                  </a:extLst>
                </p:cNvPr>
                <p:cNvSpPr txBox="1">
                  <a:spLocks noRot="1" noChangeAspect="1" noMove="1" noResize="1" noEditPoints="1" noAdjustHandles="1" noChangeArrowheads="1" noChangeShapeType="1" noTextEdit="1"/>
                </p:cNvSpPr>
                <p:nvPr/>
              </p:nvSpPr>
              <p:spPr bwMode="auto">
                <a:xfrm>
                  <a:off x="1968" y="1104"/>
                  <a:ext cx="1302" cy="330"/>
                </a:xfrm>
                <a:prstGeom prst="rect">
                  <a:avLst/>
                </a:prstGeom>
                <a:blipFill>
                  <a:blip r:embed="rId15"/>
                  <a:stretch>
                    <a:fillRect l="-6195" t="-12791"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Object 13">
                <a:extLst>
                  <a:ext uri="{FF2B5EF4-FFF2-40B4-BE49-F238E27FC236}">
                    <a16:creationId xmlns:a16="http://schemas.microsoft.com/office/drawing/2014/main" id="{B80745C4-0552-4032-BC55-F5F567C2AA3E}"/>
                  </a:ext>
                </a:extLst>
              </p:cNvPr>
              <p:cNvSpPr txBox="1"/>
              <p:nvPr/>
            </p:nvSpPr>
            <p:spPr bwMode="auto">
              <a:xfrm>
                <a:off x="1099282" y="5923111"/>
                <a:ext cx="3586733"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𝐻</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2</m:t>
                          </m:r>
                        </m:sub>
                      </m:s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21" name="Object 13">
                <a:extLst>
                  <a:ext uri="{FF2B5EF4-FFF2-40B4-BE49-F238E27FC236}">
                    <a16:creationId xmlns:a16="http://schemas.microsoft.com/office/drawing/2014/main" id="{B80745C4-0552-4032-BC55-F5F567C2AA3E}"/>
                  </a:ext>
                </a:extLst>
              </p:cNvPr>
              <p:cNvSpPr txBox="1">
                <a:spLocks noRot="1" noChangeAspect="1" noMove="1" noResize="1" noEditPoints="1" noAdjustHandles="1" noChangeArrowheads="1" noChangeShapeType="1" noTextEdit="1"/>
              </p:cNvSpPr>
              <p:nvPr/>
            </p:nvSpPr>
            <p:spPr bwMode="auto">
              <a:xfrm>
                <a:off x="1099282" y="5923111"/>
                <a:ext cx="3586733" cy="523220"/>
              </a:xfrm>
              <a:prstGeom prst="rect">
                <a:avLst/>
              </a:prstGeom>
              <a:blipFill>
                <a:blip r:embed="rId16"/>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3"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3" name="标题 1">
            <a:extLst>
              <a:ext uri="{FF2B5EF4-FFF2-40B4-BE49-F238E27FC236}">
                <a16:creationId xmlns:a16="http://schemas.microsoft.com/office/drawing/2014/main" id="{D1AC5A9C-5010-4D1A-9253-BF694936A008}"/>
              </a:ext>
            </a:extLst>
          </p:cNvPr>
          <p:cNvSpPr>
            <a:spLocks noGrp="1"/>
          </p:cNvSpPr>
          <p:nvPr>
            <p:ph type="title"/>
          </p:nvPr>
        </p:nvSpPr>
        <p:spPr/>
        <p:txBody>
          <a:bodyPr/>
          <a:lstStyle/>
          <a:p>
            <a:r>
              <a:rPr lang="en-US" altLang="zh-CN" sz="3600" dirty="0"/>
              <a:t>9.8 </a:t>
            </a:r>
            <a:r>
              <a:rPr lang="zh-CN" altLang="en-US" sz="3600" dirty="0"/>
              <a:t>系统函数的代数属性与方框图表示</a:t>
            </a:r>
          </a:p>
        </p:txBody>
      </p:sp>
      <p:sp>
        <p:nvSpPr>
          <p:cNvPr id="4" name="灯片编号占位符 3">
            <a:extLst>
              <a:ext uri="{FF2B5EF4-FFF2-40B4-BE49-F238E27FC236}">
                <a16:creationId xmlns:a16="http://schemas.microsoft.com/office/drawing/2014/main" id="{4992E49B-9406-4D3B-B740-AF3A23AE878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831FB48-B3AA-471A-B4B0-31524AFB63C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31746" name="Object 2">
            <a:extLst>
              <a:ext uri="{FF2B5EF4-FFF2-40B4-BE49-F238E27FC236}">
                <a16:creationId xmlns:a16="http://schemas.microsoft.com/office/drawing/2014/main" id="{980C7096-EAB8-4358-BFB5-CDE8DE91A672}"/>
              </a:ext>
            </a:extLst>
          </p:cNvPr>
          <p:cNvGraphicFramePr>
            <a:graphicFrameLocks noChangeAspect="1"/>
          </p:cNvGraphicFramePr>
          <p:nvPr/>
        </p:nvGraphicFramePr>
        <p:xfrm>
          <a:off x="2643188" y="1527175"/>
          <a:ext cx="4038600" cy="2401888"/>
        </p:xfrm>
        <a:graphic>
          <a:graphicData uri="http://schemas.openxmlformats.org/presentationml/2006/ole">
            <mc:AlternateContent xmlns:mc="http://schemas.openxmlformats.org/markup-compatibility/2006">
              <mc:Choice xmlns:v="urn:schemas-microsoft-com:vml" Requires="v">
                <p:oleObj spid="_x0000_s36970" name="位图图像" r:id="rId3" imgW="2952381" imgH="1600000" progId="Paint.Picture">
                  <p:embed/>
                </p:oleObj>
              </mc:Choice>
              <mc:Fallback>
                <p:oleObj name="位图图像" r:id="rId3" imgW="2952381" imgH="1600000" progId="Paint.Picture">
                  <p:embed/>
                  <p:pic>
                    <p:nvPicPr>
                      <p:cNvPr id="31746" name="Object 2">
                        <a:extLst>
                          <a:ext uri="{FF2B5EF4-FFF2-40B4-BE49-F238E27FC236}">
                            <a16:creationId xmlns:a16="http://schemas.microsoft.com/office/drawing/2014/main" id="{980C7096-EAB8-4358-BFB5-CDE8DE91A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188" y="1527175"/>
                        <a:ext cx="4038600" cy="240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5" name="Text Box 4">
            <a:extLst>
              <a:ext uri="{FF2B5EF4-FFF2-40B4-BE49-F238E27FC236}">
                <a16:creationId xmlns:a16="http://schemas.microsoft.com/office/drawing/2014/main" id="{B7C9F9AF-1A79-4275-8685-2FC185326305}"/>
              </a:ext>
            </a:extLst>
          </p:cNvPr>
          <p:cNvSpPr txBox="1">
            <a:spLocks noChangeArrowheads="1"/>
          </p:cNvSpPr>
          <p:nvPr/>
        </p:nvSpPr>
        <p:spPr bwMode="auto">
          <a:xfrm>
            <a:off x="460375" y="1206500"/>
            <a:ext cx="2365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3. </a:t>
            </a:r>
            <a:r>
              <a:rPr kumimoji="0" lang="zh-CN" altLang="en-US" sz="2800" b="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反馈联结：</a:t>
            </a:r>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AAEEA75B-3520-4EDE-AAE8-DB80F9644625}"/>
                  </a:ext>
                </a:extLst>
              </p:cNvPr>
              <p:cNvSpPr txBox="1"/>
              <p:nvPr/>
            </p:nvSpPr>
            <p:spPr bwMode="auto">
              <a:xfrm>
                <a:off x="1408471" y="3988128"/>
                <a:ext cx="4007916"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𝐺</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 name="Object 3">
                <a:extLst>
                  <a:ext uri="{FF2B5EF4-FFF2-40B4-BE49-F238E27FC236}">
                    <a16:creationId xmlns:a16="http://schemas.microsoft.com/office/drawing/2014/main" id="{AAEEA75B-3520-4EDE-AAE8-DB80F9644625}"/>
                  </a:ext>
                </a:extLst>
              </p:cNvPr>
              <p:cNvSpPr txBox="1">
                <a:spLocks noRot="1" noChangeAspect="1" noMove="1" noResize="1" noEditPoints="1" noAdjustHandles="1" noChangeArrowheads="1" noChangeShapeType="1" noTextEdit="1"/>
              </p:cNvSpPr>
              <p:nvPr/>
            </p:nvSpPr>
            <p:spPr bwMode="auto">
              <a:xfrm>
                <a:off x="1408471" y="3988128"/>
                <a:ext cx="4007916" cy="52322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7D8F70F7-46EC-4D4D-8145-5AF9D087A03F}"/>
                  </a:ext>
                </a:extLst>
              </p:cNvPr>
              <p:cNvSpPr txBox="1"/>
              <p:nvPr/>
            </p:nvSpPr>
            <p:spPr bwMode="auto">
              <a:xfrm>
                <a:off x="1403648" y="4643438"/>
                <a:ext cx="3072383"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9" name="Object 4">
                <a:extLst>
                  <a:ext uri="{FF2B5EF4-FFF2-40B4-BE49-F238E27FC236}">
                    <a16:creationId xmlns:a16="http://schemas.microsoft.com/office/drawing/2014/main" id="{7D8F70F7-46EC-4D4D-8145-5AF9D087A03F}"/>
                  </a:ext>
                </a:extLst>
              </p:cNvPr>
              <p:cNvSpPr txBox="1">
                <a:spLocks noRot="1" noChangeAspect="1" noMove="1" noResize="1" noEditPoints="1" noAdjustHandles="1" noChangeArrowheads="1" noChangeShapeType="1" noTextEdit="1"/>
              </p:cNvSpPr>
              <p:nvPr/>
            </p:nvSpPr>
            <p:spPr bwMode="auto">
              <a:xfrm>
                <a:off x="1403648" y="4643438"/>
                <a:ext cx="3072383" cy="52322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6">
                <a:extLst>
                  <a:ext uri="{FF2B5EF4-FFF2-40B4-BE49-F238E27FC236}">
                    <a16:creationId xmlns:a16="http://schemas.microsoft.com/office/drawing/2014/main" id="{A842AE9E-8E94-4FEB-8631-9A553D6CCDF9}"/>
                  </a:ext>
                </a:extLst>
              </p:cNvPr>
              <p:cNvSpPr txBox="1"/>
              <p:nvPr/>
            </p:nvSpPr>
            <p:spPr bwMode="auto">
              <a:xfrm>
                <a:off x="971600" y="5397615"/>
                <a:ext cx="4649713" cy="7786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𝐺</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den>
                    </m:f>
                  </m:oMath>
                </a14:m>
                <a:r>
                  <a:rPr kumimoji="0" lang="zh-CN" alt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2" name="Object 6">
                <a:extLst>
                  <a:ext uri="{FF2B5EF4-FFF2-40B4-BE49-F238E27FC236}">
                    <a16:creationId xmlns:a16="http://schemas.microsoft.com/office/drawing/2014/main" id="{A842AE9E-8E94-4FEB-8631-9A553D6CCDF9}"/>
                  </a:ext>
                </a:extLst>
              </p:cNvPr>
              <p:cNvSpPr txBox="1">
                <a:spLocks noRot="1" noChangeAspect="1" noMove="1" noResize="1" noEditPoints="1" noAdjustHandles="1" noChangeArrowheads="1" noChangeShapeType="1" noTextEdit="1"/>
              </p:cNvSpPr>
              <p:nvPr/>
            </p:nvSpPr>
            <p:spPr bwMode="auto">
              <a:xfrm>
                <a:off x="971600" y="5397615"/>
                <a:ext cx="4649713" cy="778675"/>
              </a:xfrm>
              <a:prstGeom prst="rect">
                <a:avLst/>
              </a:prstGeom>
              <a:blipFill>
                <a:blip r:embed="rId7"/>
                <a:stretch>
                  <a:fillRect r="-78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425" name="Object 9">
                <a:extLst>
                  <a:ext uri="{FF2B5EF4-FFF2-40B4-BE49-F238E27FC236}">
                    <a16:creationId xmlns:a16="http://schemas.microsoft.com/office/drawing/2014/main" id="{72FFA448-ED26-4462-8729-53E9B33E59A6}"/>
                  </a:ext>
                </a:extLst>
              </p:cNvPr>
              <p:cNvSpPr txBox="1"/>
              <p:nvPr/>
            </p:nvSpPr>
            <p:spPr bwMode="auto">
              <a:xfrm>
                <a:off x="4286250" y="4643438"/>
                <a:ext cx="4246190" cy="517525"/>
              </a:xfrm>
              <a:prstGeom prst="rect">
                <a:avLst/>
              </a:prstGeom>
              <a:noFill/>
              <a:ln>
                <a:noFill/>
              </a:ln>
              <a:effectLst/>
            </p:spPr>
            <p:txBody>
              <a:bodyP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𝐺</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0425" name="Object 9">
                <a:extLst>
                  <a:ext uri="{FF2B5EF4-FFF2-40B4-BE49-F238E27FC236}">
                    <a16:creationId xmlns:a16="http://schemas.microsoft.com/office/drawing/2014/main" id="{72FFA448-ED26-4462-8729-53E9B33E59A6}"/>
                  </a:ext>
                </a:extLst>
              </p:cNvPr>
              <p:cNvSpPr txBox="1">
                <a:spLocks noRot="1" noChangeAspect="1" noMove="1" noResize="1" noEditPoints="1" noAdjustHandles="1" noChangeArrowheads="1" noChangeShapeType="1" noTextEdit="1"/>
              </p:cNvSpPr>
              <p:nvPr/>
            </p:nvSpPr>
            <p:spPr bwMode="auto">
              <a:xfrm>
                <a:off x="4286250" y="4643438"/>
                <a:ext cx="4246190" cy="517525"/>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57" name="Text Box 21">
                <a:extLst>
                  <a:ext uri="{FF2B5EF4-FFF2-40B4-BE49-F238E27FC236}">
                    <a16:creationId xmlns:a16="http://schemas.microsoft.com/office/drawing/2014/main" id="{4C1CD38F-5414-4B33-92A1-FC1F1D79ADEC}"/>
                  </a:ext>
                </a:extLst>
              </p:cNvPr>
              <p:cNvSpPr txBox="1">
                <a:spLocks noChangeArrowheads="1"/>
              </p:cNvSpPr>
              <p:nvPr/>
            </p:nvSpPr>
            <p:spPr bwMode="auto">
              <a:xfrm>
                <a:off x="5734473" y="5525342"/>
                <a:ext cx="295232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ROC</m:t>
                    </m:r>
                    <m: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包括</a:t>
                </a:r>
                <a14:m>
                  <m:oMath xmlns:m="http://schemas.openxmlformats.org/officeDocument/2006/math">
                    <m:sSub>
                      <m:sSub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𝑅</m:t>
                        </m:r>
                      </m:e>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oMath>
                </a14:m>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31757" name="Text Box 21">
                <a:extLst>
                  <a:ext uri="{FF2B5EF4-FFF2-40B4-BE49-F238E27FC236}">
                    <a16:creationId xmlns:a16="http://schemas.microsoft.com/office/drawing/2014/main" id="{4C1CD38F-5414-4B33-92A1-FC1F1D79ADEC}"/>
                  </a:ext>
                </a:extLst>
              </p:cNvPr>
              <p:cNvSpPr txBox="1">
                <a:spLocks noRot="1" noChangeAspect="1" noMove="1" noResize="1" noEditPoints="1" noAdjustHandles="1" noChangeArrowheads="1" noChangeShapeType="1" noTextEdit="1"/>
              </p:cNvSpPr>
              <p:nvPr/>
            </p:nvSpPr>
            <p:spPr bwMode="auto">
              <a:xfrm>
                <a:off x="5734473" y="5525342"/>
                <a:ext cx="2952327" cy="523220"/>
              </a:xfrm>
              <a:prstGeom prst="rect">
                <a:avLst/>
              </a:prstGeom>
              <a:blipFill>
                <a:blip r:embed="rId9"/>
                <a:stretch>
                  <a:fillRect t="-11628"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标题 1">
            <a:extLst>
              <a:ext uri="{FF2B5EF4-FFF2-40B4-BE49-F238E27FC236}">
                <a16:creationId xmlns:a16="http://schemas.microsoft.com/office/drawing/2014/main" id="{A3FA6AB8-8D9D-4862-9318-DA77550EDAA1}"/>
              </a:ext>
            </a:extLst>
          </p:cNvPr>
          <p:cNvSpPr>
            <a:spLocks noGrp="1"/>
          </p:cNvSpPr>
          <p:nvPr>
            <p:ph type="title"/>
          </p:nvPr>
        </p:nvSpPr>
        <p:spPr/>
        <p:txBody>
          <a:bodyPr/>
          <a:lstStyle/>
          <a:p>
            <a:r>
              <a:rPr lang="en-US" altLang="zh-CN" sz="3600">
                <a:solidFill>
                  <a:srgbClr val="000000"/>
                </a:solidFill>
              </a:rPr>
              <a:t>9.8 </a:t>
            </a:r>
            <a:r>
              <a:rPr lang="zh-CN" altLang="en-US" sz="3600">
                <a:solidFill>
                  <a:srgbClr val="000000"/>
                </a:solidFill>
              </a:rPr>
              <a:t>系统函数的代数属性与方框图表示</a:t>
            </a:r>
            <a:endParaRPr lang="zh-CN" altLang="en-US"/>
          </a:p>
        </p:txBody>
      </p:sp>
      <p:sp>
        <p:nvSpPr>
          <p:cNvPr id="1037" name="内容占位符 2">
            <a:extLst>
              <a:ext uri="{FF2B5EF4-FFF2-40B4-BE49-F238E27FC236}">
                <a16:creationId xmlns:a16="http://schemas.microsoft.com/office/drawing/2014/main" id="{0479A15B-B4E7-4083-A61B-7D7C1860B988}"/>
              </a:ext>
            </a:extLst>
          </p:cNvPr>
          <p:cNvSpPr>
            <a:spLocks noGrp="1"/>
          </p:cNvSpPr>
          <p:nvPr>
            <p:ph idx="1"/>
          </p:nvPr>
        </p:nvSpPr>
        <p:spPr>
          <a:xfrm>
            <a:off x="457200" y="1196752"/>
            <a:ext cx="8229600" cy="523220"/>
          </a:xfrm>
        </p:spPr>
        <p:txBody>
          <a:bodyPr>
            <a:spAutoFit/>
          </a:bodyPr>
          <a:lstStyle/>
          <a:p>
            <a:pPr marL="0" indent="0">
              <a:buNone/>
            </a:pPr>
            <a:r>
              <a:rPr lang="zh-CN" altLang="en-US" sz="2800" b="0" spc="-100" dirty="0">
                <a:solidFill>
                  <a:srgbClr val="0000FF"/>
                </a:solidFill>
              </a:rPr>
              <a:t>微分方程和有理系统函数描述的因果</a:t>
            </a:r>
            <a:r>
              <a:rPr lang="en-US" altLang="zh-CN" sz="2800" b="0" spc="-100" dirty="0">
                <a:solidFill>
                  <a:srgbClr val="0000FF"/>
                </a:solidFill>
              </a:rPr>
              <a:t>LTI</a:t>
            </a:r>
            <a:r>
              <a:rPr lang="zh-CN" altLang="en-US" sz="2800" b="0" spc="-100" dirty="0">
                <a:solidFill>
                  <a:srgbClr val="0000FF"/>
                </a:solidFill>
              </a:rPr>
              <a:t>系统方框图：</a:t>
            </a:r>
            <a:endParaRPr lang="en-US" altLang="zh-CN" sz="2800" b="0" spc="-100" dirty="0">
              <a:solidFill>
                <a:srgbClr val="0000FF"/>
              </a:solidFill>
            </a:endParaRPr>
          </a:p>
        </p:txBody>
      </p:sp>
      <p:sp>
        <p:nvSpPr>
          <p:cNvPr id="4" name="灯片编号占位符 3">
            <a:extLst>
              <a:ext uri="{FF2B5EF4-FFF2-40B4-BE49-F238E27FC236}">
                <a16:creationId xmlns:a16="http://schemas.microsoft.com/office/drawing/2014/main" id="{613D6619-0769-473E-B537-0F5371C5B6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237540B-8E93-4B82-8CC9-C4A0154D930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6" name="Object 6">
                <a:extLst>
                  <a:ext uri="{FF2B5EF4-FFF2-40B4-BE49-F238E27FC236}">
                    <a16:creationId xmlns:a16="http://schemas.microsoft.com/office/drawing/2014/main" id="{21EED1D3-4BB1-48C9-8E2F-54353B1D666F}"/>
                  </a:ext>
                </a:extLst>
              </p:cNvPr>
              <p:cNvSpPr txBox="1"/>
              <p:nvPr/>
            </p:nvSpPr>
            <p:spPr bwMode="auto">
              <a:xfrm>
                <a:off x="3286125" y="2303359"/>
                <a:ext cx="2175446"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026" name="Object 6">
                <a:extLst>
                  <a:ext uri="{FF2B5EF4-FFF2-40B4-BE49-F238E27FC236}">
                    <a16:creationId xmlns:a16="http://schemas.microsoft.com/office/drawing/2014/main" id="{21EED1D3-4BB1-48C9-8E2F-54353B1D666F}"/>
                  </a:ext>
                </a:extLst>
              </p:cNvPr>
              <p:cNvSpPr txBox="1">
                <a:spLocks noRot="1" noChangeAspect="1" noMove="1" noResize="1" noEditPoints="1" noAdjustHandles="1" noChangeArrowheads="1" noChangeShapeType="1" noTextEdit="1"/>
              </p:cNvSpPr>
              <p:nvPr/>
            </p:nvSpPr>
            <p:spPr bwMode="auto">
              <a:xfrm>
                <a:off x="3286125" y="2303359"/>
                <a:ext cx="2175446" cy="908967"/>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447" name="Object 7">
                <a:extLst>
                  <a:ext uri="{FF2B5EF4-FFF2-40B4-BE49-F238E27FC236}">
                    <a16:creationId xmlns:a16="http://schemas.microsoft.com/office/drawing/2014/main" id="{359BBFB3-9766-4106-BF47-F4EE2C26DC8B}"/>
                  </a:ext>
                </a:extLst>
              </p:cNvPr>
              <p:cNvSpPr txBox="1"/>
              <p:nvPr/>
            </p:nvSpPr>
            <p:spPr bwMode="auto">
              <a:xfrm>
                <a:off x="5259388" y="3294354"/>
                <a:ext cx="3442363" cy="91300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447" name="Object 7">
                <a:extLst>
                  <a:ext uri="{FF2B5EF4-FFF2-40B4-BE49-F238E27FC236}">
                    <a16:creationId xmlns:a16="http://schemas.microsoft.com/office/drawing/2014/main" id="{359BBFB3-9766-4106-BF47-F4EE2C26DC8B}"/>
                  </a:ext>
                </a:extLst>
              </p:cNvPr>
              <p:cNvSpPr txBox="1">
                <a:spLocks noRot="1" noChangeAspect="1" noMove="1" noResize="1" noEditPoints="1" noAdjustHandles="1" noChangeArrowheads="1" noChangeShapeType="1" noTextEdit="1"/>
              </p:cNvSpPr>
              <p:nvPr/>
            </p:nvSpPr>
            <p:spPr bwMode="auto">
              <a:xfrm>
                <a:off x="5259388" y="3294354"/>
                <a:ext cx="3442363" cy="913007"/>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448" name="Object 8">
                <a:extLst>
                  <a:ext uri="{FF2B5EF4-FFF2-40B4-BE49-F238E27FC236}">
                    <a16:creationId xmlns:a16="http://schemas.microsoft.com/office/drawing/2014/main" id="{D324ED17-3A49-40D8-8184-BA1950D2DEE8}"/>
                  </a:ext>
                </a:extLst>
              </p:cNvPr>
              <p:cNvSpPr txBox="1"/>
              <p:nvPr/>
            </p:nvSpPr>
            <p:spPr bwMode="auto">
              <a:xfrm>
                <a:off x="1287016" y="3492597"/>
                <a:ext cx="3574157"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448" name="Object 8">
                <a:extLst>
                  <a:ext uri="{FF2B5EF4-FFF2-40B4-BE49-F238E27FC236}">
                    <a16:creationId xmlns:a16="http://schemas.microsoft.com/office/drawing/2014/main" id="{D324ED17-3A49-40D8-8184-BA1950D2DEE8}"/>
                  </a:ext>
                </a:extLst>
              </p:cNvPr>
              <p:cNvSpPr txBox="1">
                <a:spLocks noRot="1" noChangeAspect="1" noMove="1" noResize="1" noEditPoints="1" noAdjustHandles="1" noChangeArrowheads="1" noChangeShapeType="1" noTextEdit="1"/>
              </p:cNvSpPr>
              <p:nvPr/>
            </p:nvSpPr>
            <p:spPr bwMode="auto">
              <a:xfrm>
                <a:off x="1287016" y="3492597"/>
                <a:ext cx="3574157" cy="523220"/>
              </a:xfrm>
              <a:prstGeom prst="rect">
                <a:avLst/>
              </a:prstGeom>
              <a:blipFill>
                <a:blip r:embed="rId5"/>
                <a:stretch>
                  <a:fillRect/>
                </a:stretch>
              </a:blipFill>
              <a:ln>
                <a:noFill/>
              </a:ln>
              <a:effectLst/>
            </p:spPr>
            <p:txBody>
              <a:bodyPr/>
              <a:lstStyle/>
              <a:p>
                <a:r>
                  <a:rPr lang="en-US">
                    <a:noFill/>
                  </a:rPr>
                  <a:t> </a:t>
                </a:r>
              </a:p>
            </p:txBody>
          </p:sp>
        </mc:Fallback>
      </mc:AlternateContent>
      <p:sp>
        <p:nvSpPr>
          <p:cNvPr id="16" name="TextBox 15">
            <a:extLst>
              <a:ext uri="{FF2B5EF4-FFF2-40B4-BE49-F238E27FC236}">
                <a16:creationId xmlns:a16="http://schemas.microsoft.com/office/drawing/2014/main" id="{FDD9A22F-33B7-42D2-A14B-8B5C24CA3EDA}"/>
              </a:ext>
            </a:extLst>
          </p:cNvPr>
          <p:cNvSpPr txBox="1">
            <a:spLocks noChangeArrowheads="1"/>
          </p:cNvSpPr>
          <p:nvPr/>
        </p:nvSpPr>
        <p:spPr bwMode="auto">
          <a:xfrm>
            <a:off x="4714875" y="3509859"/>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或</a:t>
            </a:r>
          </a:p>
        </p:txBody>
      </p:sp>
      <p:sp>
        <p:nvSpPr>
          <p:cNvPr id="55" name="TextBox 54">
            <a:extLst>
              <a:ext uri="{FF2B5EF4-FFF2-40B4-BE49-F238E27FC236}">
                <a16:creationId xmlns:a16="http://schemas.microsoft.com/office/drawing/2014/main" id="{FBA8B314-9781-4B9D-95A5-03F5178A4BD4}"/>
              </a:ext>
            </a:extLst>
          </p:cNvPr>
          <p:cNvSpPr txBox="1">
            <a:spLocks noChangeArrowheads="1"/>
          </p:cNvSpPr>
          <p:nvPr/>
        </p:nvSpPr>
        <p:spPr bwMode="auto">
          <a:xfrm>
            <a:off x="857250" y="2946297"/>
            <a:ext cx="542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即</a:t>
            </a:r>
          </a:p>
        </p:txBody>
      </p:sp>
      <mc:AlternateContent xmlns:mc="http://schemas.openxmlformats.org/markup-compatibility/2006" xmlns:a14="http://schemas.microsoft.com/office/drawing/2010/main">
        <mc:Choice Requires="a14">
          <p:sp>
            <p:nvSpPr>
              <p:cNvPr id="56" name="Object 18">
                <a:extLst>
                  <a:ext uri="{FF2B5EF4-FFF2-40B4-BE49-F238E27FC236}">
                    <a16:creationId xmlns:a16="http://schemas.microsoft.com/office/drawing/2014/main" id="{473391E4-E6A5-4CF8-BF9E-D317154517F3}"/>
                  </a:ext>
                </a:extLst>
              </p:cNvPr>
              <p:cNvSpPr txBox="1"/>
              <p:nvPr/>
            </p:nvSpPr>
            <p:spPr bwMode="auto">
              <a:xfrm>
                <a:off x="2555776" y="4158796"/>
                <a:ext cx="736690" cy="606425"/>
              </a:xfrm>
              <a:prstGeom prst="rect">
                <a:avLst/>
              </a:prstGeom>
              <a:noFill/>
              <a:ln>
                <a:noFill/>
              </a:ln>
              <a:effectLst/>
            </p:spPr>
            <p:txBody>
              <a:bodyP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den>
                      </m:f>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6" name="Object 18">
                <a:extLst>
                  <a:ext uri="{FF2B5EF4-FFF2-40B4-BE49-F238E27FC236}">
                    <a16:creationId xmlns:a16="http://schemas.microsoft.com/office/drawing/2014/main" id="{473391E4-E6A5-4CF8-BF9E-D317154517F3}"/>
                  </a:ext>
                </a:extLst>
              </p:cNvPr>
              <p:cNvSpPr txBox="1">
                <a:spLocks noRot="1" noChangeAspect="1" noMove="1" noResize="1" noEditPoints="1" noAdjustHandles="1" noChangeArrowheads="1" noChangeShapeType="1" noTextEdit="1"/>
              </p:cNvSpPr>
              <p:nvPr/>
            </p:nvSpPr>
            <p:spPr bwMode="auto">
              <a:xfrm>
                <a:off x="2555776" y="4158796"/>
                <a:ext cx="736690" cy="606425"/>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2" name="组合 57">
            <a:extLst>
              <a:ext uri="{FF2B5EF4-FFF2-40B4-BE49-F238E27FC236}">
                <a16:creationId xmlns:a16="http://schemas.microsoft.com/office/drawing/2014/main" id="{5970F8C0-592A-4DB7-BA17-6AE20DEDA14B}"/>
              </a:ext>
            </a:extLst>
          </p:cNvPr>
          <p:cNvGrpSpPr>
            <a:grpSpLocks/>
          </p:cNvGrpSpPr>
          <p:nvPr/>
        </p:nvGrpSpPr>
        <p:grpSpPr bwMode="auto">
          <a:xfrm>
            <a:off x="1259632" y="4405260"/>
            <a:ext cx="5492397" cy="1764616"/>
            <a:chOff x="1187604" y="4736216"/>
            <a:chExt cx="5492414" cy="1764628"/>
          </a:xfrm>
        </p:grpSpPr>
        <p:cxnSp>
          <p:nvCxnSpPr>
            <p:cNvPr id="18" name="直接箭头连接符 17">
              <a:extLst>
                <a:ext uri="{FF2B5EF4-FFF2-40B4-BE49-F238E27FC236}">
                  <a16:creationId xmlns:a16="http://schemas.microsoft.com/office/drawing/2014/main" id="{472C462D-355E-4E92-8C65-425AE62B1501}"/>
                </a:ext>
              </a:extLst>
            </p:cNvPr>
            <p:cNvCxnSpPr/>
            <p:nvPr/>
          </p:nvCxnSpPr>
          <p:spPr>
            <a:xfrm>
              <a:off x="1187604" y="5143522"/>
              <a:ext cx="1071567"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032" name="Object 9">
                  <a:extLst>
                    <a:ext uri="{FF2B5EF4-FFF2-40B4-BE49-F238E27FC236}">
                      <a16:creationId xmlns:a16="http://schemas.microsoft.com/office/drawing/2014/main" id="{3F7F09A7-8289-4798-8B6B-44F40EB1C29A}"/>
                    </a:ext>
                  </a:extLst>
                </p:cNvPr>
                <p:cNvGraphicFramePr>
                  <a:graphicFrameLocks noChangeAspect="1"/>
                </p:cNvGraphicFramePr>
                <p:nvPr/>
              </p:nvGraphicFramePr>
              <p:xfrm>
                <a:off x="2187737" y="4873536"/>
                <a:ext cx="496888" cy="534987"/>
              </p:xfrm>
              <a:graphic>
                <a:graphicData uri="http://schemas.openxmlformats.org/presentationml/2006/ole">
                  <mc:AlternateContent>
                    <mc:Choice xmlns:v="urn:schemas-microsoft-com:vml" Requires="v">
                      <p:oleObj spid="_x0000_s37994" name="Equation" r:id="rId7" imgW="164880" imgH="177480" progId="Equation.DSMT4">
                        <p:embed/>
                      </p:oleObj>
                    </mc:Choice>
                    <mc:Fallback>
                      <p:oleObj name="Equation" r:id="rId7" imgW="164880" imgH="177480" progId="Equation.DSMT4">
                        <p:embed/>
                        <p:pic>
                          <p:nvPicPr>
                            <p:cNvPr id="1032" name="Object 9">
                              <a:extLst>
                                <a:ext uri="{FF2B5EF4-FFF2-40B4-BE49-F238E27FC236}">
                                  <a16:creationId xmlns:a16="http://schemas.microsoft.com/office/drawing/2014/main" id="{3F7F09A7-8289-4798-8B6B-44F40EB1C29A}"/>
                                </a:ext>
                              </a:extLst>
                            </p:cNvPr>
                            <p:cNvPicPr>
                              <a:picLocks noChangeAspect="1" noChangeArrowheads="1"/>
                            </p:cNvPicPr>
                            <p:nvPr/>
                          </p:nvPicPr>
                          <p:blipFill>
                            <a:blip r:embed="rId8">
                              <a:extLst>
                                <a:ext uri="{28A0092B-C50C-407E-A947-70E740481C1C}">
                                  <a14:useLocalDpi val="0"/>
                                </a:ext>
                              </a:extLst>
                            </a:blip>
                            <a:srcRect/>
                            <a:stretch>
                              <a:fillRect/>
                            </a:stretch>
                          </p:blipFill>
                          <p:spPr bwMode="auto">
                            <a:xfrm>
                              <a:off x="2187737" y="4873536"/>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1032" name="Object 9">
                  <a:extLst>
                    <a:ext uri="{FF2B5EF4-FFF2-40B4-BE49-F238E27FC236}">
                      <a16:creationId xmlns:a16="http://schemas.microsoft.com/office/drawing/2014/main" id="{3F7F09A7-8289-4798-8B6B-44F40EB1C29A}"/>
                    </a:ext>
                  </a:extLst>
                </p:cNvPr>
                <p:cNvGraphicFramePr>
                  <a:graphicFrameLocks noChangeAspect="1"/>
                </p:cNvGraphicFramePr>
                <p:nvPr>
                  <p:extLst>
                    <p:ext uri="{D42A27DB-BD31-4B8C-83A1-F6EECF244321}">
                      <p14:modId xmlns:p14="http://schemas.microsoft.com/office/powerpoint/2010/main" val="1723757351"/>
                    </p:ext>
                  </p:extLst>
                </p:nvPr>
              </p:nvGraphicFramePr>
              <p:xfrm>
                <a:off x="2187737" y="4873536"/>
                <a:ext cx="496888" cy="534987"/>
              </p:xfrm>
              <a:graphic>
                <a:graphicData uri="http://schemas.openxmlformats.org/presentationml/2006/ole">
                  <mc:AlternateContent>
                    <mc:Choice xmlns:v="urn:schemas-microsoft-com:vml" Requires="v">
                      <p:oleObj name="Equation" r:id="rId9" imgW="164880" imgH="177480" progId="Equation.DSMT4">
                        <p:embed/>
                      </p:oleObj>
                    </mc:Choice>
                    <mc:Fallback>
                      <p:oleObj name="Equation" r:id="rId9" imgW="164880" imgH="177480" progId="Equation.DSMT4">
                        <p:embed/>
                        <p:pic>
                          <p:nvPicPr>
                            <p:cNvPr id="1032" name="Object 9">
                              <a:extLst>
                                <a:ext uri="{FF2B5EF4-FFF2-40B4-BE49-F238E27FC236}">
                                  <a16:creationId xmlns:a16="http://schemas.microsoft.com/office/drawing/2014/main" id="{3F7F09A7-8289-4798-8B6B-44F40EB1C29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7737" y="4873536"/>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1043" name="组合 31">
              <a:extLst>
                <a:ext uri="{FF2B5EF4-FFF2-40B4-BE49-F238E27FC236}">
                  <a16:creationId xmlns:a16="http://schemas.microsoft.com/office/drawing/2014/main" id="{C724C057-A808-42DE-BB12-FF34FB0F65BF}"/>
                </a:ext>
              </a:extLst>
            </p:cNvPr>
            <p:cNvGrpSpPr>
              <a:grpSpLocks/>
            </p:cNvGrpSpPr>
            <p:nvPr/>
          </p:nvGrpSpPr>
          <p:grpSpPr bwMode="auto">
            <a:xfrm>
              <a:off x="4071926" y="4786332"/>
              <a:ext cx="642939" cy="714380"/>
              <a:chOff x="4357678" y="5000636"/>
              <a:chExt cx="642939" cy="714380"/>
            </a:xfrm>
          </p:grpSpPr>
          <mc:AlternateContent xmlns:mc="http://schemas.openxmlformats.org/markup-compatibility/2006" xmlns:a14="http://schemas.microsoft.com/office/drawing/2010/main">
            <mc:Choice Requires="a14">
              <p:sp>
                <p:nvSpPr>
                  <p:cNvPr id="1035" name="Object 10">
                    <a:extLst>
                      <a:ext uri="{FF2B5EF4-FFF2-40B4-BE49-F238E27FC236}">
                        <a16:creationId xmlns:a16="http://schemas.microsoft.com/office/drawing/2014/main" id="{CF66DD9E-858A-4936-8AB7-677C3DAAACE8}"/>
                      </a:ext>
                    </a:extLst>
                  </p:cNvPr>
                  <p:cNvSpPr txBox="1"/>
                  <p:nvPr/>
                </p:nvSpPr>
                <p:spPr bwMode="auto">
                  <a:xfrm>
                    <a:off x="4524602" y="5019982"/>
                    <a:ext cx="340844" cy="670701"/>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035" name="Object 10">
                    <a:extLst>
                      <a:ext uri="{FF2B5EF4-FFF2-40B4-BE49-F238E27FC236}">
                        <a16:creationId xmlns:a16="http://schemas.microsoft.com/office/drawing/2014/main" id="{CF66DD9E-858A-4936-8AB7-677C3DAAACE8}"/>
                      </a:ext>
                    </a:extLst>
                  </p:cNvPr>
                  <p:cNvSpPr txBox="1">
                    <a:spLocks noRot="1" noChangeAspect="1" noMove="1" noResize="1" noEditPoints="1" noAdjustHandles="1" noChangeArrowheads="1" noChangeShapeType="1" noTextEdit="1"/>
                  </p:cNvSpPr>
                  <p:nvPr/>
                </p:nvSpPr>
                <p:spPr bwMode="auto">
                  <a:xfrm>
                    <a:off x="4524602" y="5019982"/>
                    <a:ext cx="340844" cy="670701"/>
                  </a:xfrm>
                  <a:prstGeom prst="rect">
                    <a:avLst/>
                  </a:prstGeom>
                  <a:blipFill>
                    <a:blip r:embed="rId11"/>
                    <a:stretch>
                      <a:fillRect/>
                    </a:stretch>
                  </a:blipFill>
                  <a:ln>
                    <a:noFill/>
                  </a:ln>
                  <a:effectLst/>
                </p:spPr>
                <p:txBody>
                  <a:bodyPr/>
                  <a:lstStyle/>
                  <a:p>
                    <a:r>
                      <a:rPr lang="en-US">
                        <a:noFill/>
                      </a:rPr>
                      <a:t> </a:t>
                    </a:r>
                  </a:p>
                </p:txBody>
              </p:sp>
            </mc:Fallback>
          </mc:AlternateContent>
          <p:sp>
            <p:nvSpPr>
              <p:cNvPr id="21" name="矩形 20">
                <a:extLst>
                  <a:ext uri="{FF2B5EF4-FFF2-40B4-BE49-F238E27FC236}">
                    <a16:creationId xmlns:a16="http://schemas.microsoft.com/office/drawing/2014/main" id="{1673C538-4CB9-4D29-9CCA-CC14945DB849}"/>
                  </a:ext>
                </a:extLst>
              </p:cNvPr>
              <p:cNvSpPr/>
              <p:nvPr/>
            </p:nvSpPr>
            <p:spPr>
              <a:xfrm>
                <a:off x="4357678" y="5000636"/>
                <a:ext cx="642939"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1044" name="组合 32">
              <a:extLst>
                <a:ext uri="{FF2B5EF4-FFF2-40B4-BE49-F238E27FC236}">
                  <a16:creationId xmlns:a16="http://schemas.microsoft.com/office/drawing/2014/main" id="{EF1E54CD-17C9-4B05-8BAE-402101A798E9}"/>
                </a:ext>
              </a:extLst>
            </p:cNvPr>
            <p:cNvGrpSpPr>
              <a:grpSpLocks/>
            </p:cNvGrpSpPr>
            <p:nvPr/>
          </p:nvGrpSpPr>
          <p:grpSpPr bwMode="auto">
            <a:xfrm>
              <a:off x="4071926" y="5786464"/>
              <a:ext cx="642939" cy="714380"/>
              <a:chOff x="4494312" y="6119504"/>
              <a:chExt cx="642939" cy="714380"/>
            </a:xfrm>
          </p:grpSpPr>
          <p:sp>
            <p:nvSpPr>
              <p:cNvPr id="1052" name="TextBox 29">
                <a:extLst>
                  <a:ext uri="{FF2B5EF4-FFF2-40B4-BE49-F238E27FC236}">
                    <a16:creationId xmlns:a16="http://schemas.microsoft.com/office/drawing/2014/main" id="{ED99D576-EF6A-4431-9549-7917F532620F}"/>
                  </a:ext>
                </a:extLst>
              </p:cNvPr>
              <p:cNvSpPr txBox="1">
                <a:spLocks noChangeArrowheads="1"/>
              </p:cNvSpPr>
              <p:nvPr/>
            </p:nvSpPr>
            <p:spPr bwMode="auto">
              <a:xfrm>
                <a:off x="4588314" y="6263209"/>
                <a:ext cx="457177"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矩形 30">
                <a:extLst>
                  <a:ext uri="{FF2B5EF4-FFF2-40B4-BE49-F238E27FC236}">
                    <a16:creationId xmlns:a16="http://schemas.microsoft.com/office/drawing/2014/main" id="{C8965053-4CD8-4B64-A2FA-BAF6BC1F38CF}"/>
                  </a:ext>
                </a:extLst>
              </p:cNvPr>
              <p:cNvSpPr/>
              <p:nvPr/>
            </p:nvSpPr>
            <p:spPr>
              <a:xfrm>
                <a:off x="4494312" y="6119504"/>
                <a:ext cx="642939"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34" name="直接箭头连接符 33">
              <a:extLst>
                <a:ext uri="{FF2B5EF4-FFF2-40B4-BE49-F238E27FC236}">
                  <a16:creationId xmlns:a16="http://schemas.microsoft.com/office/drawing/2014/main" id="{508C110C-07CC-4A13-929C-36C7B246B34B}"/>
                </a:ext>
              </a:extLst>
            </p:cNvPr>
            <p:cNvCxnSpPr/>
            <p:nvPr/>
          </p:nvCxnSpPr>
          <p:spPr>
            <a:xfrm>
              <a:off x="4714865" y="5143522"/>
              <a:ext cx="157163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078375D-2FC6-484C-B703-933BA9D65AA3}"/>
                </a:ext>
              </a:extLst>
            </p:cNvPr>
            <p:cNvCxnSpPr>
              <a:cxnSpLocks/>
            </p:cNvCxnSpPr>
            <p:nvPr/>
          </p:nvCxnSpPr>
          <p:spPr>
            <a:xfrm>
              <a:off x="2555760" y="5143522"/>
              <a:ext cx="1524311"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9048B79-16B3-4463-8842-DE44A285F29C}"/>
                </a:ext>
              </a:extLst>
            </p:cNvPr>
            <p:cNvCxnSpPr/>
            <p:nvPr/>
          </p:nvCxnSpPr>
          <p:spPr>
            <a:xfrm rot="5400000">
              <a:off x="4929970" y="5644382"/>
              <a:ext cx="1000132"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34582BA2-A1BB-466D-BF97-AE70C9EE629D}"/>
                </a:ext>
              </a:extLst>
            </p:cNvPr>
            <p:cNvCxnSpPr>
              <a:endCxn id="31" idx="3"/>
            </p:cNvCxnSpPr>
            <p:nvPr/>
          </p:nvCxnSpPr>
          <p:spPr>
            <a:xfrm rot="10800000">
              <a:off x="4714865" y="6143654"/>
              <a:ext cx="714377"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4CF32C0-CEC8-4BFB-946F-29285562E43A}"/>
                </a:ext>
              </a:extLst>
            </p:cNvPr>
            <p:cNvCxnSpPr>
              <a:cxnSpLocks/>
              <a:stCxn id="31" idx="1"/>
            </p:cNvCxnSpPr>
            <p:nvPr/>
          </p:nvCxnSpPr>
          <p:spPr>
            <a:xfrm flipH="1" flipV="1">
              <a:off x="2402046" y="6143654"/>
              <a:ext cx="1669880"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50EC4F95-45A8-4B78-8BEA-8F9119899C4E}"/>
                </a:ext>
              </a:extLst>
            </p:cNvPr>
            <p:cNvCxnSpPr/>
            <p:nvPr/>
          </p:nvCxnSpPr>
          <p:spPr>
            <a:xfrm rot="5400000" flipH="1" flipV="1">
              <a:off x="1974212" y="5715820"/>
              <a:ext cx="857256"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3" name="Object 13">
                  <a:extLst>
                    <a:ext uri="{FF2B5EF4-FFF2-40B4-BE49-F238E27FC236}">
                      <a16:creationId xmlns:a16="http://schemas.microsoft.com/office/drawing/2014/main" id="{E85CE1AC-5691-4528-B119-ADD9AAE7EFD0}"/>
                    </a:ext>
                  </a:extLst>
                </p:cNvPr>
                <p:cNvSpPr txBox="1"/>
                <p:nvPr/>
              </p:nvSpPr>
              <p:spPr bwMode="auto">
                <a:xfrm>
                  <a:off x="1214988" y="4736217"/>
                  <a:ext cx="557213" cy="404812"/>
                </a:xfrm>
                <a:prstGeom prst="rect">
                  <a:avLst/>
                </a:prstGeom>
                <a:noFill/>
                <a:ln>
                  <a:noFill/>
                </a:ln>
                <a:effectLst/>
              </p:spPr>
              <p:txBody>
                <a:bodyPr>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033" name="Object 13">
                  <a:extLst>
                    <a:ext uri="{FF2B5EF4-FFF2-40B4-BE49-F238E27FC236}">
                      <a16:creationId xmlns:a16="http://schemas.microsoft.com/office/drawing/2014/main" id="{E85CE1AC-5691-4528-B119-ADD9AAE7EFD0}"/>
                    </a:ext>
                  </a:extLst>
                </p:cNvPr>
                <p:cNvSpPr txBox="1">
                  <a:spLocks noRot="1" noChangeAspect="1" noMove="1" noResize="1" noEditPoints="1" noAdjustHandles="1" noChangeArrowheads="1" noChangeShapeType="1" noTextEdit="1"/>
                </p:cNvSpPr>
                <p:nvPr/>
              </p:nvSpPr>
              <p:spPr bwMode="auto">
                <a:xfrm>
                  <a:off x="1214988" y="4736217"/>
                  <a:ext cx="557213" cy="404812"/>
                </a:xfrm>
                <a:prstGeom prst="rect">
                  <a:avLst/>
                </a:prstGeom>
                <a:blipFill>
                  <a:blip r:embed="rId12"/>
                  <a:stretch>
                    <a:fillRect r="-10870" b="-447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4" name="Object 14">
                  <a:extLst>
                    <a:ext uri="{FF2B5EF4-FFF2-40B4-BE49-F238E27FC236}">
                      <a16:creationId xmlns:a16="http://schemas.microsoft.com/office/drawing/2014/main" id="{B20D163C-4C08-46A9-B7D9-89A13F012F29}"/>
                    </a:ext>
                  </a:extLst>
                </p:cNvPr>
                <p:cNvSpPr txBox="1"/>
                <p:nvPr/>
              </p:nvSpPr>
              <p:spPr bwMode="auto">
                <a:xfrm>
                  <a:off x="6097406" y="4736216"/>
                  <a:ext cx="582612" cy="404813"/>
                </a:xfrm>
                <a:prstGeom prst="rect">
                  <a:avLst/>
                </a:prstGeom>
                <a:noFill/>
                <a:ln>
                  <a:noFill/>
                </a:ln>
                <a:effectLst/>
              </p:spPr>
              <p:txBody>
                <a:bodyPr>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034" name="Object 14">
                  <a:extLst>
                    <a:ext uri="{FF2B5EF4-FFF2-40B4-BE49-F238E27FC236}">
                      <a16:creationId xmlns:a16="http://schemas.microsoft.com/office/drawing/2014/main" id="{B20D163C-4C08-46A9-B7D9-89A13F012F29}"/>
                    </a:ext>
                  </a:extLst>
                </p:cNvPr>
                <p:cNvSpPr txBox="1">
                  <a:spLocks noRot="1" noChangeAspect="1" noMove="1" noResize="1" noEditPoints="1" noAdjustHandles="1" noChangeArrowheads="1" noChangeShapeType="1" noTextEdit="1"/>
                </p:cNvSpPr>
                <p:nvPr/>
              </p:nvSpPr>
              <p:spPr bwMode="auto">
                <a:xfrm>
                  <a:off x="6097406" y="4736216"/>
                  <a:ext cx="582612" cy="404813"/>
                </a:xfrm>
                <a:prstGeom prst="rect">
                  <a:avLst/>
                </a:prstGeom>
                <a:blipFill>
                  <a:blip r:embed="rId13"/>
                  <a:stretch>
                    <a:fillRect r="-6250" b="-4478"/>
                  </a:stretch>
                </a:blipFill>
                <a:ln>
                  <a:noFill/>
                </a:ln>
                <a:effectLst/>
              </p:spPr>
              <p:txBody>
                <a:bodyPr/>
                <a:lstStyle/>
                <a:p>
                  <a:r>
                    <a:rPr lang="en-US">
                      <a:noFill/>
                    </a:rPr>
                    <a:t> </a:t>
                  </a:r>
                </a:p>
              </p:txBody>
            </p:sp>
          </mc:Fallback>
        </mc:AlternateContent>
        <p:sp>
          <p:nvSpPr>
            <p:cNvPr id="57" name="椭圆 56">
              <a:extLst>
                <a:ext uri="{FF2B5EF4-FFF2-40B4-BE49-F238E27FC236}">
                  <a16:creationId xmlns:a16="http://schemas.microsoft.com/office/drawing/2014/main" id="{4C7989A4-5F8D-430D-B1A0-92C7FC6430EA}"/>
                </a:ext>
              </a:extLst>
            </p:cNvPr>
            <p:cNvSpPr/>
            <p:nvPr/>
          </p:nvSpPr>
          <p:spPr>
            <a:xfrm>
              <a:off x="5389556" y="5118122"/>
              <a:ext cx="71437" cy="714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mc:AlternateContent xmlns:mc="http://schemas.openxmlformats.org/markup-compatibility/2006" xmlns:a14="http://schemas.microsoft.com/office/drawing/2010/main">
        <mc:Choice Requires="a14">
          <p:sp>
            <p:nvSpPr>
              <p:cNvPr id="3" name="Object 17">
                <a:extLst>
                  <a:ext uri="{FF2B5EF4-FFF2-40B4-BE49-F238E27FC236}">
                    <a16:creationId xmlns:a16="http://schemas.microsoft.com/office/drawing/2014/main" id="{75DE87BD-5CA4-4525-AC44-CD81AD7D080B}"/>
                  </a:ext>
                </a:extLst>
              </p:cNvPr>
              <p:cNvSpPr txBox="1"/>
              <p:nvPr/>
            </p:nvSpPr>
            <p:spPr bwMode="auto">
              <a:xfrm>
                <a:off x="5765003" y="5004225"/>
                <a:ext cx="2340721" cy="619978"/>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um>
                        <m:den>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den>
                      </m:f>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 name="Object 17">
                <a:extLst>
                  <a:ext uri="{FF2B5EF4-FFF2-40B4-BE49-F238E27FC236}">
                    <a16:creationId xmlns:a16="http://schemas.microsoft.com/office/drawing/2014/main" id="{75DE87BD-5CA4-4525-AC44-CD81AD7D080B}"/>
                  </a:ext>
                </a:extLst>
              </p:cNvPr>
              <p:cNvSpPr txBox="1">
                <a:spLocks noRot="1" noChangeAspect="1" noMove="1" noResize="1" noEditPoints="1" noAdjustHandles="1" noChangeArrowheads="1" noChangeShapeType="1" noTextEdit="1"/>
              </p:cNvSpPr>
              <p:nvPr/>
            </p:nvSpPr>
            <p:spPr bwMode="auto">
              <a:xfrm>
                <a:off x="5765003" y="5004225"/>
                <a:ext cx="2340721" cy="619978"/>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18">
                <a:extLst>
                  <a:ext uri="{FF2B5EF4-FFF2-40B4-BE49-F238E27FC236}">
                    <a16:creationId xmlns:a16="http://schemas.microsoft.com/office/drawing/2014/main" id="{C50103B5-BEA0-4617-92C1-3BDC39445D0E}"/>
                  </a:ext>
                </a:extLst>
              </p:cNvPr>
              <p:cNvSpPr txBox="1"/>
              <p:nvPr/>
            </p:nvSpPr>
            <p:spPr bwMode="auto">
              <a:xfrm>
                <a:off x="3138353" y="4304130"/>
                <a:ext cx="1005592" cy="369332"/>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3" name="Object 18">
                <a:extLst>
                  <a:ext uri="{FF2B5EF4-FFF2-40B4-BE49-F238E27FC236}">
                    <a16:creationId xmlns:a16="http://schemas.microsoft.com/office/drawing/2014/main" id="{C50103B5-BEA0-4617-92C1-3BDC39445D0E}"/>
                  </a:ext>
                </a:extLst>
              </p:cNvPr>
              <p:cNvSpPr txBox="1">
                <a:spLocks noRot="1" noChangeAspect="1" noMove="1" noResize="1" noEditPoints="1" noAdjustHandles="1" noChangeArrowheads="1" noChangeShapeType="1" noTextEdit="1"/>
              </p:cNvSpPr>
              <p:nvPr/>
            </p:nvSpPr>
            <p:spPr bwMode="auto">
              <a:xfrm>
                <a:off x="3138353" y="4304130"/>
                <a:ext cx="1005592" cy="369332"/>
              </a:xfrm>
              <a:prstGeom prst="rect">
                <a:avLst/>
              </a:prstGeom>
              <a:blipFill>
                <a:blip r:embed="rId15"/>
                <a:stretch>
                  <a:fillRect r="-8485" b="-1475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bject 17">
                <a:extLst>
                  <a:ext uri="{FF2B5EF4-FFF2-40B4-BE49-F238E27FC236}">
                    <a16:creationId xmlns:a16="http://schemas.microsoft.com/office/drawing/2014/main" id="{59723E36-B279-4B48-9611-BBC2689095EE}"/>
                  </a:ext>
                </a:extLst>
              </p:cNvPr>
              <p:cNvSpPr txBox="1"/>
              <p:nvPr/>
            </p:nvSpPr>
            <p:spPr bwMode="auto">
              <a:xfrm>
                <a:off x="6802627" y="5485892"/>
                <a:ext cx="265477" cy="345024"/>
              </a:xfrm>
              <a:prstGeom prst="rect">
                <a:avLst/>
              </a:prstGeom>
              <a:noFill/>
              <a:ln>
                <a:noFill/>
              </a:ln>
              <a:effectLst/>
            </p:spPr>
            <p:txBody>
              <a:bodyP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6" name="Object 17">
                <a:extLst>
                  <a:ext uri="{FF2B5EF4-FFF2-40B4-BE49-F238E27FC236}">
                    <a16:creationId xmlns:a16="http://schemas.microsoft.com/office/drawing/2014/main" id="{59723E36-B279-4B48-9611-BBC2689095EE}"/>
                  </a:ext>
                </a:extLst>
              </p:cNvPr>
              <p:cNvSpPr txBox="1">
                <a:spLocks noRot="1" noChangeAspect="1" noMove="1" noResize="1" noEditPoints="1" noAdjustHandles="1" noChangeArrowheads="1" noChangeShapeType="1" noTextEdit="1"/>
              </p:cNvSpPr>
              <p:nvPr/>
            </p:nvSpPr>
            <p:spPr bwMode="auto">
              <a:xfrm>
                <a:off x="6802627" y="5485892"/>
                <a:ext cx="265477" cy="345024"/>
              </a:xfrm>
              <a:prstGeom prst="rect">
                <a:avLst/>
              </a:prstGeom>
              <a:blipFill>
                <a:blip r:embed="rId16"/>
                <a:stretch>
                  <a:fillRect l="-2326" r="-13953" b="-1052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bject 17">
                <a:extLst>
                  <a:ext uri="{FF2B5EF4-FFF2-40B4-BE49-F238E27FC236}">
                    <a16:creationId xmlns:a16="http://schemas.microsoft.com/office/drawing/2014/main" id="{6641A7FD-A5F7-46F7-8538-B263B276C997}"/>
                  </a:ext>
                </a:extLst>
              </p:cNvPr>
              <p:cNvSpPr txBox="1"/>
              <p:nvPr/>
            </p:nvSpPr>
            <p:spPr bwMode="auto">
              <a:xfrm>
                <a:off x="5765004" y="5867980"/>
                <a:ext cx="2340721" cy="36933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7" name="Object 17">
                <a:extLst>
                  <a:ext uri="{FF2B5EF4-FFF2-40B4-BE49-F238E27FC236}">
                    <a16:creationId xmlns:a16="http://schemas.microsoft.com/office/drawing/2014/main" id="{6641A7FD-A5F7-46F7-8538-B263B276C997}"/>
                  </a:ext>
                </a:extLst>
              </p:cNvPr>
              <p:cNvSpPr txBox="1">
                <a:spLocks noRot="1" noChangeAspect="1" noMove="1" noResize="1" noEditPoints="1" noAdjustHandles="1" noChangeArrowheads="1" noChangeShapeType="1" noTextEdit="1"/>
              </p:cNvSpPr>
              <p:nvPr/>
            </p:nvSpPr>
            <p:spPr bwMode="auto">
              <a:xfrm>
                <a:off x="5765004" y="5867980"/>
                <a:ext cx="2340721" cy="369332"/>
              </a:xfrm>
              <a:prstGeom prst="rect">
                <a:avLst/>
              </a:prstGeom>
              <a:blipFill>
                <a:blip r:embed="rId17"/>
                <a:stretch>
                  <a:fillRect r="-521" b="-15000"/>
                </a:stretch>
              </a:blipFill>
              <a:ln>
                <a:noFill/>
              </a:ln>
              <a:effectLst/>
            </p:spPr>
            <p:txBody>
              <a:bodyPr/>
              <a:lstStyle/>
              <a:p>
                <a:r>
                  <a:rPr lang="en-US">
                    <a:noFill/>
                  </a:rPr>
                  <a:t> </a:t>
                </a:r>
              </a:p>
            </p:txBody>
          </p:sp>
        </mc:Fallback>
      </mc:AlternateContent>
      <p:sp>
        <p:nvSpPr>
          <p:cNvPr id="38" name="文本框 37">
            <a:extLst>
              <a:ext uri="{FF2B5EF4-FFF2-40B4-BE49-F238E27FC236}">
                <a16:creationId xmlns:a16="http://schemas.microsoft.com/office/drawing/2014/main" id="{DE990447-5EC9-4122-89AC-0FA1DD3C5109}"/>
              </a:ext>
            </a:extLst>
          </p:cNvPr>
          <p:cNvSpPr txBox="1"/>
          <p:nvPr/>
        </p:nvSpPr>
        <p:spPr>
          <a:xfrm>
            <a:off x="3662834" y="6245957"/>
            <a:ext cx="1818332" cy="461665"/>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华文楷体" panose="02010600040101010101" pitchFamily="2" charset="-122"/>
                <a:cs typeface="+mn-cs"/>
              </a:rPr>
              <a:t>直接型表示</a:t>
            </a:r>
            <a:endParaRPr kumimoji="0" lang="en-US" sz="24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40" name="文本框 39">
            <a:extLst>
              <a:ext uri="{FF2B5EF4-FFF2-40B4-BE49-F238E27FC236}">
                <a16:creationId xmlns:a16="http://schemas.microsoft.com/office/drawing/2014/main" id="{F03B7E4D-3C48-4B77-9797-31D1D60EEBB0}"/>
              </a:ext>
            </a:extLst>
          </p:cNvPr>
          <p:cNvSpPr txBox="1"/>
          <p:nvPr/>
        </p:nvSpPr>
        <p:spPr>
          <a:xfrm>
            <a:off x="5524825" y="1726552"/>
            <a:ext cx="2885132" cy="1015663"/>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Times New Roman" panose="02020603050405020304" pitchFamily="18" charset="0"/>
                <a:ea typeface="华文楷体" panose="02010600040101010101" pitchFamily="2" charset="-122"/>
                <a:cs typeface="+mn-cs"/>
              </a:rPr>
              <a:t>为什么将微分方程和有理系统函数描述的因果</a:t>
            </a:r>
            <a:r>
              <a:rPr kumimoji="1" lang="en-US" altLang="zh-CN" sz="2000" b="0" i="0" u="none" strike="noStrike" kern="1200" cap="none" spc="0" normalizeH="0" baseline="0" noProof="0" dirty="0">
                <a:ln>
                  <a:noFill/>
                </a:ln>
                <a:solidFill>
                  <a:srgbClr val="0070C0"/>
                </a:solidFill>
                <a:effectLst/>
                <a:uLnTx/>
                <a:uFillTx/>
                <a:latin typeface="Times New Roman" panose="02020603050405020304" pitchFamily="18" charset="0"/>
                <a:ea typeface="华文楷体" panose="02010600040101010101" pitchFamily="2" charset="-122"/>
                <a:cs typeface="+mn-cs"/>
              </a:rPr>
              <a:t>LTI</a:t>
            </a:r>
            <a:r>
              <a:rPr kumimoji="1" lang="zh-CN" altLang="en-US" sz="2000" b="0" i="0" u="none" strike="noStrike" kern="1200" cap="none" spc="0" normalizeH="0" baseline="0" noProof="0" dirty="0">
                <a:ln>
                  <a:noFill/>
                </a:ln>
                <a:solidFill>
                  <a:srgbClr val="0070C0"/>
                </a:solidFill>
                <a:effectLst/>
                <a:uLnTx/>
                <a:uFillTx/>
                <a:latin typeface="Times New Roman" panose="02020603050405020304" pitchFamily="18" charset="0"/>
                <a:ea typeface="华文楷体" panose="02010600040101010101" pitchFamily="2" charset="-122"/>
                <a:cs typeface="+mn-cs"/>
              </a:rPr>
              <a:t>系统放在一起考虑？</a:t>
            </a:r>
            <a:endParaRPr kumimoji="0" lang="en-US" sz="2000" b="0" i="0" u="none" strike="noStrike" kern="1200" cap="none" spc="0" normalizeH="0" baseline="0" noProof="0" dirty="0">
              <a:ln>
                <a:noFill/>
              </a:ln>
              <a:solidFill>
                <a:srgbClr val="0070C0"/>
              </a:solidFill>
              <a:effectLst/>
              <a:uLnTx/>
              <a:uFillTx/>
              <a:latin typeface="Times New Roman" panose="02020603050405020304" pitchFamily="18" charset="0"/>
              <a:ea typeface="宋体" panose="02010600030101010101" pitchFamily="2" charset="-122"/>
              <a:cs typeface="+mn-cs"/>
            </a:endParaRPr>
          </a:p>
        </p:txBody>
      </p:sp>
      <p:pic>
        <p:nvPicPr>
          <p:cNvPr id="42" name="图片 11" descr="thinking-caps.jpg">
            <a:extLst>
              <a:ext uri="{FF2B5EF4-FFF2-40B4-BE49-F238E27FC236}">
                <a16:creationId xmlns:a16="http://schemas.microsoft.com/office/drawing/2014/main" id="{AE1E2E1F-24DE-475C-AD44-B60688DED3C3}"/>
              </a:ext>
            </a:extLst>
          </p:cNvPr>
          <p:cNvPicPr>
            <a:picLocks noChangeAspect="1"/>
          </p:cNvPicPr>
          <p:nvPr/>
        </p:nvPicPr>
        <p:blipFill>
          <a:blip r:embed="rId18">
            <a:extLst>
              <a:ext uri="{28A0092B-C50C-407E-A947-70E740481C1C}">
                <a14:useLocalDpi xmlns:a14="http://schemas.microsoft.com/office/drawing/2010/main" val="0"/>
              </a:ext>
            </a:extLst>
          </a:blip>
          <a:srcRect/>
          <a:stretch>
            <a:fillRect/>
          </a:stretch>
        </p:blipFill>
        <p:spPr bwMode="auto">
          <a:xfrm>
            <a:off x="8118163" y="2523405"/>
            <a:ext cx="583588" cy="67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文本框 44">
            <a:extLst>
              <a:ext uri="{FF2B5EF4-FFF2-40B4-BE49-F238E27FC236}">
                <a16:creationId xmlns:a16="http://schemas.microsoft.com/office/drawing/2014/main" id="{30FBAD36-385B-42C1-8E5B-0EF932F18073}"/>
              </a:ext>
            </a:extLst>
          </p:cNvPr>
          <p:cNvSpPr txBox="1"/>
          <p:nvPr/>
        </p:nvSpPr>
        <p:spPr>
          <a:xfrm>
            <a:off x="457200" y="1836688"/>
            <a:ext cx="4572000" cy="523220"/>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例</a:t>
            </a:r>
            <a:r>
              <a:rPr kumimoji="0" lang="en-US" altLang="zh-CN" sz="28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1</a:t>
            </a:r>
            <a:r>
              <a:rPr kumimoji="0" lang="en-US" altLang="zh-CN"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考虑因果</a:t>
            </a:r>
            <a:r>
              <a:rPr kumimoji="0" lang="en-US" altLang="zh-CN"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LTI</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down)">
                                      <p:cBhvr>
                                        <p:cTn id="7" dur="500"/>
                                        <p:tgtEl>
                                          <p:spTgt spid="10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1447"/>
                                        </p:tgtEl>
                                        <p:attrNameLst>
                                          <p:attrName>style.visibility</p:attrName>
                                        </p:attrNameLst>
                                      </p:cBhvr>
                                      <p:to>
                                        <p:strVal val="visible"/>
                                      </p:to>
                                    </p:set>
                                    <p:animEffect transition="in" filter="wipe(down)">
                                      <p:cBhvr>
                                        <p:cTn id="10" dur="500"/>
                                        <p:tgtEl>
                                          <p:spTgt spid="6144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1448"/>
                                        </p:tgtEl>
                                        <p:attrNameLst>
                                          <p:attrName>style.visibility</p:attrName>
                                        </p:attrNameLst>
                                      </p:cBhvr>
                                      <p:to>
                                        <p:strVal val="visible"/>
                                      </p:to>
                                    </p:set>
                                    <p:animEffect transition="in" filter="wipe(down)">
                                      <p:cBhvr>
                                        <p:cTn id="13" dur="500"/>
                                        <p:tgtEl>
                                          <p:spTgt spid="6144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down)">
                                      <p:cBhvr>
                                        <p:cTn id="19" dur="500"/>
                                        <p:tgtEl>
                                          <p:spTgt spid="5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down)">
                                      <p:cBhvr>
                                        <p:cTn id="22" dur="500"/>
                                        <p:tgtEl>
                                          <p:spTgt spid="56"/>
                                        </p:tgtEl>
                                      </p:cBhvr>
                                    </p:animEffect>
                                  </p:childTnLst>
                                </p:cTn>
                              </p:par>
                              <p:par>
                                <p:cTn id="23" presetID="2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down)">
                                      <p:cBhvr>
                                        <p:cTn id="31" dur="500"/>
                                        <p:tgtEl>
                                          <p:spTgt spid="33"/>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down)">
                                      <p:cBhvr>
                                        <p:cTn id="34" dur="500"/>
                                        <p:tgtEl>
                                          <p:spTgt spid="3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down)">
                                      <p:cBhvr>
                                        <p:cTn id="37" dur="500"/>
                                        <p:tgtEl>
                                          <p:spTgt spid="3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down)">
                                      <p:cBhvr>
                                        <p:cTn id="40" dur="500"/>
                                        <p:tgtEl>
                                          <p:spTgt spid="3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down)">
                                      <p:cBhvr>
                                        <p:cTn id="4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61447" grpId="0"/>
      <p:bldP spid="61448" grpId="0"/>
      <p:bldP spid="16" grpId="0"/>
      <p:bldP spid="55" grpId="0"/>
      <p:bldP spid="56" grpId="0"/>
      <p:bldP spid="3" grpId="0"/>
      <p:bldP spid="33" grpId="0"/>
      <p:bldP spid="36" grpId="0"/>
      <p:bldP spid="37" grpId="0"/>
      <p:bldP spid="38" grpId="0"/>
      <p:bldP spid="4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4C95C8A-0199-4130-9681-4894DD13BE7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4BB7E6F-2203-4E1E-9F80-9994700A31D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62" name="内容占位符 2">
            <a:extLst>
              <a:ext uri="{FF2B5EF4-FFF2-40B4-BE49-F238E27FC236}">
                <a16:creationId xmlns:a16="http://schemas.microsoft.com/office/drawing/2014/main" id="{8D0DB23B-77A3-4757-B4E2-5931E5B689B1}"/>
              </a:ext>
            </a:extLst>
          </p:cNvPr>
          <p:cNvSpPr>
            <a:spLocks noGrp="1"/>
          </p:cNvSpPr>
          <p:nvPr>
            <p:ph idx="4294967295"/>
          </p:nvPr>
        </p:nvSpPr>
        <p:spPr>
          <a:xfrm>
            <a:off x="428625" y="428625"/>
            <a:ext cx="8229600" cy="571500"/>
          </a:xfrm>
        </p:spPr>
        <p:txBody>
          <a:bodyPr/>
          <a:lstStyle/>
          <a:p>
            <a:r>
              <a:rPr lang="zh-CN" altLang="en-US" sz="2800" dirty="0">
                <a:solidFill>
                  <a:srgbClr val="0000FF"/>
                </a:solidFill>
                <a:latin typeface="Times New Roman" panose="02020603050405020304" pitchFamily="18" charset="0"/>
                <a:ea typeface="华文楷体" panose="02010600040101010101" pitchFamily="2" charset="-122"/>
              </a:rPr>
              <a:t>例</a:t>
            </a:r>
            <a:r>
              <a:rPr lang="en-US" altLang="zh-CN" sz="2800" dirty="0">
                <a:solidFill>
                  <a:srgbClr val="0000FF"/>
                </a:solidFill>
                <a:latin typeface="Times New Roman" panose="02020603050405020304" pitchFamily="18" charset="0"/>
                <a:ea typeface="华文楷体" panose="02010600040101010101" pitchFamily="2" charset="-122"/>
              </a:rPr>
              <a:t>2</a:t>
            </a:r>
            <a:r>
              <a:rPr lang="en-US" altLang="zh-CN" sz="2800" dirty="0">
                <a:latin typeface="Times New Roman" panose="02020603050405020304" pitchFamily="18" charset="0"/>
                <a:ea typeface="华文楷体" panose="02010600040101010101" pitchFamily="2" charset="-122"/>
              </a:rPr>
              <a:t>. </a:t>
            </a:r>
            <a:r>
              <a:rPr lang="zh-CN" altLang="en-US" sz="2800" dirty="0">
                <a:latin typeface="Times New Roman" panose="02020603050405020304" pitchFamily="18" charset="0"/>
                <a:ea typeface="华文楷体" panose="02010600040101010101" pitchFamily="2" charset="-122"/>
              </a:rPr>
              <a:t>考虑因果</a:t>
            </a:r>
            <a:r>
              <a:rPr lang="en-US" altLang="zh-CN" sz="2800" dirty="0">
                <a:latin typeface="Times New Roman" panose="02020603050405020304" pitchFamily="18" charset="0"/>
                <a:ea typeface="华文楷体" panose="02010600040101010101" pitchFamily="2" charset="-122"/>
              </a:rPr>
              <a:t>LTI</a:t>
            </a:r>
            <a:r>
              <a:rPr lang="zh-CN" altLang="en-US" sz="2800" dirty="0">
                <a:latin typeface="Times New Roman" panose="02020603050405020304" pitchFamily="18" charset="0"/>
                <a:ea typeface="华文楷体" panose="02010600040101010101" pitchFamily="2" charset="-122"/>
              </a:rPr>
              <a:t>系统</a:t>
            </a:r>
          </a:p>
        </p:txBody>
      </p:sp>
      <mc:AlternateContent xmlns:mc="http://schemas.openxmlformats.org/markup-compatibility/2006" xmlns:a14="http://schemas.microsoft.com/office/drawing/2010/main">
        <mc:Choice Requires="a14">
          <p:sp>
            <p:nvSpPr>
              <p:cNvPr id="2050" name="Object 2">
                <a:extLst>
                  <a:ext uri="{FF2B5EF4-FFF2-40B4-BE49-F238E27FC236}">
                    <a16:creationId xmlns:a16="http://schemas.microsoft.com/office/drawing/2014/main" id="{906C6772-4C0E-44E7-A9F0-63934125078E}"/>
                  </a:ext>
                </a:extLst>
              </p:cNvPr>
              <p:cNvSpPr txBox="1"/>
              <p:nvPr/>
            </p:nvSpPr>
            <p:spPr bwMode="auto">
              <a:xfrm>
                <a:off x="1614488" y="1000125"/>
                <a:ext cx="2237432"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50" name="Object 2">
                <a:extLst>
                  <a:ext uri="{FF2B5EF4-FFF2-40B4-BE49-F238E27FC236}">
                    <a16:creationId xmlns:a16="http://schemas.microsoft.com/office/drawing/2014/main" id="{906C6772-4C0E-44E7-A9F0-63934125078E}"/>
                  </a:ext>
                </a:extLst>
              </p:cNvPr>
              <p:cNvSpPr txBox="1">
                <a:spLocks noRot="1" noChangeAspect="1" noMove="1" noResize="1" noEditPoints="1" noAdjustHandles="1" noChangeArrowheads="1" noChangeShapeType="1" noTextEdit="1"/>
              </p:cNvSpPr>
              <p:nvPr/>
            </p:nvSpPr>
            <p:spPr bwMode="auto">
              <a:xfrm>
                <a:off x="1614488" y="1000125"/>
                <a:ext cx="2237432" cy="908967"/>
              </a:xfrm>
              <a:prstGeom prst="rect">
                <a:avLst/>
              </a:prstGeom>
              <a:blipFill>
                <a:blip r:embed="rId3"/>
                <a:stretch>
                  <a:fillRect/>
                </a:stretch>
              </a:blipFill>
              <a:ln>
                <a:noFill/>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DC51F3E2-F83E-4D7D-89DD-BE00FAF4709A}"/>
              </a:ext>
            </a:extLst>
          </p:cNvPr>
          <p:cNvSpPr txBox="1">
            <a:spLocks noChangeArrowheads="1"/>
          </p:cNvSpPr>
          <p:nvPr/>
        </p:nvSpPr>
        <p:spPr bwMode="auto">
          <a:xfrm>
            <a:off x="827088" y="1909763"/>
            <a:ext cx="5445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令</a:t>
            </a:r>
          </a:p>
        </p:txBody>
      </p:sp>
      <mc:AlternateContent xmlns:mc="http://schemas.openxmlformats.org/markup-compatibility/2006" xmlns:a14="http://schemas.microsoft.com/office/drawing/2010/main">
        <mc:Choice Requires="a14">
          <p:sp>
            <p:nvSpPr>
              <p:cNvPr id="2051" name="Object 3">
                <a:extLst>
                  <a:ext uri="{FF2B5EF4-FFF2-40B4-BE49-F238E27FC236}">
                    <a16:creationId xmlns:a16="http://schemas.microsoft.com/office/drawing/2014/main" id="{B96FEE0F-A2EC-42C8-954E-6D876E960331}"/>
                  </a:ext>
                </a:extLst>
              </p:cNvPr>
              <p:cNvSpPr txBox="1"/>
              <p:nvPr/>
            </p:nvSpPr>
            <p:spPr bwMode="auto">
              <a:xfrm>
                <a:off x="4718193" y="1035537"/>
                <a:ext cx="2956321"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51" name="Object 3">
                <a:extLst>
                  <a:ext uri="{FF2B5EF4-FFF2-40B4-BE49-F238E27FC236}">
                    <a16:creationId xmlns:a16="http://schemas.microsoft.com/office/drawing/2014/main" id="{B96FEE0F-A2EC-42C8-954E-6D876E960331}"/>
                  </a:ext>
                </a:extLst>
              </p:cNvPr>
              <p:cNvSpPr txBox="1">
                <a:spLocks noRot="1" noChangeAspect="1" noMove="1" noResize="1" noEditPoints="1" noAdjustHandles="1" noChangeArrowheads="1" noChangeShapeType="1" noTextEdit="1"/>
              </p:cNvSpPr>
              <p:nvPr/>
            </p:nvSpPr>
            <p:spPr bwMode="auto">
              <a:xfrm>
                <a:off x="4718193" y="1035537"/>
                <a:ext cx="2956321" cy="908967"/>
              </a:xfrm>
              <a:prstGeom prst="rect">
                <a:avLst/>
              </a:prstGeom>
              <a:blipFill>
                <a:blip r:embed="rId4"/>
                <a:stretch>
                  <a:fillRect/>
                </a:stretch>
              </a:blipFill>
              <a:ln>
                <a:noFill/>
              </a:ln>
              <a:effectLst/>
            </p:spPr>
            <p:txBody>
              <a:bodyPr/>
              <a:lstStyle/>
              <a:p>
                <a:r>
                  <a:rPr lang="en-US">
                    <a:noFill/>
                  </a:rPr>
                  <a:t> </a:t>
                </a:r>
              </a:p>
            </p:txBody>
          </p:sp>
        </mc:Fallback>
      </mc:AlternateContent>
      <p:sp>
        <p:nvSpPr>
          <p:cNvPr id="2064" name="TextBox 7">
            <a:extLst>
              <a:ext uri="{FF2B5EF4-FFF2-40B4-BE49-F238E27FC236}">
                <a16:creationId xmlns:a16="http://schemas.microsoft.com/office/drawing/2014/main" id="{330CDF83-196F-47A6-93FC-D6025A2A917B}"/>
              </a:ext>
            </a:extLst>
          </p:cNvPr>
          <p:cNvSpPr txBox="1">
            <a:spLocks noChangeArrowheads="1"/>
          </p:cNvSpPr>
          <p:nvPr/>
        </p:nvSpPr>
        <p:spPr bwMode="auto">
          <a:xfrm>
            <a:off x="4014788" y="1214438"/>
            <a:ext cx="542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即</a:t>
            </a:r>
          </a:p>
        </p:txBody>
      </p:sp>
      <mc:AlternateContent xmlns:mc="http://schemas.openxmlformats.org/markup-compatibility/2006" xmlns:a14="http://schemas.microsoft.com/office/drawing/2010/main">
        <mc:Choice Requires="a14">
          <p:sp>
            <p:nvSpPr>
              <p:cNvPr id="62468" name="Object 4">
                <a:extLst>
                  <a:ext uri="{FF2B5EF4-FFF2-40B4-BE49-F238E27FC236}">
                    <a16:creationId xmlns:a16="http://schemas.microsoft.com/office/drawing/2014/main" id="{CCB7F8D9-D6B8-4424-81E6-C626270FBD19}"/>
                  </a:ext>
                </a:extLst>
              </p:cNvPr>
              <p:cNvSpPr txBox="1"/>
              <p:nvPr/>
            </p:nvSpPr>
            <p:spPr bwMode="auto">
              <a:xfrm>
                <a:off x="1684338" y="2163639"/>
                <a:ext cx="2887662"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2468" name="Object 4">
                <a:extLst>
                  <a:ext uri="{FF2B5EF4-FFF2-40B4-BE49-F238E27FC236}">
                    <a16:creationId xmlns:a16="http://schemas.microsoft.com/office/drawing/2014/main" id="{CCB7F8D9-D6B8-4424-81E6-C626270FBD19}"/>
                  </a:ext>
                </a:extLst>
              </p:cNvPr>
              <p:cNvSpPr txBox="1">
                <a:spLocks noRot="1" noChangeAspect="1" noMove="1" noResize="1" noEditPoints="1" noAdjustHandles="1" noChangeArrowheads="1" noChangeShapeType="1" noTextEdit="1"/>
              </p:cNvSpPr>
              <p:nvPr/>
            </p:nvSpPr>
            <p:spPr bwMode="auto">
              <a:xfrm>
                <a:off x="1684338" y="2163639"/>
                <a:ext cx="2887662" cy="908967"/>
              </a:xfrm>
              <a:prstGeom prst="rect">
                <a:avLst/>
              </a:prstGeom>
              <a:blipFill>
                <a:blip r:embed="rId5"/>
                <a:stretch>
                  <a:fillRect/>
                </a:stretch>
              </a:blipFill>
              <a:ln>
                <a:noFill/>
              </a:ln>
              <a:effectLst/>
            </p:spPr>
            <p:txBody>
              <a:bodyPr/>
              <a:lstStyle/>
              <a:p>
                <a:r>
                  <a:rPr lang="en-US">
                    <a:noFill/>
                  </a:rPr>
                  <a:t> </a:t>
                </a:r>
              </a:p>
            </p:txBody>
          </p:sp>
        </mc:Fallback>
      </mc:AlternateContent>
      <p:sp>
        <p:nvSpPr>
          <p:cNvPr id="10" name="TextBox 9">
            <a:extLst>
              <a:ext uri="{FF2B5EF4-FFF2-40B4-BE49-F238E27FC236}">
                <a16:creationId xmlns:a16="http://schemas.microsoft.com/office/drawing/2014/main" id="{7ED7529E-0E66-46F7-AF75-BB7EA1FE9933}"/>
              </a:ext>
            </a:extLst>
          </p:cNvPr>
          <p:cNvSpPr txBox="1">
            <a:spLocks noChangeArrowheads="1"/>
          </p:cNvSpPr>
          <p:nvPr/>
        </p:nvSpPr>
        <p:spPr bwMode="auto">
          <a:xfrm>
            <a:off x="4572000" y="2413000"/>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则</a:t>
            </a:r>
          </a:p>
        </p:txBody>
      </p:sp>
      <mc:AlternateContent xmlns:mc="http://schemas.openxmlformats.org/markup-compatibility/2006" xmlns:a14="http://schemas.microsoft.com/office/drawing/2010/main">
        <mc:Choice Requires="a14">
          <p:sp>
            <p:nvSpPr>
              <p:cNvPr id="62469" name="Object 5">
                <a:extLst>
                  <a:ext uri="{FF2B5EF4-FFF2-40B4-BE49-F238E27FC236}">
                    <a16:creationId xmlns:a16="http://schemas.microsoft.com/office/drawing/2014/main" id="{AE34D3DD-AF86-4759-BF98-0D11B8460114}"/>
                  </a:ext>
                </a:extLst>
              </p:cNvPr>
              <p:cNvSpPr txBox="1"/>
              <p:nvPr/>
            </p:nvSpPr>
            <p:spPr bwMode="auto">
              <a:xfrm>
                <a:off x="5143500" y="2409687"/>
                <a:ext cx="3546797"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𝑠𝑍</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2469" name="Object 5">
                <a:extLst>
                  <a:ext uri="{FF2B5EF4-FFF2-40B4-BE49-F238E27FC236}">
                    <a16:creationId xmlns:a16="http://schemas.microsoft.com/office/drawing/2014/main" id="{AE34D3DD-AF86-4759-BF98-0D11B8460114}"/>
                  </a:ext>
                </a:extLst>
              </p:cNvPr>
              <p:cNvSpPr txBox="1">
                <a:spLocks noRot="1" noChangeAspect="1" noMove="1" noResize="1" noEditPoints="1" noAdjustHandles="1" noChangeArrowheads="1" noChangeShapeType="1" noTextEdit="1"/>
              </p:cNvSpPr>
              <p:nvPr/>
            </p:nvSpPr>
            <p:spPr bwMode="auto">
              <a:xfrm>
                <a:off x="5143500" y="2409687"/>
                <a:ext cx="3546797" cy="523220"/>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2" name="组合 30">
            <a:extLst>
              <a:ext uri="{FF2B5EF4-FFF2-40B4-BE49-F238E27FC236}">
                <a16:creationId xmlns:a16="http://schemas.microsoft.com/office/drawing/2014/main" id="{C84DAD6D-E87F-4D7F-A8C1-397E15F30DD1}"/>
              </a:ext>
            </a:extLst>
          </p:cNvPr>
          <p:cNvGrpSpPr>
            <a:grpSpLocks/>
          </p:cNvGrpSpPr>
          <p:nvPr/>
        </p:nvGrpSpPr>
        <p:grpSpPr bwMode="auto">
          <a:xfrm>
            <a:off x="1447743" y="4787562"/>
            <a:ext cx="4481571" cy="1784688"/>
            <a:chOff x="1804910" y="4859009"/>
            <a:chExt cx="4481602" cy="1784701"/>
          </a:xfrm>
        </p:grpSpPr>
        <p:cxnSp>
          <p:nvCxnSpPr>
            <p:cNvPr id="14" name="直接箭头连接符 13">
              <a:extLst>
                <a:ext uri="{FF2B5EF4-FFF2-40B4-BE49-F238E27FC236}">
                  <a16:creationId xmlns:a16="http://schemas.microsoft.com/office/drawing/2014/main" id="{28AF8792-C05E-4BAC-B3B2-4764F8B6D0B3}"/>
                </a:ext>
              </a:extLst>
            </p:cNvPr>
            <p:cNvCxnSpPr/>
            <p:nvPr/>
          </p:nvCxnSpPr>
          <p:spPr>
            <a:xfrm>
              <a:off x="2000232" y="5286388"/>
              <a:ext cx="1071569"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057" name="Object 7">
                  <a:extLst>
                    <a:ext uri="{FF2B5EF4-FFF2-40B4-BE49-F238E27FC236}">
                      <a16:creationId xmlns:a16="http://schemas.microsoft.com/office/drawing/2014/main" id="{894CCC33-3786-4920-B0FC-EA0D8ECD33B1}"/>
                    </a:ext>
                  </a:extLst>
                </p:cNvPr>
                <p:cNvGraphicFramePr>
                  <a:graphicFrameLocks noChangeAspect="1"/>
                </p:cNvGraphicFramePr>
                <p:nvPr/>
              </p:nvGraphicFramePr>
              <p:xfrm>
                <a:off x="3000364" y="5016402"/>
                <a:ext cx="496888" cy="534987"/>
              </p:xfrm>
              <a:graphic>
                <a:graphicData uri="http://schemas.openxmlformats.org/presentationml/2006/ole">
                  <mc:AlternateContent>
                    <mc:Choice xmlns:v="urn:schemas-microsoft-com:vml" Requires="v">
                      <p:oleObj spid="_x0000_s39122" name="Equation" r:id="rId7" imgW="164880" imgH="177480" progId="Equation.DSMT4">
                        <p:embed/>
                      </p:oleObj>
                    </mc:Choice>
                    <mc:Fallback>
                      <p:oleObj name="Equation" r:id="rId7" imgW="164880" imgH="177480" progId="Equation.DSMT4">
                        <p:embed/>
                        <p:pic>
                          <p:nvPicPr>
                            <p:cNvPr id="2057" name="Object 7">
                              <a:extLst>
                                <a:ext uri="{FF2B5EF4-FFF2-40B4-BE49-F238E27FC236}">
                                  <a16:creationId xmlns:a16="http://schemas.microsoft.com/office/drawing/2014/main" id="{894CCC33-3786-4920-B0FC-EA0D8ECD33B1}"/>
                                </a:ext>
                              </a:extLst>
                            </p:cNvPr>
                            <p:cNvPicPr>
                              <a:picLocks noChangeAspect="1" noChangeArrowheads="1"/>
                            </p:cNvPicPr>
                            <p:nvPr/>
                          </p:nvPicPr>
                          <p:blipFill>
                            <a:blip r:embed="rId8">
                              <a:extLst>
                                <a:ext uri="{28A0092B-C50C-407E-A947-70E740481C1C}">
                                  <a14:useLocalDpi val="0"/>
                                </a:ext>
                              </a:extLst>
                            </a:blip>
                            <a:srcRect/>
                            <a:stretch>
                              <a:fillRect/>
                            </a:stretch>
                          </p:blipFill>
                          <p:spPr bwMode="auto">
                            <a:xfrm>
                              <a:off x="3000364" y="5016402"/>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057" name="Object 7">
                  <a:extLst>
                    <a:ext uri="{FF2B5EF4-FFF2-40B4-BE49-F238E27FC236}">
                      <a16:creationId xmlns:a16="http://schemas.microsoft.com/office/drawing/2014/main" id="{894CCC33-3786-4920-B0FC-EA0D8ECD33B1}"/>
                    </a:ext>
                  </a:extLst>
                </p:cNvPr>
                <p:cNvGraphicFramePr>
                  <a:graphicFrameLocks noChangeAspect="1"/>
                </p:cNvGraphicFramePr>
                <p:nvPr/>
              </p:nvGraphicFramePr>
              <p:xfrm>
                <a:off x="3000364" y="5016402"/>
                <a:ext cx="496888" cy="534987"/>
              </p:xfrm>
              <a:graphic>
                <a:graphicData uri="http://schemas.openxmlformats.org/presentationml/2006/ole">
                  <mc:AlternateContent>
                    <mc:Choice xmlns:v="urn:schemas-microsoft-com:vml" Requires="v">
                      <p:oleObj name="Equation" r:id="rId9" imgW="164880" imgH="177480" progId="Equation.DSMT4">
                        <p:embed/>
                      </p:oleObj>
                    </mc:Choice>
                    <mc:Fallback>
                      <p:oleObj name="Equation" r:id="rId9" imgW="164880" imgH="177480" progId="Equation.DSMT4">
                        <p:embed/>
                        <p:pic>
                          <p:nvPicPr>
                            <p:cNvPr id="2057" name="Object 7">
                              <a:extLst>
                                <a:ext uri="{FF2B5EF4-FFF2-40B4-BE49-F238E27FC236}">
                                  <a16:creationId xmlns:a16="http://schemas.microsoft.com/office/drawing/2014/main" id="{894CCC33-3786-4920-B0FC-EA0D8ECD33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00364" y="5016402"/>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2077" name="组合 31">
              <a:extLst>
                <a:ext uri="{FF2B5EF4-FFF2-40B4-BE49-F238E27FC236}">
                  <a16:creationId xmlns:a16="http://schemas.microsoft.com/office/drawing/2014/main" id="{7905AB12-597D-4DD0-B11B-693629D0826D}"/>
                </a:ext>
              </a:extLst>
            </p:cNvPr>
            <p:cNvGrpSpPr>
              <a:grpSpLocks/>
            </p:cNvGrpSpPr>
            <p:nvPr/>
          </p:nvGrpSpPr>
          <p:grpSpPr bwMode="auto">
            <a:xfrm>
              <a:off x="4071933" y="4929198"/>
              <a:ext cx="642942" cy="714380"/>
              <a:chOff x="4357685" y="5000636"/>
              <a:chExt cx="642942" cy="714380"/>
            </a:xfrm>
          </p:grpSpPr>
          <mc:AlternateContent xmlns:mc="http://schemas.openxmlformats.org/markup-compatibility/2006" xmlns:a14="http://schemas.microsoft.com/office/drawing/2010/main">
            <mc:Choice Requires="a14">
              <p:sp>
                <p:nvSpPr>
                  <p:cNvPr id="2060" name="Object 8">
                    <a:extLst>
                      <a:ext uri="{FF2B5EF4-FFF2-40B4-BE49-F238E27FC236}">
                        <a16:creationId xmlns:a16="http://schemas.microsoft.com/office/drawing/2014/main" id="{05693EFE-3F95-413C-B2FD-3012EF5946EB}"/>
                      </a:ext>
                    </a:extLst>
                  </p:cNvPr>
                  <p:cNvSpPr txBox="1"/>
                  <p:nvPr/>
                </p:nvSpPr>
                <p:spPr bwMode="auto">
                  <a:xfrm>
                    <a:off x="4517183" y="5019983"/>
                    <a:ext cx="328774" cy="670701"/>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60" name="Object 8">
                    <a:extLst>
                      <a:ext uri="{FF2B5EF4-FFF2-40B4-BE49-F238E27FC236}">
                        <a16:creationId xmlns:a16="http://schemas.microsoft.com/office/drawing/2014/main" id="{05693EFE-3F95-413C-B2FD-3012EF5946EB}"/>
                      </a:ext>
                    </a:extLst>
                  </p:cNvPr>
                  <p:cNvSpPr txBox="1">
                    <a:spLocks noRot="1" noChangeAspect="1" noMove="1" noResize="1" noEditPoints="1" noAdjustHandles="1" noChangeArrowheads="1" noChangeShapeType="1" noTextEdit="1"/>
                  </p:cNvSpPr>
                  <p:nvPr/>
                </p:nvSpPr>
                <p:spPr bwMode="auto">
                  <a:xfrm>
                    <a:off x="4517183" y="5019983"/>
                    <a:ext cx="328774" cy="670701"/>
                  </a:xfrm>
                  <a:prstGeom prst="rect">
                    <a:avLst/>
                  </a:prstGeom>
                  <a:blipFill>
                    <a:blip r:embed="rId11"/>
                    <a:stretch>
                      <a:fillRect/>
                    </a:stretch>
                  </a:blipFill>
                  <a:ln>
                    <a:noFill/>
                  </a:ln>
                  <a:effectLst/>
                </p:spPr>
                <p:txBody>
                  <a:bodyPr/>
                  <a:lstStyle/>
                  <a:p>
                    <a:r>
                      <a:rPr lang="en-US">
                        <a:noFill/>
                      </a:rPr>
                      <a:t> </a:t>
                    </a:r>
                  </a:p>
                </p:txBody>
              </p:sp>
            </mc:Fallback>
          </mc:AlternateContent>
          <p:sp>
            <p:nvSpPr>
              <p:cNvPr id="30" name="矩形 29">
                <a:extLst>
                  <a:ext uri="{FF2B5EF4-FFF2-40B4-BE49-F238E27FC236}">
                    <a16:creationId xmlns:a16="http://schemas.microsoft.com/office/drawing/2014/main" id="{1B2F870E-7DCF-431D-9972-119AA2271F02}"/>
                  </a:ext>
                </a:extLst>
              </p:cNvPr>
              <p:cNvSpPr/>
              <p:nvPr/>
            </p:nvSpPr>
            <p:spPr>
              <a:xfrm>
                <a:off x="4357685" y="5000636"/>
                <a:ext cx="642942"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2078" name="组合 32">
              <a:extLst>
                <a:ext uri="{FF2B5EF4-FFF2-40B4-BE49-F238E27FC236}">
                  <a16:creationId xmlns:a16="http://schemas.microsoft.com/office/drawing/2014/main" id="{408BF26A-ABD8-4DB2-A37D-87DA3BD39135}"/>
                </a:ext>
              </a:extLst>
            </p:cNvPr>
            <p:cNvGrpSpPr>
              <a:grpSpLocks/>
            </p:cNvGrpSpPr>
            <p:nvPr/>
          </p:nvGrpSpPr>
          <p:grpSpPr bwMode="auto">
            <a:xfrm>
              <a:off x="4071933" y="5929330"/>
              <a:ext cx="642942" cy="714380"/>
              <a:chOff x="4494319" y="6119504"/>
              <a:chExt cx="642942" cy="714380"/>
            </a:xfrm>
          </p:grpSpPr>
          <p:sp>
            <p:nvSpPr>
              <p:cNvPr id="2086" name="TextBox 26">
                <a:extLst>
                  <a:ext uri="{FF2B5EF4-FFF2-40B4-BE49-F238E27FC236}">
                    <a16:creationId xmlns:a16="http://schemas.microsoft.com/office/drawing/2014/main" id="{69BB6024-9769-46FE-9474-EFEDD21EA00E}"/>
                  </a:ext>
                </a:extLst>
              </p:cNvPr>
              <p:cNvSpPr txBox="1">
                <a:spLocks noChangeArrowheads="1"/>
              </p:cNvSpPr>
              <p:nvPr/>
            </p:nvSpPr>
            <p:spPr bwMode="auto">
              <a:xfrm>
                <a:off x="4565769" y="6276637"/>
                <a:ext cx="457179" cy="4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矩形 27">
                <a:extLst>
                  <a:ext uri="{FF2B5EF4-FFF2-40B4-BE49-F238E27FC236}">
                    <a16:creationId xmlns:a16="http://schemas.microsoft.com/office/drawing/2014/main" id="{E612BB1F-73F9-443B-9AD6-AE84DCA02EB8}"/>
                  </a:ext>
                </a:extLst>
              </p:cNvPr>
              <p:cNvSpPr/>
              <p:nvPr/>
            </p:nvSpPr>
            <p:spPr>
              <a:xfrm>
                <a:off x="4494319" y="6119504"/>
                <a:ext cx="642942"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8" name="直接箭头连接符 17">
              <a:extLst>
                <a:ext uri="{FF2B5EF4-FFF2-40B4-BE49-F238E27FC236}">
                  <a16:creationId xmlns:a16="http://schemas.microsoft.com/office/drawing/2014/main" id="{27A78CD6-00C1-4EAE-97AE-84C7EE3F35D3}"/>
                </a:ext>
              </a:extLst>
            </p:cNvPr>
            <p:cNvCxnSpPr/>
            <p:nvPr/>
          </p:nvCxnSpPr>
          <p:spPr>
            <a:xfrm>
              <a:off x="4714876" y="5286388"/>
              <a:ext cx="1571636" cy="1587"/>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2087107-0AF5-40F2-97BF-A418E0DBD098}"/>
                </a:ext>
              </a:extLst>
            </p:cNvPr>
            <p:cNvCxnSpPr/>
            <p:nvPr/>
          </p:nvCxnSpPr>
          <p:spPr>
            <a:xfrm>
              <a:off x="3351203" y="5286388"/>
              <a:ext cx="72073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54156E8-B256-468C-98E4-A2AF18D3D308}"/>
                </a:ext>
              </a:extLst>
            </p:cNvPr>
            <p:cNvCxnSpPr>
              <a:cxnSpLocks/>
            </p:cNvCxnSpPr>
            <p:nvPr/>
          </p:nvCxnSpPr>
          <p:spPr>
            <a:xfrm rot="5400000">
              <a:off x="4929189" y="5786454"/>
              <a:ext cx="1000132"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CD539E6D-C6E4-43D4-8EA1-340983693BC9}"/>
                </a:ext>
              </a:extLst>
            </p:cNvPr>
            <p:cNvCxnSpPr>
              <a:cxnSpLocks/>
            </p:cNvCxnSpPr>
            <p:nvPr/>
          </p:nvCxnSpPr>
          <p:spPr>
            <a:xfrm rot="10800000">
              <a:off x="4714876" y="6286520"/>
              <a:ext cx="71438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5A53B86-7963-4429-8057-51FFBCFD710E}"/>
                </a:ext>
              </a:extLst>
            </p:cNvPr>
            <p:cNvCxnSpPr>
              <a:cxnSpLocks/>
            </p:cNvCxnSpPr>
            <p:nvPr/>
          </p:nvCxnSpPr>
          <p:spPr>
            <a:xfrm rot="10800000">
              <a:off x="3214677" y="6286520"/>
              <a:ext cx="857256"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27ECEE4E-8D02-4D49-A854-DE71F419D516}"/>
                </a:ext>
              </a:extLst>
            </p:cNvPr>
            <p:cNvCxnSpPr>
              <a:cxnSpLocks/>
            </p:cNvCxnSpPr>
            <p:nvPr/>
          </p:nvCxnSpPr>
          <p:spPr>
            <a:xfrm rot="5400000" flipH="1" flipV="1">
              <a:off x="2786050" y="5857891"/>
              <a:ext cx="857256" cy="31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8" name="Object 9">
                  <a:extLst>
                    <a:ext uri="{FF2B5EF4-FFF2-40B4-BE49-F238E27FC236}">
                      <a16:creationId xmlns:a16="http://schemas.microsoft.com/office/drawing/2014/main" id="{E3D69300-B980-4C86-8A79-420DE4A84CF0}"/>
                    </a:ext>
                  </a:extLst>
                </p:cNvPr>
                <p:cNvSpPr txBox="1"/>
                <p:nvPr/>
              </p:nvSpPr>
              <p:spPr bwMode="auto">
                <a:xfrm>
                  <a:off x="1804910" y="4859009"/>
                  <a:ext cx="614475" cy="40481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58" name="Object 9">
                  <a:extLst>
                    <a:ext uri="{FF2B5EF4-FFF2-40B4-BE49-F238E27FC236}">
                      <a16:creationId xmlns:a16="http://schemas.microsoft.com/office/drawing/2014/main" id="{E3D69300-B980-4C86-8A79-420DE4A84CF0}"/>
                    </a:ext>
                  </a:extLst>
                </p:cNvPr>
                <p:cNvSpPr txBox="1">
                  <a:spLocks noRot="1" noChangeAspect="1" noMove="1" noResize="1" noEditPoints="1" noAdjustHandles="1" noChangeArrowheads="1" noChangeShapeType="1" noTextEdit="1"/>
                </p:cNvSpPr>
                <p:nvPr/>
              </p:nvSpPr>
              <p:spPr bwMode="auto">
                <a:xfrm>
                  <a:off x="1804910" y="4859009"/>
                  <a:ext cx="614475" cy="404812"/>
                </a:xfrm>
                <a:prstGeom prst="rect">
                  <a:avLst/>
                </a:prstGeom>
                <a:blipFill>
                  <a:blip r:embed="rId12"/>
                  <a:stretch>
                    <a:fillRect r="-8911" b="-16418"/>
                  </a:stretch>
                </a:blipFill>
                <a:ln>
                  <a:noFill/>
                </a:ln>
                <a:effectLst/>
              </p:spPr>
              <p:txBody>
                <a:bodyPr/>
                <a:lstStyle/>
                <a:p>
                  <a:r>
                    <a:rPr lang="en-US">
                      <a:noFill/>
                    </a:rPr>
                    <a:t> </a:t>
                  </a:r>
                </a:p>
              </p:txBody>
            </p:sp>
          </mc:Fallback>
        </mc:AlternateContent>
        <p:sp>
          <p:nvSpPr>
            <p:cNvPr id="26" name="椭圆 25">
              <a:extLst>
                <a:ext uri="{FF2B5EF4-FFF2-40B4-BE49-F238E27FC236}">
                  <a16:creationId xmlns:a16="http://schemas.microsoft.com/office/drawing/2014/main" id="{32E560A6-1AA4-46D9-8340-4305B8B448AE}"/>
                </a:ext>
              </a:extLst>
            </p:cNvPr>
            <p:cNvSpPr/>
            <p:nvPr/>
          </p:nvSpPr>
          <p:spPr>
            <a:xfrm>
              <a:off x="5389568" y="5260988"/>
              <a:ext cx="71439" cy="714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50">
            <a:extLst>
              <a:ext uri="{FF2B5EF4-FFF2-40B4-BE49-F238E27FC236}">
                <a16:creationId xmlns:a16="http://schemas.microsoft.com/office/drawing/2014/main" id="{745C51EC-8E57-4BA3-AF8A-12367554A470}"/>
              </a:ext>
            </a:extLst>
          </p:cNvPr>
          <p:cNvGrpSpPr>
            <a:grpSpLocks/>
          </p:cNvGrpSpPr>
          <p:nvPr/>
        </p:nvGrpSpPr>
        <p:grpSpPr bwMode="auto">
          <a:xfrm>
            <a:off x="3271838" y="3322638"/>
            <a:ext cx="4456010" cy="1893887"/>
            <a:chOff x="3499636" y="3108327"/>
            <a:chExt cx="4456804" cy="1893103"/>
          </a:xfrm>
        </p:grpSpPr>
        <p:cxnSp>
          <p:nvCxnSpPr>
            <p:cNvPr id="33" name="直接箭头连接符 32">
              <a:extLst>
                <a:ext uri="{FF2B5EF4-FFF2-40B4-BE49-F238E27FC236}">
                  <a16:creationId xmlns:a16="http://schemas.microsoft.com/office/drawing/2014/main" id="{61AF101E-53D0-47BC-9064-52A12AB944EA}"/>
                </a:ext>
              </a:extLst>
            </p:cNvPr>
            <p:cNvCxnSpPr/>
            <p:nvPr/>
          </p:nvCxnSpPr>
          <p:spPr>
            <a:xfrm rot="5400000" flipH="1" flipV="1">
              <a:off x="5900512" y="4750708"/>
              <a:ext cx="499855"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069" name="组合 35">
              <a:extLst>
                <a:ext uri="{FF2B5EF4-FFF2-40B4-BE49-F238E27FC236}">
                  <a16:creationId xmlns:a16="http://schemas.microsoft.com/office/drawing/2014/main" id="{7F6D0402-B6DC-462F-9ACC-A56759AE317D}"/>
                </a:ext>
              </a:extLst>
            </p:cNvPr>
            <p:cNvGrpSpPr>
              <a:grpSpLocks/>
            </p:cNvGrpSpPr>
            <p:nvPr/>
          </p:nvGrpSpPr>
          <p:grpSpPr bwMode="auto">
            <a:xfrm>
              <a:off x="5833677" y="3928724"/>
              <a:ext cx="643052" cy="571263"/>
              <a:chOff x="7072817" y="4428800"/>
              <a:chExt cx="643052" cy="571263"/>
            </a:xfrm>
          </p:grpSpPr>
          <p:sp>
            <p:nvSpPr>
              <p:cNvPr id="34" name="矩形 33">
                <a:extLst>
                  <a:ext uri="{FF2B5EF4-FFF2-40B4-BE49-F238E27FC236}">
                    <a16:creationId xmlns:a16="http://schemas.microsoft.com/office/drawing/2014/main" id="{A05B999E-C464-4BC2-B13F-4127B0647ADC}"/>
                  </a:ext>
                </a:extLst>
              </p:cNvPr>
              <p:cNvSpPr/>
              <p:nvPr/>
            </p:nvSpPr>
            <p:spPr>
              <a:xfrm>
                <a:off x="7072817" y="4428800"/>
                <a:ext cx="643052" cy="57126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75" name="TextBox 34">
                <a:extLst>
                  <a:ext uri="{FF2B5EF4-FFF2-40B4-BE49-F238E27FC236}">
                    <a16:creationId xmlns:a16="http://schemas.microsoft.com/office/drawing/2014/main" id="{DF313C78-0DAF-4A38-A741-9924D8E5E5C9}"/>
                  </a:ext>
                </a:extLst>
              </p:cNvPr>
              <p:cNvSpPr txBox="1">
                <a:spLocks noChangeArrowheads="1"/>
              </p:cNvSpPr>
              <p:nvPr/>
            </p:nvSpPr>
            <p:spPr bwMode="auto">
              <a:xfrm>
                <a:off x="7249292" y="4514459"/>
                <a:ext cx="312962" cy="39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38" name="直接箭头连接符 37">
              <a:extLst>
                <a:ext uri="{FF2B5EF4-FFF2-40B4-BE49-F238E27FC236}">
                  <a16:creationId xmlns:a16="http://schemas.microsoft.com/office/drawing/2014/main" id="{6C860FF2-EA6E-45D5-89DD-F812F36DFE13}"/>
                </a:ext>
              </a:extLst>
            </p:cNvPr>
            <p:cNvCxnSpPr/>
            <p:nvPr/>
          </p:nvCxnSpPr>
          <p:spPr>
            <a:xfrm rot="5400000" flipH="1" flipV="1">
              <a:off x="5941773" y="3712913"/>
              <a:ext cx="428448" cy="31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054" name="Object 11">
                  <a:extLst>
                    <a:ext uri="{FF2B5EF4-FFF2-40B4-BE49-F238E27FC236}">
                      <a16:creationId xmlns:a16="http://schemas.microsoft.com/office/drawing/2014/main" id="{CE28291F-2C7B-43BE-B4B5-A0236BC2E784}"/>
                    </a:ext>
                  </a:extLst>
                </p:cNvPr>
                <p:cNvGraphicFramePr>
                  <a:graphicFrameLocks noChangeAspect="1"/>
                </p:cNvGraphicFramePr>
                <p:nvPr/>
              </p:nvGraphicFramePr>
              <p:xfrm>
                <a:off x="5927786" y="3108327"/>
                <a:ext cx="496888" cy="534987"/>
              </p:xfrm>
              <a:graphic>
                <a:graphicData uri="http://schemas.openxmlformats.org/presentationml/2006/ole">
                  <mc:AlternateContent>
                    <mc:Choice xmlns:v="urn:schemas-microsoft-com:vml" Requires="v">
                      <p:oleObj spid="_x0000_s39123" name="Equation" r:id="rId13" imgW="164880" imgH="177480" progId="Equation.DSMT4">
                        <p:embed/>
                      </p:oleObj>
                    </mc:Choice>
                    <mc:Fallback>
                      <p:oleObj name="Equation" r:id="rId13" imgW="164880" imgH="177480" progId="Equation.DSMT4">
                        <p:embed/>
                        <p:pic>
                          <p:nvPicPr>
                            <p:cNvPr id="2054" name="Object 11">
                              <a:extLst>
                                <a:ext uri="{FF2B5EF4-FFF2-40B4-BE49-F238E27FC236}">
                                  <a16:creationId xmlns:a16="http://schemas.microsoft.com/office/drawing/2014/main" id="{CE28291F-2C7B-43BE-B4B5-A0236BC2E784}"/>
                                </a:ext>
                              </a:extLst>
                            </p:cNvPr>
                            <p:cNvPicPr>
                              <a:picLocks noChangeAspect="1" noChangeArrowheads="1"/>
                            </p:cNvPicPr>
                            <p:nvPr/>
                          </p:nvPicPr>
                          <p:blipFill>
                            <a:blip r:embed="rId8">
                              <a:extLst>
                                <a:ext uri="{28A0092B-C50C-407E-A947-70E740481C1C}">
                                  <a14:useLocalDpi val="0"/>
                                </a:ext>
                              </a:extLst>
                            </a:blip>
                            <a:srcRect/>
                            <a:stretch>
                              <a:fillRect/>
                            </a:stretch>
                          </p:blipFill>
                          <p:spPr bwMode="auto">
                            <a:xfrm>
                              <a:off x="5927786" y="3108327"/>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054" name="Object 11">
                  <a:extLst>
                    <a:ext uri="{FF2B5EF4-FFF2-40B4-BE49-F238E27FC236}">
                      <a16:creationId xmlns:a16="http://schemas.microsoft.com/office/drawing/2014/main" id="{CE28291F-2C7B-43BE-B4B5-A0236BC2E784}"/>
                    </a:ext>
                  </a:extLst>
                </p:cNvPr>
                <p:cNvGraphicFramePr>
                  <a:graphicFrameLocks noChangeAspect="1"/>
                </p:cNvGraphicFramePr>
                <p:nvPr/>
              </p:nvGraphicFramePr>
              <p:xfrm>
                <a:off x="5927786" y="3108327"/>
                <a:ext cx="496888" cy="534987"/>
              </p:xfrm>
              <a:graphic>
                <a:graphicData uri="http://schemas.openxmlformats.org/presentationml/2006/ole">
                  <mc:AlternateContent>
                    <mc:Choice xmlns:v="urn:schemas-microsoft-com:vml" Requires="v">
                      <p:oleObj name="Equation" r:id="rId14" imgW="164880" imgH="177480" progId="Equation.DSMT4">
                        <p:embed/>
                      </p:oleObj>
                    </mc:Choice>
                    <mc:Fallback>
                      <p:oleObj name="Equation" r:id="rId14" imgW="164880" imgH="177480" progId="Equation.DSMT4">
                        <p:embed/>
                        <p:pic>
                          <p:nvPicPr>
                            <p:cNvPr id="2054" name="Object 11">
                              <a:extLst>
                                <a:ext uri="{FF2B5EF4-FFF2-40B4-BE49-F238E27FC236}">
                                  <a16:creationId xmlns:a16="http://schemas.microsoft.com/office/drawing/2014/main" id="{CE28291F-2C7B-43BE-B4B5-A0236BC2E78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27786" y="3108327"/>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cxnSp>
          <p:nvCxnSpPr>
            <p:cNvPr id="43" name="直接连接符 42">
              <a:extLst>
                <a:ext uri="{FF2B5EF4-FFF2-40B4-BE49-F238E27FC236}">
                  <a16:creationId xmlns:a16="http://schemas.microsoft.com/office/drawing/2014/main" id="{1AE7B31C-736C-48B5-A53A-040970F41778}"/>
                </a:ext>
              </a:extLst>
            </p:cNvPr>
            <p:cNvCxnSpPr/>
            <p:nvPr/>
          </p:nvCxnSpPr>
          <p:spPr>
            <a:xfrm rot="5400000" flipH="1" flipV="1">
              <a:off x="2679239" y="4179445"/>
              <a:ext cx="1642382"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33BABE06-F3F4-494E-BF7F-A6E9157F1FB2}"/>
                </a:ext>
              </a:extLst>
            </p:cNvPr>
            <p:cNvCxnSpPr/>
            <p:nvPr/>
          </p:nvCxnSpPr>
          <p:spPr>
            <a:xfrm>
              <a:off x="3501223" y="3357461"/>
              <a:ext cx="249917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D251E747-5FEB-4295-AF05-762A008F1849}"/>
                </a:ext>
              </a:extLst>
            </p:cNvPr>
            <p:cNvCxnSpPr/>
            <p:nvPr/>
          </p:nvCxnSpPr>
          <p:spPr>
            <a:xfrm>
              <a:off x="6302072" y="3373329"/>
              <a:ext cx="1071754"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5" name="Object 12">
                  <a:extLst>
                    <a:ext uri="{FF2B5EF4-FFF2-40B4-BE49-F238E27FC236}">
                      <a16:creationId xmlns:a16="http://schemas.microsoft.com/office/drawing/2014/main" id="{D9A17AA4-AA03-4554-805D-6E4F70FFFD89}"/>
                    </a:ext>
                  </a:extLst>
                </p:cNvPr>
                <p:cNvSpPr txBox="1"/>
                <p:nvPr/>
              </p:nvSpPr>
              <p:spPr bwMode="auto">
                <a:xfrm>
                  <a:off x="7373827" y="3122398"/>
                  <a:ext cx="582613" cy="4048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055" name="Object 12">
                  <a:extLst>
                    <a:ext uri="{FF2B5EF4-FFF2-40B4-BE49-F238E27FC236}">
                      <a16:creationId xmlns:a16="http://schemas.microsoft.com/office/drawing/2014/main" id="{D9A17AA4-AA03-4554-805D-6E4F70FFFD89}"/>
                    </a:ext>
                  </a:extLst>
                </p:cNvPr>
                <p:cNvSpPr txBox="1">
                  <a:spLocks noRot="1" noChangeAspect="1" noMove="1" noResize="1" noEditPoints="1" noAdjustHandles="1" noChangeArrowheads="1" noChangeShapeType="1" noTextEdit="1"/>
                </p:cNvSpPr>
                <p:nvPr/>
              </p:nvSpPr>
              <p:spPr bwMode="auto">
                <a:xfrm>
                  <a:off x="7373827" y="3122398"/>
                  <a:ext cx="582613" cy="404813"/>
                </a:xfrm>
                <a:prstGeom prst="rect">
                  <a:avLst/>
                </a:prstGeom>
                <a:blipFill>
                  <a:blip r:embed="rId15"/>
                  <a:stretch>
                    <a:fillRect r="-15625" b="-16418"/>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1" name="Object 18">
                <a:extLst>
                  <a:ext uri="{FF2B5EF4-FFF2-40B4-BE49-F238E27FC236}">
                    <a16:creationId xmlns:a16="http://schemas.microsoft.com/office/drawing/2014/main" id="{6542D62D-A338-40C6-A071-D7CF162010AC}"/>
                  </a:ext>
                </a:extLst>
              </p:cNvPr>
              <p:cNvSpPr txBox="1"/>
              <p:nvPr/>
            </p:nvSpPr>
            <p:spPr bwMode="auto">
              <a:xfrm>
                <a:off x="2964659" y="5246614"/>
                <a:ext cx="661939" cy="36933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𝑠𝑍</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1" name="Object 18">
                <a:extLst>
                  <a:ext uri="{FF2B5EF4-FFF2-40B4-BE49-F238E27FC236}">
                    <a16:creationId xmlns:a16="http://schemas.microsoft.com/office/drawing/2014/main" id="{6542D62D-A338-40C6-A071-D7CF162010AC}"/>
                  </a:ext>
                </a:extLst>
              </p:cNvPr>
              <p:cNvSpPr txBox="1">
                <a:spLocks noRot="1" noChangeAspect="1" noMove="1" noResize="1" noEditPoints="1" noAdjustHandles="1" noChangeArrowheads="1" noChangeShapeType="1" noTextEdit="1"/>
              </p:cNvSpPr>
              <p:nvPr/>
            </p:nvSpPr>
            <p:spPr bwMode="auto">
              <a:xfrm>
                <a:off x="2964659" y="5246614"/>
                <a:ext cx="661939" cy="369332"/>
              </a:xfrm>
              <a:prstGeom prst="rect">
                <a:avLst/>
              </a:prstGeom>
              <a:blipFill>
                <a:blip r:embed="rId16"/>
                <a:stretch>
                  <a:fillRect r="-13761" b="-15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18">
                <a:extLst>
                  <a:ext uri="{FF2B5EF4-FFF2-40B4-BE49-F238E27FC236}">
                    <a16:creationId xmlns:a16="http://schemas.microsoft.com/office/drawing/2014/main" id="{C99B9972-E9AF-4F85-955A-F82FBA69E673}"/>
                  </a:ext>
                </a:extLst>
              </p:cNvPr>
              <p:cNvSpPr txBox="1"/>
              <p:nvPr/>
            </p:nvSpPr>
            <p:spPr bwMode="auto">
              <a:xfrm>
                <a:off x="5068095" y="5241925"/>
                <a:ext cx="616607" cy="36933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2" name="Object 18">
                <a:extLst>
                  <a:ext uri="{FF2B5EF4-FFF2-40B4-BE49-F238E27FC236}">
                    <a16:creationId xmlns:a16="http://schemas.microsoft.com/office/drawing/2014/main" id="{C99B9972-E9AF-4F85-955A-F82FBA69E673}"/>
                  </a:ext>
                </a:extLst>
              </p:cNvPr>
              <p:cNvSpPr txBox="1">
                <a:spLocks noRot="1" noChangeAspect="1" noMove="1" noResize="1" noEditPoints="1" noAdjustHandles="1" noChangeArrowheads="1" noChangeShapeType="1" noTextEdit="1"/>
              </p:cNvSpPr>
              <p:nvPr/>
            </p:nvSpPr>
            <p:spPr bwMode="auto">
              <a:xfrm>
                <a:off x="5068095" y="5241925"/>
                <a:ext cx="616607" cy="369332"/>
              </a:xfrm>
              <a:prstGeom prst="rect">
                <a:avLst/>
              </a:prstGeom>
              <a:blipFill>
                <a:blip r:embed="rId17"/>
                <a:stretch>
                  <a:fillRect r="-3922" b="-15000"/>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A82B635-EAD5-4F6F-B35C-C9FC8636370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9C09248-39B5-4D72-969E-22A09FF1102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6" name="内容占位符 2">
            <a:extLst>
              <a:ext uri="{FF2B5EF4-FFF2-40B4-BE49-F238E27FC236}">
                <a16:creationId xmlns:a16="http://schemas.microsoft.com/office/drawing/2014/main" id="{6939C428-A6B9-410A-89A9-AC5A4CCAE0F6}"/>
              </a:ext>
            </a:extLst>
          </p:cNvPr>
          <p:cNvSpPr>
            <a:spLocks noGrp="1"/>
          </p:cNvSpPr>
          <p:nvPr>
            <p:ph idx="4294967295"/>
          </p:nvPr>
        </p:nvSpPr>
        <p:spPr>
          <a:xfrm>
            <a:off x="382588" y="428625"/>
            <a:ext cx="8229600" cy="571500"/>
          </a:xfrm>
        </p:spPr>
        <p:txBody>
          <a:bodyPr/>
          <a:lstStyle/>
          <a:p>
            <a:r>
              <a:rPr lang="zh-CN" altLang="en-US" sz="2800" dirty="0">
                <a:solidFill>
                  <a:srgbClr val="0000FF"/>
                </a:solidFill>
                <a:latin typeface="Times New Roman" panose="02020603050405020304" pitchFamily="18" charset="0"/>
                <a:ea typeface="华文楷体" panose="02010600040101010101" pitchFamily="2" charset="-122"/>
              </a:rPr>
              <a:t>例</a:t>
            </a:r>
            <a:r>
              <a:rPr lang="en-US" altLang="zh-CN" sz="2800" dirty="0">
                <a:solidFill>
                  <a:srgbClr val="0000FF"/>
                </a:solidFill>
                <a:latin typeface="Times New Roman" panose="02020603050405020304" pitchFamily="18" charset="0"/>
                <a:ea typeface="华文楷体" panose="02010600040101010101" pitchFamily="2" charset="-122"/>
              </a:rPr>
              <a:t>3</a:t>
            </a:r>
            <a:r>
              <a:rPr lang="en-US" altLang="zh-CN" sz="2800" dirty="0">
                <a:latin typeface="Times New Roman" panose="02020603050405020304" pitchFamily="18" charset="0"/>
                <a:ea typeface="华文楷体" panose="02010600040101010101" pitchFamily="2" charset="-122"/>
              </a:rPr>
              <a:t>. </a:t>
            </a:r>
            <a:r>
              <a:rPr lang="zh-CN" altLang="en-US" sz="2800" dirty="0">
                <a:latin typeface="Times New Roman" panose="02020603050405020304" pitchFamily="18" charset="0"/>
                <a:ea typeface="华文楷体" panose="02010600040101010101" pitchFamily="2" charset="-122"/>
              </a:rPr>
              <a:t>考虑二阶因果</a:t>
            </a:r>
            <a:r>
              <a:rPr lang="en-US" altLang="zh-CN" sz="2800" dirty="0">
                <a:latin typeface="Times New Roman" panose="02020603050405020304" pitchFamily="18" charset="0"/>
                <a:ea typeface="华文楷体" panose="02010600040101010101" pitchFamily="2" charset="-122"/>
              </a:rPr>
              <a:t>LTI</a:t>
            </a:r>
            <a:r>
              <a:rPr lang="zh-CN" altLang="en-US" sz="2800" dirty="0">
                <a:latin typeface="Times New Roman" panose="02020603050405020304" pitchFamily="18" charset="0"/>
                <a:ea typeface="华文楷体" panose="02010600040101010101" pitchFamily="2" charset="-122"/>
              </a:rPr>
              <a:t>系统</a:t>
            </a:r>
          </a:p>
        </p:txBody>
      </p:sp>
      <mc:AlternateContent xmlns:mc="http://schemas.openxmlformats.org/markup-compatibility/2006" xmlns:a14="http://schemas.microsoft.com/office/drawing/2010/main">
        <mc:Choice Requires="a14">
          <p:sp>
            <p:nvSpPr>
              <p:cNvPr id="3074" name="Object 2">
                <a:extLst>
                  <a:ext uri="{FF2B5EF4-FFF2-40B4-BE49-F238E27FC236}">
                    <a16:creationId xmlns:a16="http://schemas.microsoft.com/office/drawing/2014/main" id="{E97B23C2-45B6-47FD-9043-D16C7BAA46FD}"/>
                  </a:ext>
                </a:extLst>
              </p:cNvPr>
              <p:cNvSpPr txBox="1"/>
              <p:nvPr/>
            </p:nvSpPr>
            <p:spPr bwMode="auto">
              <a:xfrm>
                <a:off x="3175259" y="1007163"/>
                <a:ext cx="3195042"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74" name="Object 2">
                <a:extLst>
                  <a:ext uri="{FF2B5EF4-FFF2-40B4-BE49-F238E27FC236}">
                    <a16:creationId xmlns:a16="http://schemas.microsoft.com/office/drawing/2014/main" id="{E97B23C2-45B6-47FD-9043-D16C7BAA46FD}"/>
                  </a:ext>
                </a:extLst>
              </p:cNvPr>
              <p:cNvSpPr txBox="1">
                <a:spLocks noRot="1" noChangeAspect="1" noMove="1" noResize="1" noEditPoints="1" noAdjustHandles="1" noChangeArrowheads="1" noChangeShapeType="1" noTextEdit="1"/>
              </p:cNvSpPr>
              <p:nvPr/>
            </p:nvSpPr>
            <p:spPr bwMode="auto">
              <a:xfrm>
                <a:off x="3175259" y="1007163"/>
                <a:ext cx="3195042" cy="908967"/>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03942C81-79D7-430F-BF4E-0D10D3A9A8FE}"/>
                  </a:ext>
                </a:extLst>
              </p:cNvPr>
              <p:cNvSpPr txBox="1"/>
              <p:nvPr/>
            </p:nvSpPr>
            <p:spPr bwMode="auto">
              <a:xfrm>
                <a:off x="2450306" y="2722386"/>
                <a:ext cx="4243388" cy="956929"/>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 name="Object 3">
                <a:extLst>
                  <a:ext uri="{FF2B5EF4-FFF2-40B4-BE49-F238E27FC236}">
                    <a16:creationId xmlns:a16="http://schemas.microsoft.com/office/drawing/2014/main" id="{03942C81-79D7-430F-BF4E-0D10D3A9A8FE}"/>
                  </a:ext>
                </a:extLst>
              </p:cNvPr>
              <p:cNvSpPr txBox="1">
                <a:spLocks noRot="1" noChangeAspect="1" noMove="1" noResize="1" noEditPoints="1" noAdjustHandles="1" noChangeArrowheads="1" noChangeShapeType="1" noTextEdit="1"/>
              </p:cNvSpPr>
              <p:nvPr/>
            </p:nvSpPr>
            <p:spPr bwMode="auto">
              <a:xfrm>
                <a:off x="2450306" y="2722386"/>
                <a:ext cx="4243388" cy="956929"/>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4">
                <a:extLst>
                  <a:ext uri="{FF2B5EF4-FFF2-40B4-BE49-F238E27FC236}">
                    <a16:creationId xmlns:a16="http://schemas.microsoft.com/office/drawing/2014/main" id="{E8E69488-E8D5-43AF-913D-A9BC53787F75}"/>
                  </a:ext>
                </a:extLst>
              </p:cNvPr>
              <p:cNvSpPr txBox="1"/>
              <p:nvPr/>
            </p:nvSpPr>
            <p:spPr bwMode="auto">
              <a:xfrm>
                <a:off x="2173437" y="2147548"/>
                <a:ext cx="5211464"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 name="Object 4">
                <a:extLst>
                  <a:ext uri="{FF2B5EF4-FFF2-40B4-BE49-F238E27FC236}">
                    <a16:creationId xmlns:a16="http://schemas.microsoft.com/office/drawing/2014/main" id="{E8E69488-E8D5-43AF-913D-A9BC53787F75}"/>
                  </a:ext>
                </a:extLst>
              </p:cNvPr>
              <p:cNvSpPr txBox="1">
                <a:spLocks noRot="1" noChangeAspect="1" noMove="1" noResize="1" noEditPoints="1" noAdjustHandles="1" noChangeArrowheads="1" noChangeShapeType="1" noTextEdit="1"/>
              </p:cNvSpPr>
              <p:nvPr/>
            </p:nvSpPr>
            <p:spPr bwMode="auto">
              <a:xfrm>
                <a:off x="2173437" y="2147548"/>
                <a:ext cx="5211464" cy="523220"/>
              </a:xfrm>
              <a:prstGeom prst="rect">
                <a:avLst/>
              </a:prstGeom>
              <a:blipFill>
                <a:blip r:embed="rId5"/>
                <a:stretch>
                  <a:fillRect/>
                </a:stretch>
              </a:blipFill>
              <a:ln>
                <a:noFill/>
              </a:ln>
              <a:effectLst/>
            </p:spPr>
            <p:txBody>
              <a:bodyPr/>
              <a:lstStyle/>
              <a:p>
                <a:r>
                  <a:rPr lang="en-US">
                    <a:noFill/>
                  </a:rPr>
                  <a:t> </a:t>
                </a:r>
              </a:p>
            </p:txBody>
          </p:sp>
        </mc:Fallback>
      </mc:AlternateContent>
      <p:sp>
        <p:nvSpPr>
          <p:cNvPr id="9" name="TextBox 8">
            <a:extLst>
              <a:ext uri="{FF2B5EF4-FFF2-40B4-BE49-F238E27FC236}">
                <a16:creationId xmlns:a16="http://schemas.microsoft.com/office/drawing/2014/main" id="{C4CE5CBE-A2B1-483D-B0A6-DA1B1CBD3415}"/>
              </a:ext>
            </a:extLst>
          </p:cNvPr>
          <p:cNvSpPr txBox="1">
            <a:spLocks noChangeArrowheads="1"/>
          </p:cNvSpPr>
          <p:nvPr/>
        </p:nvSpPr>
        <p:spPr bwMode="auto">
          <a:xfrm>
            <a:off x="1241425" y="2921000"/>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或</a:t>
            </a:r>
          </a:p>
        </p:txBody>
      </p:sp>
      <p:sp>
        <p:nvSpPr>
          <p:cNvPr id="10" name="TextBox 9">
            <a:extLst>
              <a:ext uri="{FF2B5EF4-FFF2-40B4-BE49-F238E27FC236}">
                <a16:creationId xmlns:a16="http://schemas.microsoft.com/office/drawing/2014/main" id="{F9861E16-13C2-4FA4-9FA9-2932B3E52182}"/>
              </a:ext>
            </a:extLst>
          </p:cNvPr>
          <p:cNvSpPr txBox="1">
            <a:spLocks noChangeArrowheads="1"/>
          </p:cNvSpPr>
          <p:nvPr/>
        </p:nvSpPr>
        <p:spPr bwMode="auto">
          <a:xfrm>
            <a:off x="1241425" y="1571625"/>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即</a:t>
            </a:r>
          </a:p>
        </p:txBody>
      </p:sp>
      <p:grpSp>
        <p:nvGrpSpPr>
          <p:cNvPr id="2" name="组合 57">
            <a:extLst>
              <a:ext uri="{FF2B5EF4-FFF2-40B4-BE49-F238E27FC236}">
                <a16:creationId xmlns:a16="http://schemas.microsoft.com/office/drawing/2014/main" id="{F77599F7-D081-49F1-8F0B-C42A2888298B}"/>
              </a:ext>
            </a:extLst>
          </p:cNvPr>
          <p:cNvGrpSpPr>
            <a:grpSpLocks/>
          </p:cNvGrpSpPr>
          <p:nvPr/>
        </p:nvGrpSpPr>
        <p:grpSpPr bwMode="auto">
          <a:xfrm>
            <a:off x="2631608" y="3968814"/>
            <a:ext cx="5512340" cy="746073"/>
            <a:chOff x="2632337" y="3968808"/>
            <a:chExt cx="5511645" cy="746095"/>
          </a:xfrm>
        </p:grpSpPr>
        <mc:AlternateContent xmlns:mc="http://schemas.openxmlformats.org/markup-compatibility/2006" xmlns:a14="http://schemas.microsoft.com/office/drawing/2010/main">
          <mc:Choice Requires="a14">
            <p:sp>
              <p:nvSpPr>
                <p:cNvPr id="3080" name="Object 5">
                  <a:extLst>
                    <a:ext uri="{FF2B5EF4-FFF2-40B4-BE49-F238E27FC236}">
                      <a16:creationId xmlns:a16="http://schemas.microsoft.com/office/drawing/2014/main" id="{BEB0EC7A-69C0-4709-8D74-7E7907E9C457}"/>
                    </a:ext>
                  </a:extLst>
                </p:cNvPr>
                <p:cNvSpPr txBox="1"/>
                <p:nvPr/>
              </p:nvSpPr>
              <p:spPr bwMode="auto">
                <a:xfrm>
                  <a:off x="2632337" y="3968808"/>
                  <a:ext cx="783007" cy="36577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80" name="Object 5">
                  <a:extLst>
                    <a:ext uri="{FF2B5EF4-FFF2-40B4-BE49-F238E27FC236}">
                      <a16:creationId xmlns:a16="http://schemas.microsoft.com/office/drawing/2014/main" id="{BEB0EC7A-69C0-4709-8D74-7E7907E9C457}"/>
                    </a:ext>
                  </a:extLst>
                </p:cNvPr>
                <p:cNvSpPr txBox="1">
                  <a:spLocks noRot="1" noChangeAspect="1" noMove="1" noResize="1" noEditPoints="1" noAdjustHandles="1" noChangeArrowheads="1" noChangeShapeType="1" noTextEdit="1"/>
                </p:cNvSpPr>
                <p:nvPr/>
              </p:nvSpPr>
              <p:spPr bwMode="auto">
                <a:xfrm>
                  <a:off x="2632337" y="3968808"/>
                  <a:ext cx="783007" cy="365772"/>
                </a:xfrm>
                <a:prstGeom prst="rect">
                  <a:avLst/>
                </a:prstGeom>
                <a:blipFill>
                  <a:blip r:embed="rId6"/>
                  <a:stretch>
                    <a:fillRect r="-11719" b="-16667"/>
                  </a:stretch>
                </a:blipFill>
                <a:ln>
                  <a:noFill/>
                </a:ln>
                <a:effectLst/>
              </p:spPr>
              <p:txBody>
                <a:bodyPr/>
                <a:lstStyle/>
                <a:p>
                  <a:r>
                    <a:rPr lang="en-US">
                      <a:noFill/>
                    </a:rPr>
                    <a:t> </a:t>
                  </a:r>
                </a:p>
              </p:txBody>
            </p:sp>
          </mc:Fallback>
        </mc:AlternateContent>
        <p:grpSp>
          <p:nvGrpSpPr>
            <p:cNvPr id="3105" name="组合 31">
              <a:extLst>
                <a:ext uri="{FF2B5EF4-FFF2-40B4-BE49-F238E27FC236}">
                  <a16:creationId xmlns:a16="http://schemas.microsoft.com/office/drawing/2014/main" id="{BCCB22B0-942D-42B6-90C0-78A305B8345B}"/>
                </a:ext>
              </a:extLst>
            </p:cNvPr>
            <p:cNvGrpSpPr>
              <a:grpSpLocks/>
            </p:cNvGrpSpPr>
            <p:nvPr/>
          </p:nvGrpSpPr>
          <p:grpSpPr bwMode="auto">
            <a:xfrm>
              <a:off x="3418518" y="3998724"/>
              <a:ext cx="642856" cy="716179"/>
              <a:chOff x="4358320" y="4998837"/>
              <a:chExt cx="642856" cy="716179"/>
            </a:xfrm>
          </p:grpSpPr>
          <mc:AlternateContent xmlns:mc="http://schemas.openxmlformats.org/markup-compatibility/2006" xmlns:a14="http://schemas.microsoft.com/office/drawing/2010/main">
            <mc:Choice Requires="a14">
              <p:sp>
                <p:nvSpPr>
                  <p:cNvPr id="3084" name="Object 7">
                    <a:extLst>
                      <a:ext uri="{FF2B5EF4-FFF2-40B4-BE49-F238E27FC236}">
                        <a16:creationId xmlns:a16="http://schemas.microsoft.com/office/drawing/2014/main" id="{60943EEC-BDBA-4F81-827D-AC6B1EE30FE2}"/>
                      </a:ext>
                    </a:extLst>
                  </p:cNvPr>
                  <p:cNvSpPr txBox="1"/>
                  <p:nvPr/>
                </p:nvSpPr>
                <p:spPr bwMode="auto">
                  <a:xfrm>
                    <a:off x="4533172" y="4998837"/>
                    <a:ext cx="278867" cy="67071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84" name="Object 7">
                    <a:extLst>
                      <a:ext uri="{FF2B5EF4-FFF2-40B4-BE49-F238E27FC236}">
                        <a16:creationId xmlns:a16="http://schemas.microsoft.com/office/drawing/2014/main" id="{60943EEC-BDBA-4F81-827D-AC6B1EE30FE2}"/>
                      </a:ext>
                    </a:extLst>
                  </p:cNvPr>
                  <p:cNvSpPr txBox="1">
                    <a:spLocks noRot="1" noChangeAspect="1" noMove="1" noResize="1" noEditPoints="1" noAdjustHandles="1" noChangeArrowheads="1" noChangeShapeType="1" noTextEdit="1"/>
                  </p:cNvSpPr>
                  <p:nvPr/>
                </p:nvSpPr>
                <p:spPr bwMode="auto">
                  <a:xfrm>
                    <a:off x="4533172" y="4998837"/>
                    <a:ext cx="278867" cy="670716"/>
                  </a:xfrm>
                  <a:prstGeom prst="rect">
                    <a:avLst/>
                  </a:prstGeom>
                  <a:blipFill>
                    <a:blip r:embed="rId7"/>
                    <a:stretch>
                      <a:fillRect/>
                    </a:stretch>
                  </a:blipFill>
                  <a:ln>
                    <a:noFill/>
                  </a:ln>
                  <a:effectLst/>
                </p:spPr>
                <p:txBody>
                  <a:bodyPr/>
                  <a:lstStyle/>
                  <a:p>
                    <a:r>
                      <a:rPr lang="en-US">
                        <a:noFill/>
                      </a:rPr>
                      <a:t> </a:t>
                    </a:r>
                  </a:p>
                </p:txBody>
              </p:sp>
            </mc:Fallback>
          </mc:AlternateContent>
          <p:sp>
            <p:nvSpPr>
              <p:cNvPr id="29" name="矩形 28">
                <a:extLst>
                  <a:ext uri="{FF2B5EF4-FFF2-40B4-BE49-F238E27FC236}">
                    <a16:creationId xmlns:a16="http://schemas.microsoft.com/office/drawing/2014/main" id="{11B99C52-AE22-4521-AC50-7BE7E8CB894C}"/>
                  </a:ext>
                </a:extLst>
              </p:cNvPr>
              <p:cNvSpPr/>
              <p:nvPr/>
            </p:nvSpPr>
            <p:spPr>
              <a:xfrm>
                <a:off x="4358320" y="5000618"/>
                <a:ext cx="642856" cy="71439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7" name="直接箭头连接符 16">
              <a:extLst>
                <a:ext uri="{FF2B5EF4-FFF2-40B4-BE49-F238E27FC236}">
                  <a16:creationId xmlns:a16="http://schemas.microsoft.com/office/drawing/2014/main" id="{895AB90C-A833-45FB-8C9D-F29BE8B0CB54}"/>
                </a:ext>
              </a:extLst>
            </p:cNvPr>
            <p:cNvCxnSpPr/>
            <p:nvPr/>
          </p:nvCxnSpPr>
          <p:spPr>
            <a:xfrm flipV="1">
              <a:off x="4061374" y="4357705"/>
              <a:ext cx="142857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8BCC6CB-1304-40A6-80B4-936297035EF3}"/>
                </a:ext>
              </a:extLst>
            </p:cNvPr>
            <p:cNvCxnSpPr/>
            <p:nvPr/>
          </p:nvCxnSpPr>
          <p:spPr>
            <a:xfrm>
              <a:off x="2697884" y="4357705"/>
              <a:ext cx="720634"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81" name="Object 9">
                  <a:extLst>
                    <a:ext uri="{FF2B5EF4-FFF2-40B4-BE49-F238E27FC236}">
                      <a16:creationId xmlns:a16="http://schemas.microsoft.com/office/drawing/2014/main" id="{A8DBB610-ACEA-47B4-A484-C509F8EEC8FF}"/>
                    </a:ext>
                  </a:extLst>
                </p:cNvPr>
                <p:cNvSpPr txBox="1"/>
                <p:nvPr/>
              </p:nvSpPr>
              <p:spPr bwMode="auto">
                <a:xfrm>
                  <a:off x="7561370" y="4095771"/>
                  <a:ext cx="582612" cy="4048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81" name="Object 9">
                  <a:extLst>
                    <a:ext uri="{FF2B5EF4-FFF2-40B4-BE49-F238E27FC236}">
                      <a16:creationId xmlns:a16="http://schemas.microsoft.com/office/drawing/2014/main" id="{A8DBB610-ACEA-47B4-A484-C509F8EEC8FF}"/>
                    </a:ext>
                  </a:extLst>
                </p:cNvPr>
                <p:cNvSpPr txBox="1">
                  <a:spLocks noRot="1" noChangeAspect="1" noMove="1" noResize="1" noEditPoints="1" noAdjustHandles="1" noChangeArrowheads="1" noChangeShapeType="1" noTextEdit="1"/>
                </p:cNvSpPr>
                <p:nvPr/>
              </p:nvSpPr>
              <p:spPr bwMode="auto">
                <a:xfrm>
                  <a:off x="7561370" y="4095771"/>
                  <a:ext cx="582612" cy="404813"/>
                </a:xfrm>
                <a:prstGeom prst="rect">
                  <a:avLst/>
                </a:prstGeom>
                <a:blipFill>
                  <a:blip r:embed="rId8"/>
                  <a:stretch>
                    <a:fillRect r="-15625" b="-16667"/>
                  </a:stretch>
                </a:blipFill>
                <a:ln>
                  <a:noFill/>
                </a:ln>
                <a:effectLst/>
              </p:spPr>
              <p:txBody>
                <a:bodyPr/>
                <a:lstStyle/>
                <a:p>
                  <a:r>
                    <a:rPr lang="en-US">
                      <a:noFill/>
                    </a:rPr>
                    <a:t> </a:t>
                  </a:r>
                </a:p>
              </p:txBody>
            </p:sp>
          </mc:Fallback>
        </mc:AlternateContent>
        <p:grpSp>
          <p:nvGrpSpPr>
            <p:cNvPr id="3108" name="组合 31">
              <a:extLst>
                <a:ext uri="{FF2B5EF4-FFF2-40B4-BE49-F238E27FC236}">
                  <a16:creationId xmlns:a16="http://schemas.microsoft.com/office/drawing/2014/main" id="{434BB22F-734B-46A2-B0CF-E43ED8595719}"/>
                </a:ext>
              </a:extLst>
            </p:cNvPr>
            <p:cNvGrpSpPr>
              <a:grpSpLocks/>
            </p:cNvGrpSpPr>
            <p:nvPr/>
          </p:nvGrpSpPr>
          <p:grpSpPr bwMode="auto">
            <a:xfrm>
              <a:off x="5489944" y="4000505"/>
              <a:ext cx="642857" cy="714398"/>
              <a:chOff x="4358044" y="5000628"/>
              <a:chExt cx="642857" cy="714398"/>
            </a:xfrm>
          </p:grpSpPr>
          <mc:AlternateContent xmlns:mc="http://schemas.openxmlformats.org/markup-compatibility/2006" xmlns:a14="http://schemas.microsoft.com/office/drawing/2010/main">
            <mc:Choice Requires="a14">
              <p:sp>
                <p:nvSpPr>
                  <p:cNvPr id="3083" name="Object 10">
                    <a:extLst>
                      <a:ext uri="{FF2B5EF4-FFF2-40B4-BE49-F238E27FC236}">
                        <a16:creationId xmlns:a16="http://schemas.microsoft.com/office/drawing/2014/main" id="{C234BCFA-13BB-4EDE-A45E-3A4581C0CB44}"/>
                      </a:ext>
                    </a:extLst>
                  </p:cNvPr>
                  <p:cNvSpPr txBox="1"/>
                  <p:nvPr/>
                </p:nvSpPr>
                <p:spPr bwMode="auto">
                  <a:xfrm>
                    <a:off x="4543088" y="5019915"/>
                    <a:ext cx="292797" cy="67071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83" name="Object 10">
                    <a:extLst>
                      <a:ext uri="{FF2B5EF4-FFF2-40B4-BE49-F238E27FC236}">
                        <a16:creationId xmlns:a16="http://schemas.microsoft.com/office/drawing/2014/main" id="{C234BCFA-13BB-4EDE-A45E-3A4581C0CB44}"/>
                      </a:ext>
                    </a:extLst>
                  </p:cNvPr>
                  <p:cNvSpPr txBox="1">
                    <a:spLocks noRot="1" noChangeAspect="1" noMove="1" noResize="1" noEditPoints="1" noAdjustHandles="1" noChangeArrowheads="1" noChangeShapeType="1" noTextEdit="1"/>
                  </p:cNvSpPr>
                  <p:nvPr/>
                </p:nvSpPr>
                <p:spPr bwMode="auto">
                  <a:xfrm>
                    <a:off x="4543088" y="5019915"/>
                    <a:ext cx="292797" cy="670716"/>
                  </a:xfrm>
                  <a:prstGeom prst="rect">
                    <a:avLst/>
                  </a:prstGeom>
                  <a:blipFill>
                    <a:blip r:embed="rId9"/>
                    <a:stretch>
                      <a:fillRect/>
                    </a:stretch>
                  </a:blipFill>
                  <a:ln>
                    <a:noFill/>
                  </a:ln>
                  <a:effectLst/>
                </p:spPr>
                <p:txBody>
                  <a:bodyPr/>
                  <a:lstStyle/>
                  <a:p>
                    <a:r>
                      <a:rPr lang="en-US">
                        <a:noFill/>
                      </a:rPr>
                      <a:t> </a:t>
                    </a:r>
                  </a:p>
                </p:txBody>
              </p:sp>
            </mc:Fallback>
          </mc:AlternateContent>
          <p:sp>
            <p:nvSpPr>
              <p:cNvPr id="39" name="矩形 38">
                <a:extLst>
                  <a:ext uri="{FF2B5EF4-FFF2-40B4-BE49-F238E27FC236}">
                    <a16:creationId xmlns:a16="http://schemas.microsoft.com/office/drawing/2014/main" id="{A8280413-DF9B-4AA1-BA8C-B13D80EB6365}"/>
                  </a:ext>
                </a:extLst>
              </p:cNvPr>
              <p:cNvSpPr/>
              <p:nvPr/>
            </p:nvSpPr>
            <p:spPr>
              <a:xfrm>
                <a:off x="4358044" y="5000628"/>
                <a:ext cx="642857" cy="71439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40" name="直接箭头连接符 39">
              <a:extLst>
                <a:ext uri="{FF2B5EF4-FFF2-40B4-BE49-F238E27FC236}">
                  <a16:creationId xmlns:a16="http://schemas.microsoft.com/office/drawing/2014/main" id="{461CFF55-F7EC-409C-B664-4A4FF439AFD8}"/>
                </a:ext>
              </a:extLst>
            </p:cNvPr>
            <p:cNvCxnSpPr/>
            <p:nvPr/>
          </p:nvCxnSpPr>
          <p:spPr>
            <a:xfrm flipV="1">
              <a:off x="6132801" y="4357705"/>
              <a:ext cx="142857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82" name="Object 11">
                  <a:extLst>
                    <a:ext uri="{FF2B5EF4-FFF2-40B4-BE49-F238E27FC236}">
                      <a16:creationId xmlns:a16="http://schemas.microsoft.com/office/drawing/2014/main" id="{498EB1B4-A999-4DF6-9967-7E957EE68AAA}"/>
                    </a:ext>
                  </a:extLst>
                </p:cNvPr>
                <p:cNvSpPr txBox="1"/>
                <p:nvPr/>
              </p:nvSpPr>
              <p:spPr bwMode="auto">
                <a:xfrm>
                  <a:off x="4426910" y="3972851"/>
                  <a:ext cx="719875" cy="369343"/>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82" name="Object 11">
                  <a:extLst>
                    <a:ext uri="{FF2B5EF4-FFF2-40B4-BE49-F238E27FC236}">
                      <a16:creationId xmlns:a16="http://schemas.microsoft.com/office/drawing/2014/main" id="{498EB1B4-A999-4DF6-9967-7E957EE68AAA}"/>
                    </a:ext>
                  </a:extLst>
                </p:cNvPr>
                <p:cNvSpPr txBox="1">
                  <a:spLocks noRot="1" noChangeAspect="1" noMove="1" noResize="1" noEditPoints="1" noAdjustHandles="1" noChangeArrowheads="1" noChangeShapeType="1" noTextEdit="1"/>
                </p:cNvSpPr>
                <p:nvPr/>
              </p:nvSpPr>
              <p:spPr bwMode="auto">
                <a:xfrm>
                  <a:off x="4426910" y="3972851"/>
                  <a:ext cx="719875" cy="369343"/>
                </a:xfrm>
                <a:prstGeom prst="rect">
                  <a:avLst/>
                </a:prstGeom>
                <a:blipFill>
                  <a:blip r:embed="rId10"/>
                  <a:stretch>
                    <a:fillRect r="-5085" b="-15000"/>
                  </a:stretch>
                </a:blipFill>
                <a:ln>
                  <a:noFill/>
                </a:ln>
                <a:effectLst/>
              </p:spPr>
              <p:txBody>
                <a:bodyPr/>
                <a:lstStyle/>
                <a:p>
                  <a:r>
                    <a:rPr lang="en-US">
                      <a:noFill/>
                    </a:rPr>
                    <a:t> </a:t>
                  </a:r>
                </a:p>
              </p:txBody>
            </p:sp>
          </mc:Fallback>
        </mc:AlternateContent>
      </p:grpSp>
      <p:grpSp>
        <p:nvGrpSpPr>
          <p:cNvPr id="6" name="组合 59">
            <a:extLst>
              <a:ext uri="{FF2B5EF4-FFF2-40B4-BE49-F238E27FC236}">
                <a16:creationId xmlns:a16="http://schemas.microsoft.com/office/drawing/2014/main" id="{F88E4D23-A611-4C28-8E90-93DE328A1766}"/>
              </a:ext>
            </a:extLst>
          </p:cNvPr>
          <p:cNvGrpSpPr>
            <a:grpSpLocks/>
          </p:cNvGrpSpPr>
          <p:nvPr/>
        </p:nvGrpSpPr>
        <p:grpSpPr bwMode="auto">
          <a:xfrm>
            <a:off x="1098192" y="3950553"/>
            <a:ext cx="6034446" cy="2680436"/>
            <a:chOff x="1098172" y="3950577"/>
            <a:chExt cx="6034488" cy="2680781"/>
          </a:xfrm>
        </p:grpSpPr>
        <mc:AlternateContent xmlns:mc="http://schemas.openxmlformats.org/markup-compatibility/2006" xmlns:a14="http://schemas.microsoft.com/office/drawing/2010/main">
          <mc:Choice Requires="a14">
            <p:sp>
              <p:nvSpPr>
                <p:cNvPr id="3077" name="Object 8">
                  <a:extLst>
                    <a:ext uri="{FF2B5EF4-FFF2-40B4-BE49-F238E27FC236}">
                      <a16:creationId xmlns:a16="http://schemas.microsoft.com/office/drawing/2014/main" id="{B1B37268-0EFA-4CEA-B375-66315573B357}"/>
                    </a:ext>
                  </a:extLst>
                </p:cNvPr>
                <p:cNvSpPr txBox="1"/>
                <p:nvPr/>
              </p:nvSpPr>
              <p:spPr bwMode="auto">
                <a:xfrm>
                  <a:off x="1098172" y="3950577"/>
                  <a:ext cx="611193" cy="40481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077" name="Object 8">
                  <a:extLst>
                    <a:ext uri="{FF2B5EF4-FFF2-40B4-BE49-F238E27FC236}">
                      <a16:creationId xmlns:a16="http://schemas.microsoft.com/office/drawing/2014/main" id="{B1B37268-0EFA-4CEA-B375-66315573B357}"/>
                    </a:ext>
                  </a:extLst>
                </p:cNvPr>
                <p:cNvSpPr txBox="1">
                  <a:spLocks noRot="1" noChangeAspect="1" noMove="1" noResize="1" noEditPoints="1" noAdjustHandles="1" noChangeArrowheads="1" noChangeShapeType="1" noTextEdit="1"/>
                </p:cNvSpPr>
                <p:nvPr/>
              </p:nvSpPr>
              <p:spPr bwMode="auto">
                <a:xfrm>
                  <a:off x="1098172" y="3950577"/>
                  <a:ext cx="611193" cy="404812"/>
                </a:xfrm>
                <a:prstGeom prst="rect">
                  <a:avLst/>
                </a:prstGeom>
                <a:blipFill>
                  <a:blip r:embed="rId11"/>
                  <a:stretch>
                    <a:fillRect r="-10000" b="-18182"/>
                  </a:stretch>
                </a:blipFill>
                <a:ln>
                  <a:noFill/>
                </a:ln>
                <a:effectLst/>
              </p:spPr>
              <p:txBody>
                <a:bodyPr/>
                <a:lstStyle/>
                <a:p>
                  <a:r>
                    <a:rPr lang="en-US">
                      <a:noFill/>
                    </a:rPr>
                    <a:t> </a:t>
                  </a:r>
                </a:p>
              </p:txBody>
            </p:sp>
          </mc:Fallback>
        </mc:AlternateContent>
        <p:cxnSp>
          <p:nvCxnSpPr>
            <p:cNvPr id="13" name="直接箭头连接符 12">
              <a:extLst>
                <a:ext uri="{FF2B5EF4-FFF2-40B4-BE49-F238E27FC236}">
                  <a16:creationId xmlns:a16="http://schemas.microsoft.com/office/drawing/2014/main" id="{B45B9B07-1B8B-4214-ACA0-37946F058937}"/>
                </a:ext>
              </a:extLst>
            </p:cNvPr>
            <p:cNvCxnSpPr/>
            <p:nvPr/>
          </p:nvCxnSpPr>
          <p:spPr>
            <a:xfrm>
              <a:off x="1346182" y="4357765"/>
              <a:ext cx="107157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078" name="Object 6">
                  <a:extLst>
                    <a:ext uri="{FF2B5EF4-FFF2-40B4-BE49-F238E27FC236}">
                      <a16:creationId xmlns:a16="http://schemas.microsoft.com/office/drawing/2014/main" id="{53B551DA-B48A-4AE0-8063-A2373F8CE808}"/>
                    </a:ext>
                  </a:extLst>
                </p:cNvPr>
                <p:cNvGraphicFramePr>
                  <a:graphicFrameLocks noChangeAspect="1"/>
                </p:cNvGraphicFramePr>
                <p:nvPr/>
              </p:nvGraphicFramePr>
              <p:xfrm>
                <a:off x="2346314" y="4087727"/>
                <a:ext cx="496888" cy="534987"/>
              </p:xfrm>
              <a:graphic>
                <a:graphicData uri="http://schemas.openxmlformats.org/presentationml/2006/ole">
                  <mc:AlternateContent>
                    <mc:Choice xmlns:v="urn:schemas-microsoft-com:vml" Requires="v">
                      <p:oleObj spid="_x0000_s40146" name="Equation" r:id="rId12" imgW="164880" imgH="177480" progId="Equation.DSMT4">
                        <p:embed/>
                      </p:oleObj>
                    </mc:Choice>
                    <mc:Fallback>
                      <p:oleObj name="Equation" r:id="rId12" imgW="164880" imgH="177480" progId="Equation.DSMT4">
                        <p:embed/>
                        <p:pic>
                          <p:nvPicPr>
                            <p:cNvPr id="3078" name="Object 6">
                              <a:extLst>
                                <a:ext uri="{FF2B5EF4-FFF2-40B4-BE49-F238E27FC236}">
                                  <a16:creationId xmlns:a16="http://schemas.microsoft.com/office/drawing/2014/main" id="{53B551DA-B48A-4AE0-8063-A2373F8CE808}"/>
                                </a:ext>
                              </a:extLst>
                            </p:cNvPr>
                            <p:cNvPicPr>
                              <a:picLocks noChangeAspect="1" noChangeArrowheads="1"/>
                            </p:cNvPicPr>
                            <p:nvPr/>
                          </p:nvPicPr>
                          <p:blipFill>
                            <a:blip r:embed="rId13">
                              <a:extLst>
                                <a:ext uri="{28A0092B-C50C-407E-A947-70E740481C1C}">
                                  <a14:useLocalDpi val="0"/>
                                </a:ext>
                              </a:extLst>
                            </a:blip>
                            <a:srcRect/>
                            <a:stretch>
                              <a:fillRect/>
                            </a:stretch>
                          </p:blipFill>
                          <p:spPr bwMode="auto">
                            <a:xfrm>
                              <a:off x="2346314" y="4087727"/>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078" name="Object 6">
                  <a:extLst>
                    <a:ext uri="{FF2B5EF4-FFF2-40B4-BE49-F238E27FC236}">
                      <a16:creationId xmlns:a16="http://schemas.microsoft.com/office/drawing/2014/main" id="{53B551DA-B48A-4AE0-8063-A2373F8CE808}"/>
                    </a:ext>
                  </a:extLst>
                </p:cNvPr>
                <p:cNvGraphicFramePr>
                  <a:graphicFrameLocks noChangeAspect="1"/>
                </p:cNvGraphicFramePr>
                <p:nvPr/>
              </p:nvGraphicFramePr>
              <p:xfrm>
                <a:off x="2346314" y="4087727"/>
                <a:ext cx="496888" cy="534987"/>
              </p:xfrm>
              <a:graphic>
                <a:graphicData uri="http://schemas.openxmlformats.org/presentationml/2006/ole">
                  <mc:AlternateContent>
                    <mc:Choice xmlns:v="urn:schemas-microsoft-com:vml" Requires="v">
                      <p:oleObj name="Equation" r:id="rId14" imgW="164880" imgH="177480" progId="Equation.DSMT4">
                        <p:embed/>
                      </p:oleObj>
                    </mc:Choice>
                    <mc:Fallback>
                      <p:oleObj name="Equation" r:id="rId14" imgW="164880" imgH="177480" progId="Equation.DSMT4">
                        <p:embed/>
                        <p:pic>
                          <p:nvPicPr>
                            <p:cNvPr id="3078" name="Object 6">
                              <a:extLst>
                                <a:ext uri="{FF2B5EF4-FFF2-40B4-BE49-F238E27FC236}">
                                  <a16:creationId xmlns:a16="http://schemas.microsoft.com/office/drawing/2014/main" id="{53B551DA-B48A-4AE0-8063-A2373F8CE80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46314" y="4087727"/>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3092" name="组合 32">
              <a:extLst>
                <a:ext uri="{FF2B5EF4-FFF2-40B4-BE49-F238E27FC236}">
                  <a16:creationId xmlns:a16="http://schemas.microsoft.com/office/drawing/2014/main" id="{866CF044-E107-4637-88E1-587E0CDD7124}"/>
                </a:ext>
              </a:extLst>
            </p:cNvPr>
            <p:cNvGrpSpPr>
              <a:grpSpLocks/>
            </p:cNvGrpSpPr>
            <p:nvPr/>
          </p:nvGrpSpPr>
          <p:grpSpPr bwMode="auto">
            <a:xfrm>
              <a:off x="4457703" y="4929339"/>
              <a:ext cx="642942" cy="714467"/>
              <a:chOff x="4494101" y="6119621"/>
              <a:chExt cx="642942" cy="714467"/>
            </a:xfrm>
          </p:grpSpPr>
          <p:sp>
            <p:nvSpPr>
              <p:cNvPr id="3103" name="TextBox 25">
                <a:extLst>
                  <a:ext uri="{FF2B5EF4-FFF2-40B4-BE49-F238E27FC236}">
                    <a16:creationId xmlns:a16="http://schemas.microsoft.com/office/drawing/2014/main" id="{3110BE30-9795-4ABB-B3FF-E797E1362A42}"/>
                  </a:ext>
                </a:extLst>
              </p:cNvPr>
              <p:cNvSpPr txBox="1">
                <a:spLocks noChangeArrowheads="1"/>
              </p:cNvSpPr>
              <p:nvPr/>
            </p:nvSpPr>
            <p:spPr bwMode="auto">
              <a:xfrm>
                <a:off x="4577133" y="6254988"/>
                <a:ext cx="457179" cy="4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矩形 26">
                <a:extLst>
                  <a:ext uri="{FF2B5EF4-FFF2-40B4-BE49-F238E27FC236}">
                    <a16:creationId xmlns:a16="http://schemas.microsoft.com/office/drawing/2014/main" id="{692145DF-9289-4F34-946D-4BA254DD2F15}"/>
                  </a:ext>
                </a:extLst>
              </p:cNvPr>
              <p:cNvSpPr/>
              <p:nvPr/>
            </p:nvSpPr>
            <p:spPr>
              <a:xfrm>
                <a:off x="4494101" y="6119621"/>
                <a:ext cx="642942" cy="71446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20" name="直接箭头连接符 19">
              <a:extLst>
                <a:ext uri="{FF2B5EF4-FFF2-40B4-BE49-F238E27FC236}">
                  <a16:creationId xmlns:a16="http://schemas.microsoft.com/office/drawing/2014/main" id="{42B17209-AD00-44CF-B0C7-F2614F020929}"/>
                </a:ext>
              </a:extLst>
            </p:cNvPr>
            <p:cNvCxnSpPr>
              <a:cxnSpLocks/>
            </p:cNvCxnSpPr>
            <p:nvPr/>
          </p:nvCxnSpPr>
          <p:spPr>
            <a:xfrm rot="10800000">
              <a:off x="4941895" y="6358273"/>
              <a:ext cx="1857388"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31CE138-B5B4-4F17-825F-7BBE576AEF3F}"/>
                </a:ext>
              </a:extLst>
            </p:cNvPr>
            <p:cNvCxnSpPr>
              <a:cxnSpLocks/>
            </p:cNvCxnSpPr>
            <p:nvPr/>
          </p:nvCxnSpPr>
          <p:spPr>
            <a:xfrm rot="10800000">
              <a:off x="2560628" y="6358273"/>
              <a:ext cx="2071701"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6C5EC78C-77FB-409E-B3A6-65A098A3FC80}"/>
                </a:ext>
              </a:extLst>
            </p:cNvPr>
            <p:cNvCxnSpPr>
              <a:cxnSpLocks/>
            </p:cNvCxnSpPr>
            <p:nvPr/>
          </p:nvCxnSpPr>
          <p:spPr>
            <a:xfrm rot="5400000" flipH="1" flipV="1">
              <a:off x="1632615" y="5428672"/>
              <a:ext cx="1857614"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559F0C8-D751-426C-9541-6D9EFF15BA4C}"/>
                </a:ext>
              </a:extLst>
            </p:cNvPr>
            <p:cNvCxnSpPr>
              <a:cxnSpLocks/>
            </p:cNvCxnSpPr>
            <p:nvPr/>
          </p:nvCxnSpPr>
          <p:spPr>
            <a:xfrm rot="5400000">
              <a:off x="4491006" y="4643552"/>
              <a:ext cx="569986"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CBF631F6-73F2-40CF-8F7A-F90C53F5FE9A}"/>
                </a:ext>
              </a:extLst>
            </p:cNvPr>
            <p:cNvCxnSpPr>
              <a:cxnSpLocks/>
            </p:cNvCxnSpPr>
            <p:nvPr/>
          </p:nvCxnSpPr>
          <p:spPr>
            <a:xfrm rot="5400000">
              <a:off x="4490213" y="5928799"/>
              <a:ext cx="571574"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079" name="Object 12">
                  <a:extLst>
                    <a:ext uri="{FF2B5EF4-FFF2-40B4-BE49-F238E27FC236}">
                      <a16:creationId xmlns:a16="http://schemas.microsoft.com/office/drawing/2014/main" id="{DD263698-4A59-4DEF-A759-515A377A858A}"/>
                    </a:ext>
                  </a:extLst>
                </p:cNvPr>
                <p:cNvGraphicFramePr>
                  <a:graphicFrameLocks noChangeAspect="1"/>
                </p:cNvGraphicFramePr>
                <p:nvPr/>
              </p:nvGraphicFramePr>
              <p:xfrm>
                <a:off x="4545126" y="6096370"/>
                <a:ext cx="496888" cy="534988"/>
              </p:xfrm>
              <a:graphic>
                <a:graphicData uri="http://schemas.openxmlformats.org/presentationml/2006/ole">
                  <mc:AlternateContent>
                    <mc:Choice xmlns:v="urn:schemas-microsoft-com:vml" Requires="v">
                      <p:oleObj spid="_x0000_s40147" name="Equation" r:id="rId16" imgW="164880" imgH="177480" progId="Equation.DSMT4">
                        <p:embed/>
                      </p:oleObj>
                    </mc:Choice>
                    <mc:Fallback>
                      <p:oleObj name="Equation" r:id="rId16" imgW="164880" imgH="177480" progId="Equation.DSMT4">
                        <p:embed/>
                        <p:pic>
                          <p:nvPicPr>
                            <p:cNvPr id="3079" name="Object 12">
                              <a:extLst>
                                <a:ext uri="{FF2B5EF4-FFF2-40B4-BE49-F238E27FC236}">
                                  <a16:creationId xmlns:a16="http://schemas.microsoft.com/office/drawing/2014/main" id="{DD263698-4A59-4DEF-A759-515A377A858A}"/>
                                </a:ext>
                              </a:extLst>
                            </p:cNvPr>
                            <p:cNvPicPr>
                              <a:picLocks noChangeAspect="1" noChangeArrowheads="1"/>
                            </p:cNvPicPr>
                            <p:nvPr/>
                          </p:nvPicPr>
                          <p:blipFill>
                            <a:blip r:embed="rId13">
                              <a:extLst>
                                <a:ext uri="{28A0092B-C50C-407E-A947-70E740481C1C}">
                                  <a14:useLocalDpi val="0"/>
                                </a:ext>
                              </a:extLst>
                            </a:blip>
                            <a:srcRect/>
                            <a:stretch>
                              <a:fillRect/>
                            </a:stretch>
                          </p:blipFill>
                          <p:spPr bwMode="auto">
                            <a:xfrm>
                              <a:off x="4545126" y="6096370"/>
                              <a:ext cx="496888" cy="5349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3079" name="Object 12">
                  <a:extLst>
                    <a:ext uri="{FF2B5EF4-FFF2-40B4-BE49-F238E27FC236}">
                      <a16:creationId xmlns:a16="http://schemas.microsoft.com/office/drawing/2014/main" id="{DD263698-4A59-4DEF-A759-515A377A858A}"/>
                    </a:ext>
                  </a:extLst>
                </p:cNvPr>
                <p:cNvGraphicFramePr>
                  <a:graphicFrameLocks noChangeAspect="1"/>
                </p:cNvGraphicFramePr>
                <p:nvPr/>
              </p:nvGraphicFramePr>
              <p:xfrm>
                <a:off x="4545126" y="6096370"/>
                <a:ext cx="496888" cy="534988"/>
              </p:xfrm>
              <a:graphic>
                <a:graphicData uri="http://schemas.openxmlformats.org/presentationml/2006/ole">
                  <mc:AlternateContent>
                    <mc:Choice xmlns:v="urn:schemas-microsoft-com:vml" Requires="v">
                      <p:oleObj name="Equation" r:id="rId17" imgW="164880" imgH="177480" progId="Equation.DSMT4">
                        <p:embed/>
                      </p:oleObj>
                    </mc:Choice>
                    <mc:Fallback>
                      <p:oleObj name="Equation" r:id="rId17" imgW="164880" imgH="177480" progId="Equation.DSMT4">
                        <p:embed/>
                        <p:pic>
                          <p:nvPicPr>
                            <p:cNvPr id="3079" name="Object 12">
                              <a:extLst>
                                <a:ext uri="{FF2B5EF4-FFF2-40B4-BE49-F238E27FC236}">
                                  <a16:creationId xmlns:a16="http://schemas.microsoft.com/office/drawing/2014/main" id="{DD263698-4A59-4DEF-A759-515A377A858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45126" y="6096370"/>
                              <a:ext cx="496888"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3098" name="组合 32">
              <a:extLst>
                <a:ext uri="{FF2B5EF4-FFF2-40B4-BE49-F238E27FC236}">
                  <a16:creationId xmlns:a16="http://schemas.microsoft.com/office/drawing/2014/main" id="{F6BD98F1-FC39-409D-AA63-0B8D459EE75D}"/>
                </a:ext>
              </a:extLst>
            </p:cNvPr>
            <p:cNvGrpSpPr>
              <a:grpSpLocks/>
            </p:cNvGrpSpPr>
            <p:nvPr/>
          </p:nvGrpSpPr>
          <p:grpSpPr bwMode="auto">
            <a:xfrm>
              <a:off x="6489718" y="4929339"/>
              <a:ext cx="642942" cy="714467"/>
              <a:chOff x="4494320" y="6119621"/>
              <a:chExt cx="642942" cy="714467"/>
            </a:xfrm>
          </p:grpSpPr>
          <p:sp>
            <p:nvSpPr>
              <p:cNvPr id="3101" name="TextBox 47">
                <a:extLst>
                  <a:ext uri="{FF2B5EF4-FFF2-40B4-BE49-F238E27FC236}">
                    <a16:creationId xmlns:a16="http://schemas.microsoft.com/office/drawing/2014/main" id="{60ED0D9C-93C5-48DC-A610-FFA73B01019B}"/>
                  </a:ext>
                </a:extLst>
              </p:cNvPr>
              <p:cNvSpPr txBox="1">
                <a:spLocks noChangeArrowheads="1"/>
              </p:cNvSpPr>
              <p:nvPr/>
            </p:nvSpPr>
            <p:spPr bwMode="auto">
              <a:xfrm>
                <a:off x="4575296" y="6254988"/>
                <a:ext cx="457179" cy="4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矩形 48">
                <a:extLst>
                  <a:ext uri="{FF2B5EF4-FFF2-40B4-BE49-F238E27FC236}">
                    <a16:creationId xmlns:a16="http://schemas.microsoft.com/office/drawing/2014/main" id="{A3B137CC-5A57-4918-BD4C-4D4641092F24}"/>
                  </a:ext>
                </a:extLst>
              </p:cNvPr>
              <p:cNvSpPr/>
              <p:nvPr/>
            </p:nvSpPr>
            <p:spPr>
              <a:xfrm>
                <a:off x="4494320" y="6119621"/>
                <a:ext cx="642942" cy="71446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50" name="直接箭头连接符 49">
              <a:extLst>
                <a:ext uri="{FF2B5EF4-FFF2-40B4-BE49-F238E27FC236}">
                  <a16:creationId xmlns:a16="http://schemas.microsoft.com/office/drawing/2014/main" id="{12CC419E-E9A7-4707-8B5A-5F8C77F7B90C}"/>
                </a:ext>
              </a:extLst>
            </p:cNvPr>
            <p:cNvCxnSpPr>
              <a:cxnSpLocks/>
            </p:cNvCxnSpPr>
            <p:nvPr/>
          </p:nvCxnSpPr>
          <p:spPr>
            <a:xfrm rot="5400000">
              <a:off x="6522226" y="4644346"/>
              <a:ext cx="569986"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1450F52D-8AD4-4E5A-ACA7-1702D5F7DA49}"/>
                </a:ext>
              </a:extLst>
            </p:cNvPr>
            <p:cNvCxnSpPr>
              <a:cxnSpLocks/>
            </p:cNvCxnSpPr>
            <p:nvPr/>
          </p:nvCxnSpPr>
          <p:spPr>
            <a:xfrm rot="5400000">
              <a:off x="6438078" y="5997070"/>
              <a:ext cx="738282"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标题 48">
            <a:extLst>
              <a:ext uri="{FF2B5EF4-FFF2-40B4-BE49-F238E27FC236}">
                <a16:creationId xmlns:a16="http://schemas.microsoft.com/office/drawing/2014/main" id="{279B6606-F4AC-481A-93E1-B2FB4DD84FF9}"/>
              </a:ext>
            </a:extLst>
          </p:cNvPr>
          <p:cNvSpPr>
            <a:spLocks noGrp="1"/>
          </p:cNvSpPr>
          <p:nvPr>
            <p:ph type="title"/>
          </p:nvPr>
        </p:nvSpPr>
        <p:spPr/>
        <p:txBody>
          <a:bodyPr/>
          <a:lstStyle/>
          <a:p>
            <a:r>
              <a:rPr lang="en-US" altLang="zh-CN" sz="3600" dirty="0">
                <a:solidFill>
                  <a:srgbClr val="000000"/>
                </a:solidFill>
              </a:rPr>
              <a:t>9.8 </a:t>
            </a:r>
            <a:r>
              <a:rPr lang="zh-CN" altLang="en-US" sz="3600" dirty="0">
                <a:solidFill>
                  <a:srgbClr val="000000"/>
                </a:solidFill>
              </a:rPr>
              <a:t>系统函数的代数属性与方框图表示</a:t>
            </a:r>
            <a:endParaRPr lang="zh-CN" altLang="en-US" dirty="0"/>
          </a:p>
        </p:txBody>
      </p:sp>
      <p:sp>
        <p:nvSpPr>
          <p:cNvPr id="4" name="灯片编号占位符 3">
            <a:extLst>
              <a:ext uri="{FF2B5EF4-FFF2-40B4-BE49-F238E27FC236}">
                <a16:creationId xmlns:a16="http://schemas.microsoft.com/office/drawing/2014/main" id="{2FAA83C7-0BB8-4D4E-8E95-8A993811D2B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DAD43E8-6EA3-42AC-A5A8-796BFB23B6C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7" name="TextBox 4">
            <a:extLst>
              <a:ext uri="{FF2B5EF4-FFF2-40B4-BE49-F238E27FC236}">
                <a16:creationId xmlns:a16="http://schemas.microsoft.com/office/drawing/2014/main" id="{B0B733E3-FB21-4721-97A1-2993E12BC72B}"/>
              </a:ext>
            </a:extLst>
          </p:cNvPr>
          <p:cNvSpPr txBox="1">
            <a:spLocks noChangeArrowheads="1"/>
          </p:cNvSpPr>
          <p:nvPr/>
        </p:nvSpPr>
        <p:spPr bwMode="auto">
          <a:xfrm>
            <a:off x="631825" y="1524000"/>
            <a:ext cx="48526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第二种实现方式：</a:t>
            </a:r>
            <a:r>
              <a:rPr kumimoji="0" lang="zh-CN" altLang="en-US" sz="2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级联型表示</a:t>
            </a:r>
          </a:p>
        </p:txBody>
      </p:sp>
      <mc:AlternateContent xmlns:mc="http://schemas.openxmlformats.org/markup-compatibility/2006" xmlns:a14="http://schemas.microsoft.com/office/drawing/2010/main">
        <mc:Choice Requires="a14">
          <p:sp>
            <p:nvSpPr>
              <p:cNvPr id="4098" name="Object 2">
                <a:extLst>
                  <a:ext uri="{FF2B5EF4-FFF2-40B4-BE49-F238E27FC236}">
                    <a16:creationId xmlns:a16="http://schemas.microsoft.com/office/drawing/2014/main" id="{AA88214A-5214-4015-ABB2-9EA49A786CE5}"/>
                  </a:ext>
                </a:extLst>
              </p:cNvPr>
              <p:cNvSpPr txBox="1"/>
              <p:nvPr/>
            </p:nvSpPr>
            <p:spPr bwMode="auto">
              <a:xfrm>
                <a:off x="1953841" y="2296142"/>
                <a:ext cx="5465016"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098" name="Object 2">
                <a:extLst>
                  <a:ext uri="{FF2B5EF4-FFF2-40B4-BE49-F238E27FC236}">
                    <a16:creationId xmlns:a16="http://schemas.microsoft.com/office/drawing/2014/main" id="{AA88214A-5214-4015-ABB2-9EA49A786CE5}"/>
                  </a:ext>
                </a:extLst>
              </p:cNvPr>
              <p:cNvSpPr txBox="1">
                <a:spLocks noRot="1" noChangeAspect="1" noMove="1" noResize="1" noEditPoints="1" noAdjustHandles="1" noChangeArrowheads="1" noChangeShapeType="1" noTextEdit="1"/>
              </p:cNvSpPr>
              <p:nvPr/>
            </p:nvSpPr>
            <p:spPr bwMode="auto">
              <a:xfrm>
                <a:off x="1953841" y="2296142"/>
                <a:ext cx="5465016" cy="908967"/>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2" name="组合 6">
            <a:extLst>
              <a:ext uri="{FF2B5EF4-FFF2-40B4-BE49-F238E27FC236}">
                <a16:creationId xmlns:a16="http://schemas.microsoft.com/office/drawing/2014/main" id="{C0A61FCE-F90E-415D-8383-A57A2E05C033}"/>
              </a:ext>
            </a:extLst>
          </p:cNvPr>
          <p:cNvGrpSpPr>
            <a:grpSpLocks/>
          </p:cNvGrpSpPr>
          <p:nvPr/>
        </p:nvGrpSpPr>
        <p:grpSpPr bwMode="auto">
          <a:xfrm>
            <a:off x="1206500" y="3717033"/>
            <a:ext cx="3643312" cy="1775898"/>
            <a:chOff x="2428860" y="4724934"/>
            <a:chExt cx="3643338" cy="1775910"/>
          </a:xfrm>
        </p:grpSpPr>
        <p:cxnSp>
          <p:nvCxnSpPr>
            <p:cNvPr id="8" name="直接箭头连接符 7">
              <a:extLst>
                <a:ext uri="{FF2B5EF4-FFF2-40B4-BE49-F238E27FC236}">
                  <a16:creationId xmlns:a16="http://schemas.microsoft.com/office/drawing/2014/main" id="{FC7A4A0A-39E7-4123-9D37-6AE63E4893B0}"/>
                </a:ext>
              </a:extLst>
            </p:cNvPr>
            <p:cNvCxnSpPr/>
            <p:nvPr/>
          </p:nvCxnSpPr>
          <p:spPr>
            <a:xfrm>
              <a:off x="2428860" y="5143521"/>
              <a:ext cx="64294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4103" name="Object 3">
                  <a:extLst>
                    <a:ext uri="{FF2B5EF4-FFF2-40B4-BE49-F238E27FC236}">
                      <a16:creationId xmlns:a16="http://schemas.microsoft.com/office/drawing/2014/main" id="{9AC07FE4-B361-46B2-9082-285EA14DBBF9}"/>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spid="_x0000_s41170" name="Equation" r:id="rId4" imgW="164880" imgH="177480" progId="Equation.DSMT4">
                        <p:embed/>
                      </p:oleObj>
                    </mc:Choice>
                    <mc:Fallback>
                      <p:oleObj name="Equation" r:id="rId4" imgW="164880" imgH="177480" progId="Equation.DSMT4">
                        <p:embed/>
                        <p:pic>
                          <p:nvPicPr>
                            <p:cNvPr id="4103" name="Object 3">
                              <a:extLst>
                                <a:ext uri="{FF2B5EF4-FFF2-40B4-BE49-F238E27FC236}">
                                  <a16:creationId xmlns:a16="http://schemas.microsoft.com/office/drawing/2014/main" id="{9AC07FE4-B361-46B2-9082-285EA14DBBF9}"/>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4103" name="Object 3">
                  <a:extLst>
                    <a:ext uri="{FF2B5EF4-FFF2-40B4-BE49-F238E27FC236}">
                      <a16:creationId xmlns:a16="http://schemas.microsoft.com/office/drawing/2014/main" id="{9AC07FE4-B361-46B2-9082-285EA14DBBF9}"/>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name="Equation" r:id="rId6" imgW="164880" imgH="177480" progId="Equation.DSMT4">
                        <p:embed/>
                      </p:oleObj>
                    </mc:Choice>
                    <mc:Fallback>
                      <p:oleObj name="Equation" r:id="rId6" imgW="164880" imgH="177480" progId="Equation.DSMT4">
                        <p:embed/>
                        <p:pic>
                          <p:nvPicPr>
                            <p:cNvPr id="4103" name="Object 3">
                              <a:extLst>
                                <a:ext uri="{FF2B5EF4-FFF2-40B4-BE49-F238E27FC236}">
                                  <a16:creationId xmlns:a16="http://schemas.microsoft.com/office/drawing/2014/main" id="{9AC07FE4-B361-46B2-9082-285EA14DBB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4123" name="组合 31">
              <a:extLst>
                <a:ext uri="{FF2B5EF4-FFF2-40B4-BE49-F238E27FC236}">
                  <a16:creationId xmlns:a16="http://schemas.microsoft.com/office/drawing/2014/main" id="{E715F30B-548F-4EE7-993C-9A3BE7257F66}"/>
                </a:ext>
              </a:extLst>
            </p:cNvPr>
            <p:cNvGrpSpPr>
              <a:grpSpLocks/>
            </p:cNvGrpSpPr>
            <p:nvPr/>
          </p:nvGrpSpPr>
          <p:grpSpPr bwMode="auto">
            <a:xfrm>
              <a:off x="4071934" y="4724934"/>
              <a:ext cx="642943" cy="786375"/>
              <a:chOff x="4357686" y="4939238"/>
              <a:chExt cx="642943" cy="786375"/>
            </a:xfrm>
          </p:grpSpPr>
          <mc:AlternateContent xmlns:mc="http://schemas.openxmlformats.org/markup-compatibility/2006" xmlns:a14="http://schemas.microsoft.com/office/drawing/2010/main">
            <mc:Choice Requires="a14">
              <p:sp>
                <p:nvSpPr>
                  <p:cNvPr id="4104" name="Object 4">
                    <a:extLst>
                      <a:ext uri="{FF2B5EF4-FFF2-40B4-BE49-F238E27FC236}">
                        <a16:creationId xmlns:a16="http://schemas.microsoft.com/office/drawing/2014/main" id="{C802F384-5085-40E2-A330-ABFE59D1CF30}"/>
                      </a:ext>
                    </a:extLst>
                  </p:cNvPr>
                  <p:cNvSpPr txBox="1"/>
                  <p:nvPr/>
                </p:nvSpPr>
                <p:spPr bwMode="auto">
                  <a:xfrm>
                    <a:off x="4516421" y="4939238"/>
                    <a:ext cx="316024" cy="7863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104" name="Object 4">
                    <a:extLst>
                      <a:ext uri="{FF2B5EF4-FFF2-40B4-BE49-F238E27FC236}">
                        <a16:creationId xmlns:a16="http://schemas.microsoft.com/office/drawing/2014/main" id="{C802F384-5085-40E2-A330-ABFE59D1CF30}"/>
                      </a:ext>
                    </a:extLst>
                  </p:cNvPr>
                  <p:cNvSpPr txBox="1">
                    <a:spLocks noRot="1" noChangeAspect="1" noMove="1" noResize="1" noEditPoints="1" noAdjustHandles="1" noChangeArrowheads="1" noChangeShapeType="1" noTextEdit="1"/>
                  </p:cNvSpPr>
                  <p:nvPr/>
                </p:nvSpPr>
                <p:spPr bwMode="auto">
                  <a:xfrm>
                    <a:off x="4516421" y="4939238"/>
                    <a:ext cx="316024" cy="786375"/>
                  </a:xfrm>
                  <a:prstGeom prst="rect">
                    <a:avLst/>
                  </a:prstGeom>
                  <a:blipFill>
                    <a:blip r:embed="rId8"/>
                    <a:stretch>
                      <a:fillRect/>
                    </a:stretch>
                  </a:blipFill>
                  <a:ln>
                    <a:noFill/>
                  </a:ln>
                  <a:effectLst/>
                </p:spPr>
                <p:txBody>
                  <a:bodyPr/>
                  <a:lstStyle/>
                  <a:p>
                    <a:r>
                      <a:rPr lang="en-US">
                        <a:noFill/>
                      </a:rPr>
                      <a:t> </a:t>
                    </a:r>
                  </a:p>
                </p:txBody>
              </p:sp>
            </mc:Fallback>
          </mc:AlternateContent>
          <p:sp>
            <p:nvSpPr>
              <p:cNvPr id="24" name="矩形 23">
                <a:extLst>
                  <a:ext uri="{FF2B5EF4-FFF2-40B4-BE49-F238E27FC236}">
                    <a16:creationId xmlns:a16="http://schemas.microsoft.com/office/drawing/2014/main" id="{A049F974-8EA6-459E-856D-FEC298FFE168}"/>
                  </a:ext>
                </a:extLst>
              </p:cNvPr>
              <p:cNvSpPr/>
              <p:nvPr/>
            </p:nvSpPr>
            <p:spPr>
              <a:xfrm>
                <a:off x="4357686" y="5000636"/>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4124" name="组合 32">
              <a:extLst>
                <a:ext uri="{FF2B5EF4-FFF2-40B4-BE49-F238E27FC236}">
                  <a16:creationId xmlns:a16="http://schemas.microsoft.com/office/drawing/2014/main" id="{F7721F57-C5AB-4225-9DB6-F9F52C37A275}"/>
                </a:ext>
              </a:extLst>
            </p:cNvPr>
            <p:cNvGrpSpPr>
              <a:grpSpLocks/>
            </p:cNvGrpSpPr>
            <p:nvPr/>
          </p:nvGrpSpPr>
          <p:grpSpPr bwMode="auto">
            <a:xfrm>
              <a:off x="4071934" y="5786464"/>
              <a:ext cx="642942" cy="714380"/>
              <a:chOff x="4494320" y="6119504"/>
              <a:chExt cx="642942" cy="714380"/>
            </a:xfrm>
          </p:grpSpPr>
          <p:sp>
            <p:nvSpPr>
              <p:cNvPr id="4132" name="TextBox 20">
                <a:extLst>
                  <a:ext uri="{FF2B5EF4-FFF2-40B4-BE49-F238E27FC236}">
                    <a16:creationId xmlns:a16="http://schemas.microsoft.com/office/drawing/2014/main" id="{BF643B73-1A5F-4B6E-BA42-B7DDF9CDC5BD}"/>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A65A139E-FCF9-42E5-B213-39E95883398D}"/>
                  </a:ext>
                </a:extLst>
              </p:cNvPr>
              <p:cNvSpPr/>
              <p:nvPr/>
            </p:nvSpPr>
            <p:spPr>
              <a:xfrm>
                <a:off x="4494320" y="6119504"/>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箭头连接符 11">
              <a:extLst>
                <a:ext uri="{FF2B5EF4-FFF2-40B4-BE49-F238E27FC236}">
                  <a16:creationId xmlns:a16="http://schemas.microsoft.com/office/drawing/2014/main" id="{7D1A0699-0ECF-4F26-835F-B1C8F469F987}"/>
                </a:ext>
              </a:extLst>
            </p:cNvPr>
            <p:cNvCxnSpPr/>
            <p:nvPr/>
          </p:nvCxnSpPr>
          <p:spPr>
            <a:xfrm>
              <a:off x="4714876" y="5143521"/>
              <a:ext cx="135732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EF9D5EA-FF3F-4663-B704-A7498830AB34}"/>
                </a:ext>
              </a:extLst>
            </p:cNvPr>
            <p:cNvCxnSpPr/>
            <p:nvPr/>
          </p:nvCxnSpPr>
          <p:spPr>
            <a:xfrm>
              <a:off x="3351204" y="5143521"/>
              <a:ext cx="72073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EC60B97-71E4-42AC-A7A8-0C7F8AA0B6F6}"/>
                </a:ext>
              </a:extLst>
            </p:cNvPr>
            <p:cNvCxnSpPr>
              <a:cxnSpLocks/>
            </p:cNvCxnSpPr>
            <p:nvPr/>
          </p:nvCxnSpPr>
          <p:spPr>
            <a:xfrm rot="5400000">
              <a:off x="4929190" y="5643588"/>
              <a:ext cx="1000132"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DFA60C1D-0223-4B0C-A750-4A40245E9516}"/>
                </a:ext>
              </a:extLst>
            </p:cNvPr>
            <p:cNvCxnSpPr>
              <a:cxnSpLocks/>
            </p:cNvCxnSpPr>
            <p:nvPr/>
          </p:nvCxnSpPr>
          <p:spPr>
            <a:xfrm rot="10800000">
              <a:off x="4714876" y="6143653"/>
              <a:ext cx="71438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4C3B539-C51C-4362-B35F-E714FA0BA963}"/>
                </a:ext>
              </a:extLst>
            </p:cNvPr>
            <p:cNvCxnSpPr>
              <a:cxnSpLocks/>
            </p:cNvCxnSpPr>
            <p:nvPr/>
          </p:nvCxnSpPr>
          <p:spPr>
            <a:xfrm rot="10800000">
              <a:off x="3214678" y="6143653"/>
              <a:ext cx="857256"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B6C09C1-57E1-4598-B218-8871EA574925}"/>
                </a:ext>
              </a:extLst>
            </p:cNvPr>
            <p:cNvCxnSpPr>
              <a:cxnSpLocks/>
            </p:cNvCxnSpPr>
            <p:nvPr/>
          </p:nvCxnSpPr>
          <p:spPr>
            <a:xfrm rot="5400000" flipH="1" flipV="1">
              <a:off x="2786051" y="5715025"/>
              <a:ext cx="857256" cy="31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2FFE90F4-D6C2-4595-994F-20DE187ADBC7}"/>
                </a:ext>
              </a:extLst>
            </p:cNvPr>
            <p:cNvSpPr/>
            <p:nvPr/>
          </p:nvSpPr>
          <p:spPr>
            <a:xfrm>
              <a:off x="5389568" y="5118121"/>
              <a:ext cx="71439" cy="7143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mc:AlternateContent xmlns:mc="http://schemas.openxmlformats.org/markup-compatibility/2006" xmlns:a14="http://schemas.microsoft.com/office/drawing/2010/main">
        <mc:Choice Requires="a14">
          <p:sp>
            <p:nvSpPr>
              <p:cNvPr id="27" name="Object 7">
                <a:extLst>
                  <a:ext uri="{FF2B5EF4-FFF2-40B4-BE49-F238E27FC236}">
                    <a16:creationId xmlns:a16="http://schemas.microsoft.com/office/drawing/2014/main" id="{25F52DA0-ACEE-41EB-A2C7-CDB6076F0678}"/>
                  </a:ext>
                </a:extLst>
              </p:cNvPr>
              <p:cNvSpPr txBox="1"/>
              <p:nvPr/>
            </p:nvSpPr>
            <p:spPr bwMode="auto">
              <a:xfrm>
                <a:off x="7622424" y="3818414"/>
                <a:ext cx="695321"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7" name="Object 7">
                <a:extLst>
                  <a:ext uri="{FF2B5EF4-FFF2-40B4-BE49-F238E27FC236}">
                    <a16:creationId xmlns:a16="http://schemas.microsoft.com/office/drawing/2014/main" id="{25F52DA0-ACEE-41EB-A2C7-CDB6076F0678}"/>
                  </a:ext>
                </a:extLst>
              </p:cNvPr>
              <p:cNvSpPr txBox="1">
                <a:spLocks noRot="1" noChangeAspect="1" noMove="1" noResize="1" noEditPoints="1" noAdjustHandles="1" noChangeArrowheads="1" noChangeShapeType="1" noTextEdit="1"/>
              </p:cNvSpPr>
              <p:nvPr/>
            </p:nvSpPr>
            <p:spPr bwMode="auto">
              <a:xfrm>
                <a:off x="7622424" y="3818414"/>
                <a:ext cx="695321" cy="461665"/>
              </a:xfrm>
              <a:prstGeom prst="rect">
                <a:avLst/>
              </a:prstGeom>
              <a:blipFill>
                <a:blip r:embed="rId9"/>
                <a:stretch>
                  <a:fillRect l="-2632" r="-14912" b="-19737"/>
                </a:stretch>
              </a:blipFill>
              <a:ln>
                <a:noFill/>
              </a:ln>
              <a:effectLst/>
            </p:spPr>
            <p:txBody>
              <a:bodyPr/>
              <a:lstStyle/>
              <a:p>
                <a:r>
                  <a:rPr lang="en-US">
                    <a:noFill/>
                  </a:rPr>
                  <a:t> </a:t>
                </a:r>
              </a:p>
            </p:txBody>
          </p:sp>
        </mc:Fallback>
      </mc:AlternateContent>
      <p:grpSp>
        <p:nvGrpSpPr>
          <p:cNvPr id="6" name="组合 29">
            <a:extLst>
              <a:ext uri="{FF2B5EF4-FFF2-40B4-BE49-F238E27FC236}">
                <a16:creationId xmlns:a16="http://schemas.microsoft.com/office/drawing/2014/main" id="{773A23CF-E8D9-41E0-B1D1-A03A2FB54E41}"/>
              </a:ext>
            </a:extLst>
          </p:cNvPr>
          <p:cNvGrpSpPr>
            <a:grpSpLocks/>
          </p:cNvGrpSpPr>
          <p:nvPr/>
        </p:nvGrpSpPr>
        <p:grpSpPr bwMode="auto">
          <a:xfrm>
            <a:off x="4762500" y="3717032"/>
            <a:ext cx="2857500" cy="1767960"/>
            <a:chOff x="3000364" y="4732872"/>
            <a:chExt cx="2857520" cy="1767972"/>
          </a:xfrm>
        </p:grpSpPr>
        <mc:AlternateContent xmlns:mc="http://schemas.openxmlformats.org/markup-compatibility/2006" xmlns:a14="http://schemas.microsoft.com/office/drawing/2010/main">
          <mc:Choice Requires="a14">
            <p:graphicFrame>
              <p:nvGraphicFramePr>
                <p:cNvPr id="4101" name="Object 8">
                  <a:extLst>
                    <a:ext uri="{FF2B5EF4-FFF2-40B4-BE49-F238E27FC236}">
                      <a16:creationId xmlns:a16="http://schemas.microsoft.com/office/drawing/2014/main" id="{81DBE38E-285A-4503-9BFC-845C68773912}"/>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spid="_x0000_s41171" name="Equation" r:id="rId10" imgW="164880" imgH="177480" progId="Equation.DSMT4">
                        <p:embed/>
                      </p:oleObj>
                    </mc:Choice>
                    <mc:Fallback>
                      <p:oleObj name="Equation" r:id="rId10" imgW="164880" imgH="177480" progId="Equation.DSMT4">
                        <p:embed/>
                        <p:pic>
                          <p:nvPicPr>
                            <p:cNvPr id="4101" name="Object 8">
                              <a:extLst>
                                <a:ext uri="{FF2B5EF4-FFF2-40B4-BE49-F238E27FC236}">
                                  <a16:creationId xmlns:a16="http://schemas.microsoft.com/office/drawing/2014/main" id="{81DBE38E-285A-4503-9BFC-845C68773912}"/>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4101" name="Object 8">
                  <a:extLst>
                    <a:ext uri="{FF2B5EF4-FFF2-40B4-BE49-F238E27FC236}">
                      <a16:creationId xmlns:a16="http://schemas.microsoft.com/office/drawing/2014/main" id="{81DBE38E-285A-4503-9BFC-845C68773912}"/>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name="Equation" r:id="rId11" imgW="164880" imgH="177480" progId="Equation.DSMT4">
                        <p:embed/>
                      </p:oleObj>
                    </mc:Choice>
                    <mc:Fallback>
                      <p:oleObj name="Equation" r:id="rId11" imgW="164880" imgH="177480" progId="Equation.DSMT4">
                        <p:embed/>
                        <p:pic>
                          <p:nvPicPr>
                            <p:cNvPr id="4101" name="Object 8">
                              <a:extLst>
                                <a:ext uri="{FF2B5EF4-FFF2-40B4-BE49-F238E27FC236}">
                                  <a16:creationId xmlns:a16="http://schemas.microsoft.com/office/drawing/2014/main" id="{81DBE38E-285A-4503-9BFC-845C687739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4110" name="组合 31">
              <a:extLst>
                <a:ext uri="{FF2B5EF4-FFF2-40B4-BE49-F238E27FC236}">
                  <a16:creationId xmlns:a16="http://schemas.microsoft.com/office/drawing/2014/main" id="{97809134-B97B-4772-86BF-90B9A5FE6C2B}"/>
                </a:ext>
              </a:extLst>
            </p:cNvPr>
            <p:cNvGrpSpPr>
              <a:grpSpLocks/>
            </p:cNvGrpSpPr>
            <p:nvPr/>
          </p:nvGrpSpPr>
          <p:grpSpPr bwMode="auto">
            <a:xfrm>
              <a:off x="4071933" y="4732872"/>
              <a:ext cx="642942" cy="786375"/>
              <a:chOff x="4357685" y="4947176"/>
              <a:chExt cx="642942" cy="786375"/>
            </a:xfrm>
          </p:grpSpPr>
          <mc:AlternateContent xmlns:mc="http://schemas.openxmlformats.org/markup-compatibility/2006" xmlns:a14="http://schemas.microsoft.com/office/drawing/2010/main">
            <mc:Choice Requires="a14">
              <p:sp>
                <p:nvSpPr>
                  <p:cNvPr id="4102" name="Object 9">
                    <a:extLst>
                      <a:ext uri="{FF2B5EF4-FFF2-40B4-BE49-F238E27FC236}">
                        <a16:creationId xmlns:a16="http://schemas.microsoft.com/office/drawing/2014/main" id="{41D97E3D-6D7F-4C5B-BB3A-A69D9F689610}"/>
                      </a:ext>
                    </a:extLst>
                  </p:cNvPr>
                  <p:cNvSpPr txBox="1"/>
                  <p:nvPr/>
                </p:nvSpPr>
                <p:spPr bwMode="auto">
                  <a:xfrm>
                    <a:off x="4516280" y="4947176"/>
                    <a:ext cx="341424" cy="7863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102" name="Object 9">
                    <a:extLst>
                      <a:ext uri="{FF2B5EF4-FFF2-40B4-BE49-F238E27FC236}">
                        <a16:creationId xmlns:a16="http://schemas.microsoft.com/office/drawing/2014/main" id="{41D97E3D-6D7F-4C5B-BB3A-A69D9F689610}"/>
                      </a:ext>
                    </a:extLst>
                  </p:cNvPr>
                  <p:cNvSpPr txBox="1">
                    <a:spLocks noRot="1" noChangeAspect="1" noMove="1" noResize="1" noEditPoints="1" noAdjustHandles="1" noChangeArrowheads="1" noChangeShapeType="1" noTextEdit="1"/>
                  </p:cNvSpPr>
                  <p:nvPr/>
                </p:nvSpPr>
                <p:spPr bwMode="auto">
                  <a:xfrm>
                    <a:off x="4516280" y="4947176"/>
                    <a:ext cx="341424" cy="786375"/>
                  </a:xfrm>
                  <a:prstGeom prst="rect">
                    <a:avLst/>
                  </a:prstGeom>
                  <a:blipFill>
                    <a:blip r:embed="rId12"/>
                    <a:stretch>
                      <a:fillRect/>
                    </a:stretch>
                  </a:blipFill>
                  <a:ln>
                    <a:noFill/>
                  </a:ln>
                  <a:effectLst/>
                </p:spPr>
                <p:txBody>
                  <a:bodyPr/>
                  <a:lstStyle/>
                  <a:p>
                    <a:r>
                      <a:rPr lang="en-US">
                        <a:noFill/>
                      </a:rPr>
                      <a:t> </a:t>
                    </a:r>
                  </a:p>
                </p:txBody>
              </p:sp>
            </mc:Fallback>
          </mc:AlternateContent>
          <p:sp>
            <p:nvSpPr>
              <p:cNvPr id="46" name="矩形 45">
                <a:extLst>
                  <a:ext uri="{FF2B5EF4-FFF2-40B4-BE49-F238E27FC236}">
                    <a16:creationId xmlns:a16="http://schemas.microsoft.com/office/drawing/2014/main" id="{F9615F46-7DB5-4F2E-B0DA-45E5B6F83C33}"/>
                  </a:ext>
                </a:extLst>
              </p:cNvPr>
              <p:cNvSpPr/>
              <p:nvPr/>
            </p:nvSpPr>
            <p:spPr>
              <a:xfrm>
                <a:off x="4357685" y="5000636"/>
                <a:ext cx="642942"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4111" name="组合 32">
              <a:extLst>
                <a:ext uri="{FF2B5EF4-FFF2-40B4-BE49-F238E27FC236}">
                  <a16:creationId xmlns:a16="http://schemas.microsoft.com/office/drawing/2014/main" id="{F617614D-DC43-4C50-9811-FC18F565CC3F}"/>
                </a:ext>
              </a:extLst>
            </p:cNvPr>
            <p:cNvGrpSpPr>
              <a:grpSpLocks/>
            </p:cNvGrpSpPr>
            <p:nvPr/>
          </p:nvGrpSpPr>
          <p:grpSpPr bwMode="auto">
            <a:xfrm>
              <a:off x="4071934" y="5786464"/>
              <a:ext cx="642942" cy="714380"/>
              <a:chOff x="4494320" y="6119504"/>
              <a:chExt cx="642942" cy="714380"/>
            </a:xfrm>
          </p:grpSpPr>
          <p:sp>
            <p:nvSpPr>
              <p:cNvPr id="4119" name="TextBox 42">
                <a:extLst>
                  <a:ext uri="{FF2B5EF4-FFF2-40B4-BE49-F238E27FC236}">
                    <a16:creationId xmlns:a16="http://schemas.microsoft.com/office/drawing/2014/main" id="{F4C667CB-B9BF-40AD-85BC-D6203B9731E1}"/>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43">
                <a:extLst>
                  <a:ext uri="{FF2B5EF4-FFF2-40B4-BE49-F238E27FC236}">
                    <a16:creationId xmlns:a16="http://schemas.microsoft.com/office/drawing/2014/main" id="{02BF30CA-578E-4B70-9D8F-7281D7AB410E}"/>
                  </a:ext>
                </a:extLst>
              </p:cNvPr>
              <p:cNvSpPr/>
              <p:nvPr/>
            </p:nvSpPr>
            <p:spPr>
              <a:xfrm>
                <a:off x="4494319" y="6119504"/>
                <a:ext cx="642942"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35" name="直接箭头连接符 34">
              <a:extLst>
                <a:ext uri="{FF2B5EF4-FFF2-40B4-BE49-F238E27FC236}">
                  <a16:creationId xmlns:a16="http://schemas.microsoft.com/office/drawing/2014/main" id="{4A9BFF4D-9FD6-4AD1-B65B-293B779355B8}"/>
                </a:ext>
              </a:extLst>
            </p:cNvPr>
            <p:cNvCxnSpPr/>
            <p:nvPr/>
          </p:nvCxnSpPr>
          <p:spPr>
            <a:xfrm>
              <a:off x="4714876" y="5143523"/>
              <a:ext cx="1143008"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550C915D-3F10-4D4E-A943-799F4B7C8DDC}"/>
                </a:ext>
              </a:extLst>
            </p:cNvPr>
            <p:cNvCxnSpPr/>
            <p:nvPr/>
          </p:nvCxnSpPr>
          <p:spPr>
            <a:xfrm>
              <a:off x="3351203" y="5143523"/>
              <a:ext cx="72073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D9D2C54-E899-4AD9-8903-D0D7A6A19848}"/>
                </a:ext>
              </a:extLst>
            </p:cNvPr>
            <p:cNvCxnSpPr>
              <a:cxnSpLocks/>
            </p:cNvCxnSpPr>
            <p:nvPr/>
          </p:nvCxnSpPr>
          <p:spPr>
            <a:xfrm rot="5400000">
              <a:off x="4928394" y="5644382"/>
              <a:ext cx="1000132"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D76B559-E84C-40C5-947E-399D2729E694}"/>
                </a:ext>
              </a:extLst>
            </p:cNvPr>
            <p:cNvCxnSpPr>
              <a:cxnSpLocks/>
            </p:cNvCxnSpPr>
            <p:nvPr/>
          </p:nvCxnSpPr>
          <p:spPr>
            <a:xfrm rot="10800000">
              <a:off x="4714876" y="6143655"/>
              <a:ext cx="71438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CD2F5D2-FDA8-436C-915F-236FD4D8A2CA}"/>
                </a:ext>
              </a:extLst>
            </p:cNvPr>
            <p:cNvCxnSpPr>
              <a:cxnSpLocks/>
            </p:cNvCxnSpPr>
            <p:nvPr/>
          </p:nvCxnSpPr>
          <p:spPr>
            <a:xfrm rot="10800000">
              <a:off x="3214677" y="6143655"/>
              <a:ext cx="857256"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3164D5E-49C8-4ACF-B995-BCA7A9544B67}"/>
                </a:ext>
              </a:extLst>
            </p:cNvPr>
            <p:cNvCxnSpPr>
              <a:cxnSpLocks/>
            </p:cNvCxnSpPr>
            <p:nvPr/>
          </p:nvCxnSpPr>
          <p:spPr>
            <a:xfrm rot="5400000" flipH="1" flipV="1">
              <a:off x="2785255" y="5715820"/>
              <a:ext cx="857256"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12FD012C-8FA5-40F6-9414-E6C9D74A3FA9}"/>
                </a:ext>
              </a:extLst>
            </p:cNvPr>
            <p:cNvSpPr/>
            <p:nvPr/>
          </p:nvSpPr>
          <p:spPr>
            <a:xfrm>
              <a:off x="5389568" y="5118122"/>
              <a:ext cx="71439" cy="714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mc:AlternateContent xmlns:mc="http://schemas.openxmlformats.org/markup-compatibility/2006" xmlns:a14="http://schemas.microsoft.com/office/drawing/2010/main">
        <mc:Choice Requires="a14">
          <p:sp>
            <p:nvSpPr>
              <p:cNvPr id="48" name="Object 11">
                <a:extLst>
                  <a:ext uri="{FF2B5EF4-FFF2-40B4-BE49-F238E27FC236}">
                    <a16:creationId xmlns:a16="http://schemas.microsoft.com/office/drawing/2014/main" id="{4F25AE75-8792-4543-9B88-B2862A2FC1A6}"/>
                  </a:ext>
                </a:extLst>
              </p:cNvPr>
              <p:cNvSpPr txBox="1"/>
              <p:nvPr/>
            </p:nvSpPr>
            <p:spPr bwMode="auto">
              <a:xfrm>
                <a:off x="1047750" y="3648551"/>
                <a:ext cx="714375"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48" name="Object 11">
                <a:extLst>
                  <a:ext uri="{FF2B5EF4-FFF2-40B4-BE49-F238E27FC236}">
                    <a16:creationId xmlns:a16="http://schemas.microsoft.com/office/drawing/2014/main" id="{4F25AE75-8792-4543-9B88-B2862A2FC1A6}"/>
                  </a:ext>
                </a:extLst>
              </p:cNvPr>
              <p:cNvSpPr txBox="1">
                <a:spLocks noRot="1" noChangeAspect="1" noMove="1" noResize="1" noEditPoints="1" noAdjustHandles="1" noChangeArrowheads="1" noChangeShapeType="1" noTextEdit="1"/>
              </p:cNvSpPr>
              <p:nvPr/>
            </p:nvSpPr>
            <p:spPr bwMode="auto">
              <a:xfrm>
                <a:off x="1047750" y="3648551"/>
                <a:ext cx="714375" cy="461665"/>
              </a:xfrm>
              <a:prstGeom prst="rect">
                <a:avLst/>
              </a:prstGeom>
              <a:blipFill>
                <a:blip r:embed="rId13"/>
                <a:stretch>
                  <a:fillRect r="-10256" b="-21333"/>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D25004E-D9E7-4738-80BC-A78025F534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49BB5BB-8442-460C-ACE5-9F8A9D406DF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31" name="TextBox 2">
            <a:extLst>
              <a:ext uri="{FF2B5EF4-FFF2-40B4-BE49-F238E27FC236}">
                <a16:creationId xmlns:a16="http://schemas.microsoft.com/office/drawing/2014/main" id="{69789988-8E5F-49A0-BDFD-627EE01EC106}"/>
              </a:ext>
            </a:extLst>
          </p:cNvPr>
          <p:cNvSpPr txBox="1">
            <a:spLocks noChangeArrowheads="1"/>
          </p:cNvSpPr>
          <p:nvPr/>
        </p:nvSpPr>
        <p:spPr bwMode="auto">
          <a:xfrm>
            <a:off x="631825" y="428625"/>
            <a:ext cx="48526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第三种实现方式：</a:t>
            </a:r>
            <a:r>
              <a:rPr kumimoji="0" lang="zh-CN" altLang="en-US" sz="2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并联型表示</a:t>
            </a:r>
          </a:p>
        </p:txBody>
      </p:sp>
      <mc:AlternateContent xmlns:mc="http://schemas.openxmlformats.org/markup-compatibility/2006" xmlns:a14="http://schemas.microsoft.com/office/drawing/2010/main">
        <mc:Choice Requires="a14">
          <p:sp>
            <p:nvSpPr>
              <p:cNvPr id="5122" name="Object 2">
                <a:extLst>
                  <a:ext uri="{FF2B5EF4-FFF2-40B4-BE49-F238E27FC236}">
                    <a16:creationId xmlns:a16="http://schemas.microsoft.com/office/drawing/2014/main" id="{70748CFE-AB74-4F2F-AF47-5936EA3602B8}"/>
                  </a:ext>
                </a:extLst>
              </p:cNvPr>
              <p:cNvSpPr txBox="1"/>
              <p:nvPr/>
            </p:nvSpPr>
            <p:spPr bwMode="auto">
              <a:xfrm>
                <a:off x="1824585" y="1225081"/>
                <a:ext cx="5669235"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122" name="Object 2">
                <a:extLst>
                  <a:ext uri="{FF2B5EF4-FFF2-40B4-BE49-F238E27FC236}">
                    <a16:creationId xmlns:a16="http://schemas.microsoft.com/office/drawing/2014/main" id="{70748CFE-AB74-4F2F-AF47-5936EA3602B8}"/>
                  </a:ext>
                </a:extLst>
              </p:cNvPr>
              <p:cNvSpPr txBox="1">
                <a:spLocks noRot="1" noChangeAspect="1" noMove="1" noResize="1" noEditPoints="1" noAdjustHandles="1" noChangeArrowheads="1" noChangeShapeType="1" noTextEdit="1"/>
              </p:cNvSpPr>
              <p:nvPr/>
            </p:nvSpPr>
            <p:spPr bwMode="auto">
              <a:xfrm>
                <a:off x="1824585" y="1225081"/>
                <a:ext cx="5669235" cy="908967"/>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3" name="组合 4">
            <a:extLst>
              <a:ext uri="{FF2B5EF4-FFF2-40B4-BE49-F238E27FC236}">
                <a16:creationId xmlns:a16="http://schemas.microsoft.com/office/drawing/2014/main" id="{8C619432-F0A4-46E2-91EC-0283B876A3C6}"/>
              </a:ext>
            </a:extLst>
          </p:cNvPr>
          <p:cNvGrpSpPr>
            <a:grpSpLocks/>
          </p:cNvGrpSpPr>
          <p:nvPr/>
        </p:nvGrpSpPr>
        <p:grpSpPr bwMode="auto">
          <a:xfrm>
            <a:off x="2786063" y="2457330"/>
            <a:ext cx="3643312" cy="1757484"/>
            <a:chOff x="2428860" y="4743348"/>
            <a:chExt cx="3643338" cy="1757496"/>
          </a:xfrm>
        </p:grpSpPr>
        <p:cxnSp>
          <p:nvCxnSpPr>
            <p:cNvPr id="6" name="直接箭头连接符 5">
              <a:extLst>
                <a:ext uri="{FF2B5EF4-FFF2-40B4-BE49-F238E27FC236}">
                  <a16:creationId xmlns:a16="http://schemas.microsoft.com/office/drawing/2014/main" id="{20F2B78D-3540-4E6E-9082-4FC73313743A}"/>
                </a:ext>
              </a:extLst>
            </p:cNvPr>
            <p:cNvCxnSpPr/>
            <p:nvPr/>
          </p:nvCxnSpPr>
          <p:spPr>
            <a:xfrm>
              <a:off x="2428860" y="5143521"/>
              <a:ext cx="64294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5128" name="Object 3">
                  <a:extLst>
                    <a:ext uri="{FF2B5EF4-FFF2-40B4-BE49-F238E27FC236}">
                      <a16:creationId xmlns:a16="http://schemas.microsoft.com/office/drawing/2014/main" id="{32FEB1D6-5EFA-495C-B904-8503A1F47265}"/>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spid="_x0000_s42298" name="Equation" r:id="rId4" imgW="164880" imgH="177480" progId="Equation.DSMT4">
                        <p:embed/>
                      </p:oleObj>
                    </mc:Choice>
                    <mc:Fallback>
                      <p:oleObj name="Equation" r:id="rId4" imgW="164880" imgH="177480" progId="Equation.DSMT4">
                        <p:embed/>
                        <p:pic>
                          <p:nvPicPr>
                            <p:cNvPr id="5128" name="Object 3">
                              <a:extLst>
                                <a:ext uri="{FF2B5EF4-FFF2-40B4-BE49-F238E27FC236}">
                                  <a16:creationId xmlns:a16="http://schemas.microsoft.com/office/drawing/2014/main" id="{32FEB1D6-5EFA-495C-B904-8503A1F47265}"/>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5128" name="Object 3">
                  <a:extLst>
                    <a:ext uri="{FF2B5EF4-FFF2-40B4-BE49-F238E27FC236}">
                      <a16:creationId xmlns:a16="http://schemas.microsoft.com/office/drawing/2014/main" id="{32FEB1D6-5EFA-495C-B904-8503A1F47265}"/>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name="Equation" r:id="rId6" imgW="164880" imgH="177480" progId="Equation.DSMT4">
                        <p:embed/>
                      </p:oleObj>
                    </mc:Choice>
                    <mc:Fallback>
                      <p:oleObj name="Equation" r:id="rId6" imgW="164880" imgH="177480" progId="Equation.DSMT4">
                        <p:embed/>
                        <p:pic>
                          <p:nvPicPr>
                            <p:cNvPr id="5128" name="Object 3">
                              <a:extLst>
                                <a:ext uri="{FF2B5EF4-FFF2-40B4-BE49-F238E27FC236}">
                                  <a16:creationId xmlns:a16="http://schemas.microsoft.com/office/drawing/2014/main" id="{32FEB1D6-5EFA-495C-B904-8503A1F472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5158" name="组合 31">
              <a:extLst>
                <a:ext uri="{FF2B5EF4-FFF2-40B4-BE49-F238E27FC236}">
                  <a16:creationId xmlns:a16="http://schemas.microsoft.com/office/drawing/2014/main" id="{A753DBFB-1724-4A00-B538-CAB57BD8C836}"/>
                </a:ext>
              </a:extLst>
            </p:cNvPr>
            <p:cNvGrpSpPr>
              <a:grpSpLocks/>
            </p:cNvGrpSpPr>
            <p:nvPr/>
          </p:nvGrpSpPr>
          <p:grpSpPr bwMode="auto">
            <a:xfrm>
              <a:off x="4071934" y="4743348"/>
              <a:ext cx="642943" cy="786375"/>
              <a:chOff x="4357686" y="4957652"/>
              <a:chExt cx="642943" cy="786375"/>
            </a:xfrm>
          </p:grpSpPr>
          <mc:AlternateContent xmlns:mc="http://schemas.openxmlformats.org/markup-compatibility/2006" xmlns:a14="http://schemas.microsoft.com/office/drawing/2010/main">
            <mc:Choice Requires="a14">
              <p:sp>
                <p:nvSpPr>
                  <p:cNvPr id="5129" name="Object 4">
                    <a:extLst>
                      <a:ext uri="{FF2B5EF4-FFF2-40B4-BE49-F238E27FC236}">
                        <a16:creationId xmlns:a16="http://schemas.microsoft.com/office/drawing/2014/main" id="{A7599D6C-97A8-4E8D-ABC0-0314515ED107}"/>
                      </a:ext>
                    </a:extLst>
                  </p:cNvPr>
                  <p:cNvSpPr txBox="1"/>
                  <p:nvPr/>
                </p:nvSpPr>
                <p:spPr bwMode="auto">
                  <a:xfrm>
                    <a:off x="4525907" y="4957652"/>
                    <a:ext cx="338250" cy="7863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129" name="Object 4">
                    <a:extLst>
                      <a:ext uri="{FF2B5EF4-FFF2-40B4-BE49-F238E27FC236}">
                        <a16:creationId xmlns:a16="http://schemas.microsoft.com/office/drawing/2014/main" id="{A7599D6C-97A8-4E8D-ABC0-0314515ED107}"/>
                      </a:ext>
                    </a:extLst>
                  </p:cNvPr>
                  <p:cNvSpPr txBox="1">
                    <a:spLocks noRot="1" noChangeAspect="1" noMove="1" noResize="1" noEditPoints="1" noAdjustHandles="1" noChangeArrowheads="1" noChangeShapeType="1" noTextEdit="1"/>
                  </p:cNvSpPr>
                  <p:nvPr/>
                </p:nvSpPr>
                <p:spPr bwMode="auto">
                  <a:xfrm>
                    <a:off x="4525907" y="4957652"/>
                    <a:ext cx="338250" cy="786375"/>
                  </a:xfrm>
                  <a:prstGeom prst="rect">
                    <a:avLst/>
                  </a:prstGeom>
                  <a:blipFill>
                    <a:blip r:embed="rId8"/>
                    <a:stretch>
                      <a:fillRect/>
                    </a:stretch>
                  </a:blipFill>
                  <a:ln>
                    <a:noFill/>
                  </a:ln>
                  <a:effectLst/>
                </p:spPr>
                <p:txBody>
                  <a:bodyPr/>
                  <a:lstStyle/>
                  <a:p>
                    <a:r>
                      <a:rPr lang="en-US">
                        <a:noFill/>
                      </a:rPr>
                      <a:t> </a:t>
                    </a:r>
                  </a:p>
                </p:txBody>
              </p:sp>
            </mc:Fallback>
          </mc:AlternateContent>
          <p:sp>
            <p:nvSpPr>
              <p:cNvPr id="20" name="矩形 19">
                <a:extLst>
                  <a:ext uri="{FF2B5EF4-FFF2-40B4-BE49-F238E27FC236}">
                    <a16:creationId xmlns:a16="http://schemas.microsoft.com/office/drawing/2014/main" id="{36D251FD-B36C-4C68-A678-05939125EA61}"/>
                  </a:ext>
                </a:extLst>
              </p:cNvPr>
              <p:cNvSpPr/>
              <p:nvPr/>
            </p:nvSpPr>
            <p:spPr>
              <a:xfrm>
                <a:off x="4357686" y="5000636"/>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159" name="组合 32">
              <a:extLst>
                <a:ext uri="{FF2B5EF4-FFF2-40B4-BE49-F238E27FC236}">
                  <a16:creationId xmlns:a16="http://schemas.microsoft.com/office/drawing/2014/main" id="{D1437287-036E-4EE5-BAB9-75E0031FC098}"/>
                </a:ext>
              </a:extLst>
            </p:cNvPr>
            <p:cNvGrpSpPr>
              <a:grpSpLocks/>
            </p:cNvGrpSpPr>
            <p:nvPr/>
          </p:nvGrpSpPr>
          <p:grpSpPr bwMode="auto">
            <a:xfrm>
              <a:off x="4071934" y="5786464"/>
              <a:ext cx="642942" cy="714380"/>
              <a:chOff x="4494320" y="6119504"/>
              <a:chExt cx="642942" cy="714380"/>
            </a:xfrm>
          </p:grpSpPr>
          <p:sp>
            <p:nvSpPr>
              <p:cNvPr id="5167" name="TextBox 16">
                <a:extLst>
                  <a:ext uri="{FF2B5EF4-FFF2-40B4-BE49-F238E27FC236}">
                    <a16:creationId xmlns:a16="http://schemas.microsoft.com/office/drawing/2014/main" id="{AEEE0574-877B-4605-9660-EFA8AB6D4249}"/>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B80ED8E8-9A34-4B8F-B95D-737005D9D58B}"/>
                  </a:ext>
                </a:extLst>
              </p:cNvPr>
              <p:cNvSpPr/>
              <p:nvPr/>
            </p:nvSpPr>
            <p:spPr>
              <a:xfrm>
                <a:off x="4494320" y="6119504"/>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0" name="直接箭头连接符 9">
              <a:extLst>
                <a:ext uri="{FF2B5EF4-FFF2-40B4-BE49-F238E27FC236}">
                  <a16:creationId xmlns:a16="http://schemas.microsoft.com/office/drawing/2014/main" id="{92EFAD08-8CBB-46C7-B91B-40F97B83C2A0}"/>
                </a:ext>
              </a:extLst>
            </p:cNvPr>
            <p:cNvCxnSpPr/>
            <p:nvPr/>
          </p:nvCxnSpPr>
          <p:spPr>
            <a:xfrm>
              <a:off x="4714876" y="5143521"/>
              <a:ext cx="1357322" cy="1588"/>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B574152F-AD6F-43EF-9BBD-34A41ABF7EF1}"/>
                </a:ext>
              </a:extLst>
            </p:cNvPr>
            <p:cNvCxnSpPr/>
            <p:nvPr/>
          </p:nvCxnSpPr>
          <p:spPr>
            <a:xfrm>
              <a:off x="3351204" y="5143521"/>
              <a:ext cx="72073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8FE8EED-8BA4-4E82-8C8B-8A089CD6995B}"/>
                </a:ext>
              </a:extLst>
            </p:cNvPr>
            <p:cNvCxnSpPr/>
            <p:nvPr/>
          </p:nvCxnSpPr>
          <p:spPr>
            <a:xfrm rot="5400000">
              <a:off x="4929190" y="5643588"/>
              <a:ext cx="1000132"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D0A669E-495B-4636-865E-F1DDD131CBF5}"/>
                </a:ext>
              </a:extLst>
            </p:cNvPr>
            <p:cNvCxnSpPr>
              <a:endCxn id="18" idx="3"/>
            </p:cNvCxnSpPr>
            <p:nvPr/>
          </p:nvCxnSpPr>
          <p:spPr>
            <a:xfrm rot="10800000">
              <a:off x="4714876" y="6143653"/>
              <a:ext cx="71438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68F5E35-6B4B-410F-8C1F-4CF17F1EA022}"/>
                </a:ext>
              </a:extLst>
            </p:cNvPr>
            <p:cNvCxnSpPr>
              <a:stCxn id="18" idx="1"/>
            </p:cNvCxnSpPr>
            <p:nvPr/>
          </p:nvCxnSpPr>
          <p:spPr>
            <a:xfrm rot="10800000">
              <a:off x="3214678" y="6143653"/>
              <a:ext cx="857256"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747B151A-8BE1-46A6-A5FC-4B4A8F92A397}"/>
                </a:ext>
              </a:extLst>
            </p:cNvPr>
            <p:cNvCxnSpPr/>
            <p:nvPr/>
          </p:nvCxnSpPr>
          <p:spPr>
            <a:xfrm rot="5400000" flipH="1" flipV="1">
              <a:off x="2786051" y="5715025"/>
              <a:ext cx="857256" cy="31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17D5846C-96CF-475F-BBEC-C522375B5400}"/>
                </a:ext>
              </a:extLst>
            </p:cNvPr>
            <p:cNvSpPr/>
            <p:nvPr/>
          </p:nvSpPr>
          <p:spPr>
            <a:xfrm>
              <a:off x="5389568" y="5118121"/>
              <a:ext cx="71439" cy="7143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37">
            <a:extLst>
              <a:ext uri="{FF2B5EF4-FFF2-40B4-BE49-F238E27FC236}">
                <a16:creationId xmlns:a16="http://schemas.microsoft.com/office/drawing/2014/main" id="{63E9104C-8B66-49A7-911B-C6AB8DD9C90F}"/>
              </a:ext>
            </a:extLst>
          </p:cNvPr>
          <p:cNvGrpSpPr>
            <a:grpSpLocks/>
          </p:cNvGrpSpPr>
          <p:nvPr/>
        </p:nvGrpSpPr>
        <p:grpSpPr bwMode="auto">
          <a:xfrm>
            <a:off x="2786063" y="4653480"/>
            <a:ext cx="3643312" cy="1775897"/>
            <a:chOff x="2428860" y="4724935"/>
            <a:chExt cx="3643338" cy="1775909"/>
          </a:xfrm>
        </p:grpSpPr>
        <p:cxnSp>
          <p:nvCxnSpPr>
            <p:cNvPr id="39" name="直接箭头连接符 38">
              <a:extLst>
                <a:ext uri="{FF2B5EF4-FFF2-40B4-BE49-F238E27FC236}">
                  <a16:creationId xmlns:a16="http://schemas.microsoft.com/office/drawing/2014/main" id="{E57EBB48-9C01-4090-A851-7F4273E11A68}"/>
                </a:ext>
              </a:extLst>
            </p:cNvPr>
            <p:cNvCxnSpPr/>
            <p:nvPr/>
          </p:nvCxnSpPr>
          <p:spPr>
            <a:xfrm>
              <a:off x="2428860" y="5143523"/>
              <a:ext cx="642942"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5126" name="Object 9">
                  <a:extLst>
                    <a:ext uri="{FF2B5EF4-FFF2-40B4-BE49-F238E27FC236}">
                      <a16:creationId xmlns:a16="http://schemas.microsoft.com/office/drawing/2014/main" id="{4350AF9E-A761-4D70-B961-AE974AF8408C}"/>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spid="_x0000_s42299" name="Equation" r:id="rId9" imgW="164880" imgH="177480" progId="Equation.DSMT4">
                        <p:embed/>
                      </p:oleObj>
                    </mc:Choice>
                    <mc:Fallback>
                      <p:oleObj name="Equation" r:id="rId9" imgW="164880" imgH="177480" progId="Equation.DSMT4">
                        <p:embed/>
                        <p:pic>
                          <p:nvPicPr>
                            <p:cNvPr id="5126" name="Object 9">
                              <a:extLst>
                                <a:ext uri="{FF2B5EF4-FFF2-40B4-BE49-F238E27FC236}">
                                  <a16:creationId xmlns:a16="http://schemas.microsoft.com/office/drawing/2014/main" id="{4350AF9E-A761-4D70-B961-AE974AF8408C}"/>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5126" name="Object 9">
                  <a:extLst>
                    <a:ext uri="{FF2B5EF4-FFF2-40B4-BE49-F238E27FC236}">
                      <a16:creationId xmlns:a16="http://schemas.microsoft.com/office/drawing/2014/main" id="{4350AF9E-A761-4D70-B961-AE974AF8408C}"/>
                    </a:ext>
                  </a:extLst>
                </p:cNvPr>
                <p:cNvGraphicFramePr>
                  <a:graphicFrameLocks noChangeAspect="1"/>
                </p:cNvGraphicFramePr>
                <p:nvPr/>
              </p:nvGraphicFramePr>
              <p:xfrm>
                <a:off x="3000364" y="4873536"/>
                <a:ext cx="496888" cy="534987"/>
              </p:xfrm>
              <a:graphic>
                <a:graphicData uri="http://schemas.openxmlformats.org/presentationml/2006/ole">
                  <mc:AlternateContent>
                    <mc:Choice xmlns:v="urn:schemas-microsoft-com:vml" Requires="v">
                      <p:oleObj name="Equation" r:id="rId10" imgW="164880" imgH="177480" progId="Equation.DSMT4">
                        <p:embed/>
                      </p:oleObj>
                    </mc:Choice>
                    <mc:Fallback>
                      <p:oleObj name="Equation" r:id="rId10" imgW="164880" imgH="177480" progId="Equation.DSMT4">
                        <p:embed/>
                        <p:pic>
                          <p:nvPicPr>
                            <p:cNvPr id="5126" name="Object 9">
                              <a:extLst>
                                <a:ext uri="{FF2B5EF4-FFF2-40B4-BE49-F238E27FC236}">
                                  <a16:creationId xmlns:a16="http://schemas.microsoft.com/office/drawing/2014/main" id="{4350AF9E-A761-4D70-B961-AE974AF840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0364" y="4873536"/>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5145" name="组合 31">
              <a:extLst>
                <a:ext uri="{FF2B5EF4-FFF2-40B4-BE49-F238E27FC236}">
                  <a16:creationId xmlns:a16="http://schemas.microsoft.com/office/drawing/2014/main" id="{77E6D3BE-348D-4E39-A5E9-6EBBEB095BF9}"/>
                </a:ext>
              </a:extLst>
            </p:cNvPr>
            <p:cNvGrpSpPr>
              <a:grpSpLocks/>
            </p:cNvGrpSpPr>
            <p:nvPr/>
          </p:nvGrpSpPr>
          <p:grpSpPr bwMode="auto">
            <a:xfrm>
              <a:off x="4071934" y="4724935"/>
              <a:ext cx="642943" cy="786375"/>
              <a:chOff x="4357686" y="4939239"/>
              <a:chExt cx="642943" cy="786375"/>
            </a:xfrm>
          </p:grpSpPr>
          <mc:AlternateContent xmlns:mc="http://schemas.openxmlformats.org/markup-compatibility/2006" xmlns:a14="http://schemas.microsoft.com/office/drawing/2010/main">
            <mc:Choice Requires="a14">
              <p:sp>
                <p:nvSpPr>
                  <p:cNvPr id="5127" name="Object 10">
                    <a:extLst>
                      <a:ext uri="{FF2B5EF4-FFF2-40B4-BE49-F238E27FC236}">
                        <a16:creationId xmlns:a16="http://schemas.microsoft.com/office/drawing/2014/main" id="{63B6581B-8440-49C8-898B-42BAB5B3A7E9}"/>
                      </a:ext>
                    </a:extLst>
                  </p:cNvPr>
                  <p:cNvSpPr txBox="1"/>
                  <p:nvPr/>
                </p:nvSpPr>
                <p:spPr bwMode="auto">
                  <a:xfrm>
                    <a:off x="4515780" y="4939239"/>
                    <a:ext cx="338250" cy="7863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127" name="Object 10">
                    <a:extLst>
                      <a:ext uri="{FF2B5EF4-FFF2-40B4-BE49-F238E27FC236}">
                        <a16:creationId xmlns:a16="http://schemas.microsoft.com/office/drawing/2014/main" id="{63B6581B-8440-49C8-898B-42BAB5B3A7E9}"/>
                      </a:ext>
                    </a:extLst>
                  </p:cNvPr>
                  <p:cNvSpPr txBox="1">
                    <a:spLocks noRot="1" noChangeAspect="1" noMove="1" noResize="1" noEditPoints="1" noAdjustHandles="1" noChangeArrowheads="1" noChangeShapeType="1" noTextEdit="1"/>
                  </p:cNvSpPr>
                  <p:nvPr/>
                </p:nvSpPr>
                <p:spPr bwMode="auto">
                  <a:xfrm>
                    <a:off x="4515780" y="4939239"/>
                    <a:ext cx="338250" cy="786375"/>
                  </a:xfrm>
                  <a:prstGeom prst="rect">
                    <a:avLst/>
                  </a:prstGeom>
                  <a:blipFill>
                    <a:blip r:embed="rId11"/>
                    <a:stretch>
                      <a:fillRect/>
                    </a:stretch>
                  </a:blipFill>
                  <a:ln>
                    <a:noFill/>
                  </a:ln>
                  <a:effectLst/>
                </p:spPr>
                <p:txBody>
                  <a:bodyPr/>
                  <a:lstStyle/>
                  <a:p>
                    <a:r>
                      <a:rPr lang="en-US">
                        <a:noFill/>
                      </a:rPr>
                      <a:t> </a:t>
                    </a:r>
                  </a:p>
                </p:txBody>
              </p:sp>
            </mc:Fallback>
          </mc:AlternateContent>
          <p:sp>
            <p:nvSpPr>
              <p:cNvPr id="53" name="矩形 52">
                <a:extLst>
                  <a:ext uri="{FF2B5EF4-FFF2-40B4-BE49-F238E27FC236}">
                    <a16:creationId xmlns:a16="http://schemas.microsoft.com/office/drawing/2014/main" id="{935A035D-3F94-4D54-9A2A-9CCA239FC85E}"/>
                  </a:ext>
                </a:extLst>
              </p:cNvPr>
              <p:cNvSpPr/>
              <p:nvPr/>
            </p:nvSpPr>
            <p:spPr>
              <a:xfrm>
                <a:off x="4357686" y="5000636"/>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146" name="组合 32">
              <a:extLst>
                <a:ext uri="{FF2B5EF4-FFF2-40B4-BE49-F238E27FC236}">
                  <a16:creationId xmlns:a16="http://schemas.microsoft.com/office/drawing/2014/main" id="{81FA8EFA-735A-4923-889A-1FFD36F17623}"/>
                </a:ext>
              </a:extLst>
            </p:cNvPr>
            <p:cNvGrpSpPr>
              <a:grpSpLocks/>
            </p:cNvGrpSpPr>
            <p:nvPr/>
          </p:nvGrpSpPr>
          <p:grpSpPr bwMode="auto">
            <a:xfrm>
              <a:off x="4071934" y="5786464"/>
              <a:ext cx="642942" cy="714380"/>
              <a:chOff x="4494320" y="6119504"/>
              <a:chExt cx="642942" cy="714380"/>
            </a:xfrm>
          </p:grpSpPr>
          <p:sp>
            <p:nvSpPr>
              <p:cNvPr id="5154" name="TextBox 49">
                <a:extLst>
                  <a:ext uri="{FF2B5EF4-FFF2-40B4-BE49-F238E27FC236}">
                    <a16:creationId xmlns:a16="http://schemas.microsoft.com/office/drawing/2014/main" id="{4D6A127F-2EC8-4EB1-8F96-3FF7580FAE2F}"/>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a:extLst>
                  <a:ext uri="{FF2B5EF4-FFF2-40B4-BE49-F238E27FC236}">
                    <a16:creationId xmlns:a16="http://schemas.microsoft.com/office/drawing/2014/main" id="{F9C7268D-BACA-4553-967B-21803D9B6512}"/>
                  </a:ext>
                </a:extLst>
              </p:cNvPr>
              <p:cNvSpPr/>
              <p:nvPr/>
            </p:nvSpPr>
            <p:spPr>
              <a:xfrm>
                <a:off x="4494320" y="6119504"/>
                <a:ext cx="642943" cy="7143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43" name="直接箭头连接符 42">
              <a:extLst>
                <a:ext uri="{FF2B5EF4-FFF2-40B4-BE49-F238E27FC236}">
                  <a16:creationId xmlns:a16="http://schemas.microsoft.com/office/drawing/2014/main" id="{37885C5B-17AD-48F2-90AF-3067DD56D19A}"/>
                </a:ext>
              </a:extLst>
            </p:cNvPr>
            <p:cNvCxnSpPr/>
            <p:nvPr/>
          </p:nvCxnSpPr>
          <p:spPr>
            <a:xfrm>
              <a:off x="4714876" y="5143523"/>
              <a:ext cx="1357322" cy="1587"/>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5EA01413-22AA-4DC8-9040-9495482FCBE5}"/>
                </a:ext>
              </a:extLst>
            </p:cNvPr>
            <p:cNvCxnSpPr/>
            <p:nvPr/>
          </p:nvCxnSpPr>
          <p:spPr>
            <a:xfrm>
              <a:off x="3351204" y="5143523"/>
              <a:ext cx="72073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18E68E-AD47-4349-AE4E-91BC89BDB01F}"/>
                </a:ext>
              </a:extLst>
            </p:cNvPr>
            <p:cNvCxnSpPr/>
            <p:nvPr/>
          </p:nvCxnSpPr>
          <p:spPr>
            <a:xfrm rot="5400000">
              <a:off x="4929190" y="5643588"/>
              <a:ext cx="1000132"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3F3170AB-27F9-4297-BFA6-CC2F58F3A6C1}"/>
                </a:ext>
              </a:extLst>
            </p:cNvPr>
            <p:cNvCxnSpPr>
              <a:endCxn id="51" idx="3"/>
            </p:cNvCxnSpPr>
            <p:nvPr/>
          </p:nvCxnSpPr>
          <p:spPr>
            <a:xfrm rot="10800000">
              <a:off x="4714876" y="6143655"/>
              <a:ext cx="714380"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DDE7577-815C-4632-98BF-6A1343775E93}"/>
                </a:ext>
              </a:extLst>
            </p:cNvPr>
            <p:cNvCxnSpPr>
              <a:stCxn id="51" idx="1"/>
            </p:cNvCxnSpPr>
            <p:nvPr/>
          </p:nvCxnSpPr>
          <p:spPr>
            <a:xfrm rot="10800000">
              <a:off x="3214678" y="6143655"/>
              <a:ext cx="857256"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17A11DD4-8E80-4717-B948-00B8853F1C97}"/>
                </a:ext>
              </a:extLst>
            </p:cNvPr>
            <p:cNvCxnSpPr/>
            <p:nvPr/>
          </p:nvCxnSpPr>
          <p:spPr>
            <a:xfrm rot="5400000" flipH="1" flipV="1">
              <a:off x="2786051" y="5715025"/>
              <a:ext cx="857256" cy="3175"/>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2344FA51-6A5C-4AE1-BEFE-B3BEDF6C0C22}"/>
                </a:ext>
              </a:extLst>
            </p:cNvPr>
            <p:cNvSpPr/>
            <p:nvPr/>
          </p:nvSpPr>
          <p:spPr>
            <a:xfrm>
              <a:off x="5389568" y="5118122"/>
              <a:ext cx="71439" cy="714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17" name="组合 74">
            <a:extLst>
              <a:ext uri="{FF2B5EF4-FFF2-40B4-BE49-F238E27FC236}">
                <a16:creationId xmlns:a16="http://schemas.microsoft.com/office/drawing/2014/main" id="{ECD22686-1675-47D6-AD00-464C52E6ECEC}"/>
              </a:ext>
            </a:extLst>
          </p:cNvPr>
          <p:cNvGrpSpPr>
            <a:grpSpLocks/>
          </p:cNvGrpSpPr>
          <p:nvPr/>
        </p:nvGrpSpPr>
        <p:grpSpPr bwMode="auto">
          <a:xfrm>
            <a:off x="1814142" y="2857500"/>
            <a:ext cx="6398510" cy="2216150"/>
            <a:chOff x="1956999" y="2786852"/>
            <a:chExt cx="6398550" cy="2214578"/>
          </a:xfrm>
        </p:grpSpPr>
        <mc:AlternateContent xmlns:mc="http://schemas.openxmlformats.org/markup-compatibility/2006" xmlns:a14="http://schemas.microsoft.com/office/drawing/2010/main">
          <mc:Choice Requires="a14">
            <p:sp>
              <p:nvSpPr>
                <p:cNvPr id="5123" name="Object 5">
                  <a:extLst>
                    <a:ext uri="{FF2B5EF4-FFF2-40B4-BE49-F238E27FC236}">
                      <a16:creationId xmlns:a16="http://schemas.microsoft.com/office/drawing/2014/main" id="{46420416-1049-4303-9277-79084EB69A63}"/>
                    </a:ext>
                  </a:extLst>
                </p:cNvPr>
                <p:cNvSpPr txBox="1"/>
                <p:nvPr/>
              </p:nvSpPr>
              <p:spPr bwMode="auto">
                <a:xfrm>
                  <a:off x="7683517" y="3456659"/>
                  <a:ext cx="672032" cy="461338"/>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123" name="Object 5">
                  <a:extLst>
                    <a:ext uri="{FF2B5EF4-FFF2-40B4-BE49-F238E27FC236}">
                      <a16:creationId xmlns:a16="http://schemas.microsoft.com/office/drawing/2014/main" id="{46420416-1049-4303-9277-79084EB69A63}"/>
                    </a:ext>
                  </a:extLst>
                </p:cNvPr>
                <p:cNvSpPr txBox="1">
                  <a:spLocks noRot="1" noChangeAspect="1" noMove="1" noResize="1" noEditPoints="1" noAdjustHandles="1" noChangeArrowheads="1" noChangeShapeType="1" noTextEdit="1"/>
                </p:cNvSpPr>
                <p:nvPr/>
              </p:nvSpPr>
              <p:spPr bwMode="auto">
                <a:xfrm>
                  <a:off x="7683517" y="3456659"/>
                  <a:ext cx="672032" cy="461338"/>
                </a:xfrm>
                <a:prstGeom prst="rect">
                  <a:avLst/>
                </a:prstGeom>
                <a:blipFill>
                  <a:blip r:embed="rId12"/>
                  <a:stretch>
                    <a:fillRect l="-2727" r="-18182"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4" name="Object 8">
                  <a:extLst>
                    <a:ext uri="{FF2B5EF4-FFF2-40B4-BE49-F238E27FC236}">
                      <a16:creationId xmlns:a16="http://schemas.microsoft.com/office/drawing/2014/main" id="{F0A8FF8F-8218-4BF8-89C9-31BBDB6C60B9}"/>
                    </a:ext>
                  </a:extLst>
                </p:cNvPr>
                <p:cNvSpPr txBox="1"/>
                <p:nvPr/>
              </p:nvSpPr>
              <p:spPr bwMode="auto">
                <a:xfrm>
                  <a:off x="1956999" y="3360066"/>
                  <a:ext cx="726007" cy="461338"/>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5124" name="Object 8">
                  <a:extLst>
                    <a:ext uri="{FF2B5EF4-FFF2-40B4-BE49-F238E27FC236}">
                      <a16:creationId xmlns:a16="http://schemas.microsoft.com/office/drawing/2014/main" id="{F0A8FF8F-8218-4BF8-89C9-31BBDB6C60B9}"/>
                    </a:ext>
                  </a:extLst>
                </p:cNvPr>
                <p:cNvSpPr txBox="1">
                  <a:spLocks noRot="1" noChangeAspect="1" noMove="1" noResize="1" noEditPoints="1" noAdjustHandles="1" noChangeArrowheads="1" noChangeShapeType="1" noTextEdit="1"/>
                </p:cNvSpPr>
                <p:nvPr/>
              </p:nvSpPr>
              <p:spPr bwMode="auto">
                <a:xfrm>
                  <a:off x="1956999" y="3360066"/>
                  <a:ext cx="726007" cy="461338"/>
                </a:xfrm>
                <a:prstGeom prst="rect">
                  <a:avLst/>
                </a:prstGeom>
                <a:blipFill>
                  <a:blip r:embed="rId13"/>
                  <a:stretch>
                    <a:fillRect r="-8403" b="-19737"/>
                  </a:stretch>
                </a:blipFill>
                <a:ln>
                  <a:noFill/>
                </a:ln>
                <a:effectLst/>
              </p:spPr>
              <p:txBody>
                <a:bodyPr/>
                <a:lstStyle/>
                <a:p>
                  <a:r>
                    <a:rPr lang="en-US">
                      <a:noFill/>
                    </a:rPr>
                    <a:t> </a:t>
                  </a:r>
                </a:p>
              </p:txBody>
            </p:sp>
          </mc:Fallback>
        </mc:AlternateContent>
        <p:cxnSp>
          <p:nvCxnSpPr>
            <p:cNvPr id="55" name="直接连接符 54">
              <a:extLst>
                <a:ext uri="{FF2B5EF4-FFF2-40B4-BE49-F238E27FC236}">
                  <a16:creationId xmlns:a16="http://schemas.microsoft.com/office/drawing/2014/main" id="{90FD3340-C7D2-47C5-A901-1B529ECBF295}"/>
                </a:ext>
              </a:extLst>
            </p:cNvPr>
            <p:cNvCxnSpPr/>
            <p:nvPr/>
          </p:nvCxnSpPr>
          <p:spPr>
            <a:xfrm rot="5400000">
              <a:off x="1820843" y="3893347"/>
              <a:ext cx="2214578"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2C413E7-ACCD-4091-B1EE-A6F32BA15A11}"/>
                </a:ext>
              </a:extLst>
            </p:cNvPr>
            <p:cNvCxnSpPr/>
            <p:nvPr/>
          </p:nvCxnSpPr>
          <p:spPr>
            <a:xfrm>
              <a:off x="2000232" y="3857655"/>
              <a:ext cx="928694" cy="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5125" name="Object 11">
                  <a:extLst>
                    <a:ext uri="{FF2B5EF4-FFF2-40B4-BE49-F238E27FC236}">
                      <a16:creationId xmlns:a16="http://schemas.microsoft.com/office/drawing/2014/main" id="{82E8123A-DBCB-4935-B857-E5E46F164B3A}"/>
                    </a:ext>
                  </a:extLst>
                </p:cNvPr>
                <p:cNvGraphicFramePr>
                  <a:graphicFrameLocks noChangeAspect="1"/>
                </p:cNvGraphicFramePr>
                <p:nvPr/>
              </p:nvGraphicFramePr>
              <p:xfrm>
                <a:off x="6361128" y="3465517"/>
                <a:ext cx="496888" cy="534987"/>
              </p:xfrm>
              <a:graphic>
                <a:graphicData uri="http://schemas.openxmlformats.org/presentationml/2006/ole">
                  <mc:AlternateContent>
                    <mc:Choice xmlns:v="urn:schemas-microsoft-com:vml" Requires="v">
                      <p:oleObj spid="_x0000_s42300" name="Equation" r:id="rId14" imgW="164880" imgH="177480" progId="Equation.DSMT4">
                        <p:embed/>
                      </p:oleObj>
                    </mc:Choice>
                    <mc:Fallback>
                      <p:oleObj name="Equation" r:id="rId14" imgW="164880" imgH="177480" progId="Equation.DSMT4">
                        <p:embed/>
                        <p:pic>
                          <p:nvPicPr>
                            <p:cNvPr id="5125" name="Object 11">
                              <a:extLst>
                                <a:ext uri="{FF2B5EF4-FFF2-40B4-BE49-F238E27FC236}">
                                  <a16:creationId xmlns:a16="http://schemas.microsoft.com/office/drawing/2014/main" id="{82E8123A-DBCB-4935-B857-E5E46F164B3A}"/>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6361128" y="3465517"/>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5125" name="Object 11">
                  <a:extLst>
                    <a:ext uri="{FF2B5EF4-FFF2-40B4-BE49-F238E27FC236}">
                      <a16:creationId xmlns:a16="http://schemas.microsoft.com/office/drawing/2014/main" id="{82E8123A-DBCB-4935-B857-E5E46F164B3A}"/>
                    </a:ext>
                  </a:extLst>
                </p:cNvPr>
                <p:cNvGraphicFramePr>
                  <a:graphicFrameLocks noChangeAspect="1"/>
                </p:cNvGraphicFramePr>
                <p:nvPr/>
              </p:nvGraphicFramePr>
              <p:xfrm>
                <a:off x="6361128" y="3465517"/>
                <a:ext cx="496888" cy="534987"/>
              </p:xfrm>
              <a:graphic>
                <a:graphicData uri="http://schemas.openxmlformats.org/presentationml/2006/ole">
                  <mc:AlternateContent>
                    <mc:Choice xmlns:v="urn:schemas-microsoft-com:vml" Requires="v">
                      <p:oleObj name="Equation" r:id="rId15" imgW="164880" imgH="177480" progId="Equation.DSMT4">
                        <p:embed/>
                      </p:oleObj>
                    </mc:Choice>
                    <mc:Fallback>
                      <p:oleObj name="Equation" r:id="rId15" imgW="164880" imgH="177480" progId="Equation.DSMT4">
                        <p:embed/>
                        <p:pic>
                          <p:nvPicPr>
                            <p:cNvPr id="5125" name="Object 11">
                              <a:extLst>
                                <a:ext uri="{FF2B5EF4-FFF2-40B4-BE49-F238E27FC236}">
                                  <a16:creationId xmlns:a16="http://schemas.microsoft.com/office/drawing/2014/main" id="{82E8123A-DBCB-4935-B857-E5E46F164B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1128" y="3465517"/>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cxnSp>
          <p:nvCxnSpPr>
            <p:cNvPr id="60" name="直接箭头连接符 59">
              <a:extLst>
                <a:ext uri="{FF2B5EF4-FFF2-40B4-BE49-F238E27FC236}">
                  <a16:creationId xmlns:a16="http://schemas.microsoft.com/office/drawing/2014/main" id="{930C9FF3-217C-4077-88EB-C7861C1AC218}"/>
                </a:ext>
              </a:extLst>
            </p:cNvPr>
            <p:cNvCxnSpPr/>
            <p:nvPr/>
          </p:nvCxnSpPr>
          <p:spPr>
            <a:xfrm rot="5400000">
              <a:off x="6179632" y="3179480"/>
              <a:ext cx="785256"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2F3B4982-23E0-4570-B24D-85EE1458E08B}"/>
                </a:ext>
              </a:extLst>
            </p:cNvPr>
            <p:cNvCxnSpPr/>
            <p:nvPr/>
          </p:nvCxnSpPr>
          <p:spPr>
            <a:xfrm rot="5400000" flipH="1" flipV="1">
              <a:off x="6427900" y="4857070"/>
              <a:ext cx="287133"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5139" name="组合 66">
              <a:extLst>
                <a:ext uri="{FF2B5EF4-FFF2-40B4-BE49-F238E27FC236}">
                  <a16:creationId xmlns:a16="http://schemas.microsoft.com/office/drawing/2014/main" id="{6CE50947-9F43-48C9-8841-FA7E42F490C0}"/>
                </a:ext>
              </a:extLst>
            </p:cNvPr>
            <p:cNvGrpSpPr>
              <a:grpSpLocks/>
            </p:cNvGrpSpPr>
            <p:nvPr/>
          </p:nvGrpSpPr>
          <p:grpSpPr bwMode="auto">
            <a:xfrm>
              <a:off x="6254980" y="4214818"/>
              <a:ext cx="642942" cy="500066"/>
              <a:chOff x="7000892" y="4786322"/>
              <a:chExt cx="642942" cy="500066"/>
            </a:xfrm>
          </p:grpSpPr>
          <p:sp>
            <p:nvSpPr>
              <p:cNvPr id="5142" name="TextBox 64">
                <a:extLst>
                  <a:ext uri="{FF2B5EF4-FFF2-40B4-BE49-F238E27FC236}">
                    <a16:creationId xmlns:a16="http://schemas.microsoft.com/office/drawing/2014/main" id="{EE1D2EB9-2DEF-42C8-8D74-75C65DBF7A42}"/>
                  </a:ext>
                </a:extLst>
              </p:cNvPr>
              <p:cNvSpPr txBox="1">
                <a:spLocks noChangeArrowheads="1"/>
              </p:cNvSpPr>
              <p:nvPr/>
            </p:nvSpPr>
            <p:spPr bwMode="auto">
              <a:xfrm>
                <a:off x="7074880" y="4808957"/>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矩形 65">
                <a:extLst>
                  <a:ext uri="{FF2B5EF4-FFF2-40B4-BE49-F238E27FC236}">
                    <a16:creationId xmlns:a16="http://schemas.microsoft.com/office/drawing/2014/main" id="{4E0D0672-DB28-4782-8884-DF4E72ACDFD2}"/>
                  </a:ext>
                </a:extLst>
              </p:cNvPr>
              <p:cNvSpPr/>
              <p:nvPr/>
            </p:nvSpPr>
            <p:spPr>
              <a:xfrm>
                <a:off x="7000670" y="4786092"/>
                <a:ext cx="642942" cy="49970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1" name="直接箭头连接符 70">
              <a:extLst>
                <a:ext uri="{FF2B5EF4-FFF2-40B4-BE49-F238E27FC236}">
                  <a16:creationId xmlns:a16="http://schemas.microsoft.com/office/drawing/2014/main" id="{1E562F80-6521-4D2C-A015-CDC09225FCEB}"/>
                </a:ext>
              </a:extLst>
            </p:cNvPr>
            <p:cNvCxnSpPr>
              <a:stCxn id="66" idx="0"/>
            </p:cNvCxnSpPr>
            <p:nvPr/>
          </p:nvCxnSpPr>
          <p:spPr>
            <a:xfrm rot="16200000" flipV="1">
              <a:off x="6396175" y="4033740"/>
              <a:ext cx="356934" cy="476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452044AC-7C13-40B7-98D5-5E00BCEE8BA0}"/>
                </a:ext>
              </a:extLst>
            </p:cNvPr>
            <p:cNvCxnSpPr/>
            <p:nvPr/>
          </p:nvCxnSpPr>
          <p:spPr>
            <a:xfrm>
              <a:off x="6754824" y="3730745"/>
              <a:ext cx="928693" cy="158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3DD5FE0-1489-4B86-BE49-DCD13FDF334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847E53D-2088-49F3-B9BF-059868659E4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60" name="内容占位符 2">
            <a:extLst>
              <a:ext uri="{FF2B5EF4-FFF2-40B4-BE49-F238E27FC236}">
                <a16:creationId xmlns:a16="http://schemas.microsoft.com/office/drawing/2014/main" id="{E10422A5-2AB5-4164-972F-F9AFACA83877}"/>
              </a:ext>
            </a:extLst>
          </p:cNvPr>
          <p:cNvSpPr txBox="1">
            <a:spLocks/>
          </p:cNvSpPr>
          <p:nvPr/>
        </p:nvSpPr>
        <p:spPr bwMode="auto">
          <a:xfrm>
            <a:off x="382588" y="188640"/>
            <a:ext cx="822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mn-cs"/>
              </a:rPr>
              <a:t>例</a:t>
            </a:r>
            <a:r>
              <a:rPr kumimoji="0"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mn-cs"/>
              </a:rPr>
              <a:t>4</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 </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考虑因果</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LTI</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系统</a:t>
            </a:r>
          </a:p>
        </p:txBody>
      </p:sp>
      <mc:AlternateContent xmlns:mc="http://schemas.openxmlformats.org/markup-compatibility/2006" xmlns:a14="http://schemas.microsoft.com/office/drawing/2010/main">
        <mc:Choice Requires="a14">
          <p:sp>
            <p:nvSpPr>
              <p:cNvPr id="6146" name="Object 2">
                <a:extLst>
                  <a:ext uri="{FF2B5EF4-FFF2-40B4-BE49-F238E27FC236}">
                    <a16:creationId xmlns:a16="http://schemas.microsoft.com/office/drawing/2014/main" id="{E562A88E-F030-4FD5-B7FD-481FB13DE0A9}"/>
                  </a:ext>
                </a:extLst>
              </p:cNvPr>
              <p:cNvSpPr txBox="1"/>
              <p:nvPr/>
            </p:nvSpPr>
            <p:spPr bwMode="auto">
              <a:xfrm>
                <a:off x="615893" y="695772"/>
                <a:ext cx="2887663" cy="839653"/>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+4</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−6</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46" name="Object 2">
                <a:extLst>
                  <a:ext uri="{FF2B5EF4-FFF2-40B4-BE49-F238E27FC236}">
                    <a16:creationId xmlns:a16="http://schemas.microsoft.com/office/drawing/2014/main" id="{E562A88E-F030-4FD5-B7FD-481FB13DE0A9}"/>
                  </a:ext>
                </a:extLst>
              </p:cNvPr>
              <p:cNvSpPr txBox="1">
                <a:spLocks noRot="1" noChangeAspect="1" noMove="1" noResize="1" noEditPoints="1" noAdjustHandles="1" noChangeArrowheads="1" noChangeShapeType="1" noTextEdit="1"/>
              </p:cNvSpPr>
              <p:nvPr/>
            </p:nvSpPr>
            <p:spPr bwMode="auto">
              <a:xfrm>
                <a:off x="615893" y="695772"/>
                <a:ext cx="2887663" cy="839653"/>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2" name="组合 10">
            <a:extLst>
              <a:ext uri="{FF2B5EF4-FFF2-40B4-BE49-F238E27FC236}">
                <a16:creationId xmlns:a16="http://schemas.microsoft.com/office/drawing/2014/main" id="{17800941-3DDB-41F5-ABAB-5BB1F1FC87FF}"/>
              </a:ext>
            </a:extLst>
          </p:cNvPr>
          <p:cNvGrpSpPr>
            <a:grpSpLocks/>
          </p:cNvGrpSpPr>
          <p:nvPr/>
        </p:nvGrpSpPr>
        <p:grpSpPr bwMode="auto">
          <a:xfrm>
            <a:off x="2356219" y="4051810"/>
            <a:ext cx="4904156" cy="804455"/>
            <a:chOff x="2592755" y="3941444"/>
            <a:chExt cx="4903423" cy="804448"/>
          </a:xfrm>
        </p:grpSpPr>
        <mc:AlternateContent xmlns:mc="http://schemas.openxmlformats.org/markup-compatibility/2006" xmlns:a14="http://schemas.microsoft.com/office/drawing/2010/main">
          <mc:Choice Requires="a14">
            <p:sp>
              <p:nvSpPr>
                <p:cNvPr id="6154" name="Object 5">
                  <a:extLst>
                    <a:ext uri="{FF2B5EF4-FFF2-40B4-BE49-F238E27FC236}">
                      <a16:creationId xmlns:a16="http://schemas.microsoft.com/office/drawing/2014/main" id="{8E9AD03A-B58C-4D0E-BDD5-E74510B18658}"/>
                    </a:ext>
                  </a:extLst>
                </p:cNvPr>
                <p:cNvSpPr txBox="1"/>
                <p:nvPr/>
              </p:nvSpPr>
              <p:spPr bwMode="auto">
                <a:xfrm>
                  <a:off x="2592755" y="4345786"/>
                  <a:ext cx="873162" cy="40010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4" name="Object 5">
                  <a:extLst>
                    <a:ext uri="{FF2B5EF4-FFF2-40B4-BE49-F238E27FC236}">
                      <a16:creationId xmlns:a16="http://schemas.microsoft.com/office/drawing/2014/main" id="{8E9AD03A-B58C-4D0E-BDD5-E74510B18658}"/>
                    </a:ext>
                  </a:extLst>
                </p:cNvPr>
                <p:cNvSpPr txBox="1">
                  <a:spLocks noRot="1" noChangeAspect="1" noMove="1" noResize="1" noEditPoints="1" noAdjustHandles="1" noChangeArrowheads="1" noChangeShapeType="1" noTextEdit="1"/>
                </p:cNvSpPr>
                <p:nvPr/>
              </p:nvSpPr>
              <p:spPr bwMode="auto">
                <a:xfrm>
                  <a:off x="2592755" y="4345786"/>
                  <a:ext cx="873162" cy="400106"/>
                </a:xfrm>
                <a:prstGeom prst="rect">
                  <a:avLst/>
                </a:prstGeom>
                <a:blipFill>
                  <a:blip r:embed="rId4"/>
                  <a:stretch>
                    <a:fillRect r="-9091" b="-16667"/>
                  </a:stretch>
                </a:blipFill>
                <a:ln>
                  <a:noFill/>
                </a:ln>
                <a:effectLst/>
              </p:spPr>
              <p:txBody>
                <a:bodyPr/>
                <a:lstStyle/>
                <a:p>
                  <a:r>
                    <a:rPr lang="en-US">
                      <a:noFill/>
                    </a:rPr>
                    <a:t> </a:t>
                  </a:r>
                </a:p>
              </p:txBody>
            </p:sp>
          </mc:Fallback>
        </mc:AlternateContent>
        <p:grpSp>
          <p:nvGrpSpPr>
            <p:cNvPr id="6196" name="组合 31">
              <a:extLst>
                <a:ext uri="{FF2B5EF4-FFF2-40B4-BE49-F238E27FC236}">
                  <a16:creationId xmlns:a16="http://schemas.microsoft.com/office/drawing/2014/main" id="{71DA2847-94D8-4A95-A01B-4AF879479AE6}"/>
                </a:ext>
              </a:extLst>
            </p:cNvPr>
            <p:cNvGrpSpPr>
              <a:grpSpLocks/>
            </p:cNvGrpSpPr>
            <p:nvPr/>
          </p:nvGrpSpPr>
          <p:grpSpPr bwMode="auto">
            <a:xfrm>
              <a:off x="3418501" y="3941445"/>
              <a:ext cx="642841" cy="786361"/>
              <a:chOff x="4358303" y="4941558"/>
              <a:chExt cx="642841" cy="786361"/>
            </a:xfrm>
          </p:grpSpPr>
          <mc:AlternateContent xmlns:mc="http://schemas.openxmlformats.org/markup-compatibility/2006" xmlns:a14="http://schemas.microsoft.com/office/drawing/2010/main">
            <mc:Choice Requires="a14">
              <p:sp>
                <p:nvSpPr>
                  <p:cNvPr id="6158" name="Object 6">
                    <a:extLst>
                      <a:ext uri="{FF2B5EF4-FFF2-40B4-BE49-F238E27FC236}">
                        <a16:creationId xmlns:a16="http://schemas.microsoft.com/office/drawing/2014/main" id="{DDFC0ECD-5073-428D-9BE0-27B59511A876}"/>
                      </a:ext>
                    </a:extLst>
                  </p:cNvPr>
                  <p:cNvSpPr txBox="1"/>
                  <p:nvPr/>
                </p:nvSpPr>
                <p:spPr bwMode="auto">
                  <a:xfrm>
                    <a:off x="4517401" y="4941558"/>
                    <a:ext cx="330979" cy="786361"/>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8" name="Object 6">
                    <a:extLst>
                      <a:ext uri="{FF2B5EF4-FFF2-40B4-BE49-F238E27FC236}">
                        <a16:creationId xmlns:a16="http://schemas.microsoft.com/office/drawing/2014/main" id="{DDFC0ECD-5073-428D-9BE0-27B59511A876}"/>
                      </a:ext>
                    </a:extLst>
                  </p:cNvPr>
                  <p:cNvSpPr txBox="1">
                    <a:spLocks noRot="1" noChangeAspect="1" noMove="1" noResize="1" noEditPoints="1" noAdjustHandles="1" noChangeArrowheads="1" noChangeShapeType="1" noTextEdit="1"/>
                  </p:cNvSpPr>
                  <p:nvPr/>
                </p:nvSpPr>
                <p:spPr bwMode="auto">
                  <a:xfrm>
                    <a:off x="4517401" y="4941558"/>
                    <a:ext cx="330979" cy="786361"/>
                  </a:xfrm>
                  <a:prstGeom prst="rect">
                    <a:avLst/>
                  </a:prstGeom>
                  <a:blipFill>
                    <a:blip r:embed="rId5"/>
                    <a:stretch>
                      <a:fillRect/>
                    </a:stretch>
                  </a:blipFill>
                  <a:ln>
                    <a:noFill/>
                  </a:ln>
                  <a:effectLst/>
                </p:spPr>
                <p:txBody>
                  <a:bodyPr/>
                  <a:lstStyle/>
                  <a:p>
                    <a:r>
                      <a:rPr lang="en-US">
                        <a:noFill/>
                      </a:rPr>
                      <a:t> </a:t>
                    </a:r>
                  </a:p>
                </p:txBody>
              </p:sp>
            </mc:Fallback>
          </mc:AlternateContent>
          <p:sp>
            <p:nvSpPr>
              <p:cNvPr id="23" name="矩形 22">
                <a:extLst>
                  <a:ext uri="{FF2B5EF4-FFF2-40B4-BE49-F238E27FC236}">
                    <a16:creationId xmlns:a16="http://schemas.microsoft.com/office/drawing/2014/main" id="{C4EAF5CF-E8B1-4A8C-BF8A-8260B89AB494}"/>
                  </a:ext>
                </a:extLst>
              </p:cNvPr>
              <p:cNvSpPr/>
              <p:nvPr/>
            </p:nvSpPr>
            <p:spPr>
              <a:xfrm>
                <a:off x="4358303" y="5000626"/>
                <a:ext cx="642841" cy="7143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4" name="直接箭头连接符 13">
              <a:extLst>
                <a:ext uri="{FF2B5EF4-FFF2-40B4-BE49-F238E27FC236}">
                  <a16:creationId xmlns:a16="http://schemas.microsoft.com/office/drawing/2014/main" id="{E11733BB-DD25-4E3C-A997-D7D8A7338B2D}"/>
                </a:ext>
              </a:extLst>
            </p:cNvPr>
            <p:cNvCxnSpPr/>
            <p:nvPr/>
          </p:nvCxnSpPr>
          <p:spPr>
            <a:xfrm flipV="1">
              <a:off x="4061342" y="4357697"/>
              <a:ext cx="1428537"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55522C7-5F57-4742-905A-46F1615EF928}"/>
                </a:ext>
              </a:extLst>
            </p:cNvPr>
            <p:cNvCxnSpPr/>
            <p:nvPr/>
          </p:nvCxnSpPr>
          <p:spPr>
            <a:xfrm>
              <a:off x="2697884" y="4357697"/>
              <a:ext cx="720617"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55" name="Object 7">
                  <a:extLst>
                    <a:ext uri="{FF2B5EF4-FFF2-40B4-BE49-F238E27FC236}">
                      <a16:creationId xmlns:a16="http://schemas.microsoft.com/office/drawing/2014/main" id="{D954A382-6D4A-4810-9006-2299374DE436}"/>
                    </a:ext>
                  </a:extLst>
                </p:cNvPr>
                <p:cNvSpPr txBox="1"/>
                <p:nvPr/>
              </p:nvSpPr>
              <p:spPr bwMode="auto">
                <a:xfrm>
                  <a:off x="6843814" y="4114955"/>
                  <a:ext cx="652364" cy="461661"/>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𝑧</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5" name="Object 7">
                  <a:extLst>
                    <a:ext uri="{FF2B5EF4-FFF2-40B4-BE49-F238E27FC236}">
                      <a16:creationId xmlns:a16="http://schemas.microsoft.com/office/drawing/2014/main" id="{D954A382-6D4A-4810-9006-2299374DE436}"/>
                    </a:ext>
                  </a:extLst>
                </p:cNvPr>
                <p:cNvSpPr txBox="1">
                  <a:spLocks noRot="1" noChangeAspect="1" noMove="1" noResize="1" noEditPoints="1" noAdjustHandles="1" noChangeArrowheads="1" noChangeShapeType="1" noTextEdit="1"/>
                </p:cNvSpPr>
                <p:nvPr/>
              </p:nvSpPr>
              <p:spPr bwMode="auto">
                <a:xfrm>
                  <a:off x="6843814" y="4114955"/>
                  <a:ext cx="652364" cy="461661"/>
                </a:xfrm>
                <a:prstGeom prst="rect">
                  <a:avLst/>
                </a:prstGeom>
                <a:blipFill>
                  <a:blip r:embed="rId6"/>
                  <a:stretch>
                    <a:fillRect r="-17757" b="-19737"/>
                  </a:stretch>
                </a:blipFill>
                <a:ln>
                  <a:noFill/>
                </a:ln>
                <a:effectLst/>
              </p:spPr>
              <p:txBody>
                <a:bodyPr/>
                <a:lstStyle/>
                <a:p>
                  <a:r>
                    <a:rPr lang="en-US">
                      <a:noFill/>
                    </a:rPr>
                    <a:t> </a:t>
                  </a:r>
                </a:p>
              </p:txBody>
            </p:sp>
          </mc:Fallback>
        </mc:AlternateContent>
        <p:grpSp>
          <p:nvGrpSpPr>
            <p:cNvPr id="6199" name="组合 31">
              <a:extLst>
                <a:ext uri="{FF2B5EF4-FFF2-40B4-BE49-F238E27FC236}">
                  <a16:creationId xmlns:a16="http://schemas.microsoft.com/office/drawing/2014/main" id="{8EA03B3C-09C2-4C8E-B582-8422EA8C7110}"/>
                </a:ext>
              </a:extLst>
            </p:cNvPr>
            <p:cNvGrpSpPr>
              <a:grpSpLocks/>
            </p:cNvGrpSpPr>
            <p:nvPr/>
          </p:nvGrpSpPr>
          <p:grpSpPr bwMode="auto">
            <a:xfrm>
              <a:off x="5489879" y="3941444"/>
              <a:ext cx="642842" cy="786362"/>
              <a:chOff x="4357979" y="4941567"/>
              <a:chExt cx="642842" cy="786362"/>
            </a:xfrm>
          </p:grpSpPr>
          <mc:AlternateContent xmlns:mc="http://schemas.openxmlformats.org/markup-compatibility/2006" xmlns:a14="http://schemas.microsoft.com/office/drawing/2010/main">
            <mc:Choice Requires="a14">
              <p:sp>
                <p:nvSpPr>
                  <p:cNvPr id="6157" name="Object 8">
                    <a:extLst>
                      <a:ext uri="{FF2B5EF4-FFF2-40B4-BE49-F238E27FC236}">
                        <a16:creationId xmlns:a16="http://schemas.microsoft.com/office/drawing/2014/main" id="{DBFDBE03-E2E3-4111-9C7B-2292B5159CAE}"/>
                      </a:ext>
                    </a:extLst>
                  </p:cNvPr>
                  <p:cNvSpPr txBox="1"/>
                  <p:nvPr/>
                </p:nvSpPr>
                <p:spPr bwMode="auto">
                  <a:xfrm>
                    <a:off x="4536236" y="4941567"/>
                    <a:ext cx="330323" cy="78636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7" name="Object 8">
                    <a:extLst>
                      <a:ext uri="{FF2B5EF4-FFF2-40B4-BE49-F238E27FC236}">
                        <a16:creationId xmlns:a16="http://schemas.microsoft.com/office/drawing/2014/main" id="{DBFDBE03-E2E3-4111-9C7B-2292B5159CAE}"/>
                      </a:ext>
                    </a:extLst>
                  </p:cNvPr>
                  <p:cNvSpPr txBox="1">
                    <a:spLocks noRot="1" noChangeAspect="1" noMove="1" noResize="1" noEditPoints="1" noAdjustHandles="1" noChangeArrowheads="1" noChangeShapeType="1" noTextEdit="1"/>
                  </p:cNvSpPr>
                  <p:nvPr/>
                </p:nvSpPr>
                <p:spPr bwMode="auto">
                  <a:xfrm>
                    <a:off x="4536236" y="4941567"/>
                    <a:ext cx="330323" cy="786362"/>
                  </a:xfrm>
                  <a:prstGeom prst="rect">
                    <a:avLst/>
                  </a:prstGeom>
                  <a:blipFill>
                    <a:blip r:embed="rId7"/>
                    <a:stretch>
                      <a:fillRect/>
                    </a:stretch>
                  </a:blipFill>
                  <a:ln>
                    <a:noFill/>
                  </a:ln>
                  <a:effectLst/>
                </p:spPr>
                <p:txBody>
                  <a:bodyPr/>
                  <a:lstStyle/>
                  <a:p>
                    <a:r>
                      <a:rPr lang="en-US">
                        <a:noFill/>
                      </a:rPr>
                      <a:t> </a:t>
                    </a:r>
                  </a:p>
                </p:txBody>
              </p:sp>
            </mc:Fallback>
          </mc:AlternateContent>
          <p:sp>
            <p:nvSpPr>
              <p:cNvPr id="21" name="矩形 20">
                <a:extLst>
                  <a:ext uri="{FF2B5EF4-FFF2-40B4-BE49-F238E27FC236}">
                    <a16:creationId xmlns:a16="http://schemas.microsoft.com/office/drawing/2014/main" id="{DB45D233-FDF4-4982-8D83-3AFC3F60BB63}"/>
                  </a:ext>
                </a:extLst>
              </p:cNvPr>
              <p:cNvSpPr/>
              <p:nvPr/>
            </p:nvSpPr>
            <p:spPr>
              <a:xfrm>
                <a:off x="4357979" y="5000636"/>
                <a:ext cx="642842" cy="7143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8" name="直接箭头连接符 17">
              <a:extLst>
                <a:ext uri="{FF2B5EF4-FFF2-40B4-BE49-F238E27FC236}">
                  <a16:creationId xmlns:a16="http://schemas.microsoft.com/office/drawing/2014/main" id="{EC92B1F7-C624-4647-B7A2-DA9A710E6077}"/>
                </a:ext>
              </a:extLst>
            </p:cNvPr>
            <p:cNvCxnSpPr/>
            <p:nvPr/>
          </p:nvCxnSpPr>
          <p:spPr>
            <a:xfrm flipV="1">
              <a:off x="6132721" y="4357697"/>
              <a:ext cx="653952"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56" name="Object 9">
                  <a:extLst>
                    <a:ext uri="{FF2B5EF4-FFF2-40B4-BE49-F238E27FC236}">
                      <a16:creationId xmlns:a16="http://schemas.microsoft.com/office/drawing/2014/main" id="{7372811E-209C-457A-852F-CEE35E210573}"/>
                    </a:ext>
                  </a:extLst>
                </p:cNvPr>
                <p:cNvSpPr txBox="1"/>
                <p:nvPr/>
              </p:nvSpPr>
              <p:spPr bwMode="auto">
                <a:xfrm>
                  <a:off x="4731262" y="4334625"/>
                  <a:ext cx="717444" cy="40010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𝑠𝑍</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6" name="Object 9">
                  <a:extLst>
                    <a:ext uri="{FF2B5EF4-FFF2-40B4-BE49-F238E27FC236}">
                      <a16:creationId xmlns:a16="http://schemas.microsoft.com/office/drawing/2014/main" id="{7372811E-209C-457A-852F-CEE35E210573}"/>
                    </a:ext>
                  </a:extLst>
                </p:cNvPr>
                <p:cNvSpPr txBox="1">
                  <a:spLocks noRot="1" noChangeAspect="1" noMove="1" noResize="1" noEditPoints="1" noAdjustHandles="1" noChangeArrowheads="1" noChangeShapeType="1" noTextEdit="1"/>
                </p:cNvSpPr>
                <p:nvPr/>
              </p:nvSpPr>
              <p:spPr bwMode="auto">
                <a:xfrm>
                  <a:off x="4731262" y="4334625"/>
                  <a:ext cx="717444" cy="400107"/>
                </a:xfrm>
                <a:prstGeom prst="rect">
                  <a:avLst/>
                </a:prstGeom>
                <a:blipFill>
                  <a:blip r:embed="rId8"/>
                  <a:stretch>
                    <a:fillRect r="-13559" b="-18182"/>
                  </a:stretch>
                </a:blipFill>
                <a:ln>
                  <a:noFill/>
                </a:ln>
                <a:effectLst/>
              </p:spPr>
              <p:txBody>
                <a:bodyPr/>
                <a:lstStyle/>
                <a:p>
                  <a:r>
                    <a:rPr lang="en-US">
                      <a:noFill/>
                    </a:rPr>
                    <a:t> </a:t>
                  </a:r>
                </a:p>
              </p:txBody>
            </p:sp>
          </mc:Fallback>
        </mc:AlternateContent>
      </p:grpSp>
      <p:grpSp>
        <p:nvGrpSpPr>
          <p:cNvPr id="6" name="组合 23">
            <a:extLst>
              <a:ext uri="{FF2B5EF4-FFF2-40B4-BE49-F238E27FC236}">
                <a16:creationId xmlns:a16="http://schemas.microsoft.com/office/drawing/2014/main" id="{B10370C0-ED58-4D34-9038-6C884F2BA331}"/>
              </a:ext>
            </a:extLst>
          </p:cNvPr>
          <p:cNvGrpSpPr>
            <a:grpSpLocks/>
          </p:cNvGrpSpPr>
          <p:nvPr/>
        </p:nvGrpSpPr>
        <p:grpSpPr bwMode="auto">
          <a:xfrm>
            <a:off x="899592" y="4015224"/>
            <a:ext cx="5997248" cy="2726144"/>
            <a:chOff x="1135371" y="3904863"/>
            <a:chExt cx="5997289" cy="2726495"/>
          </a:xfrm>
        </p:grpSpPr>
        <mc:AlternateContent xmlns:mc="http://schemas.openxmlformats.org/markup-compatibility/2006" xmlns:a14="http://schemas.microsoft.com/office/drawing/2010/main">
          <mc:Choice Requires="a14">
            <p:sp>
              <p:nvSpPr>
                <p:cNvPr id="6151" name="Object 10">
                  <a:extLst>
                    <a:ext uri="{FF2B5EF4-FFF2-40B4-BE49-F238E27FC236}">
                      <a16:creationId xmlns:a16="http://schemas.microsoft.com/office/drawing/2014/main" id="{1413F972-31A2-4E56-A3A2-255082904C24}"/>
                    </a:ext>
                  </a:extLst>
                </p:cNvPr>
                <p:cNvSpPr txBox="1"/>
                <p:nvPr/>
              </p:nvSpPr>
              <p:spPr bwMode="auto">
                <a:xfrm>
                  <a:off x="1135371" y="3904863"/>
                  <a:ext cx="694110" cy="461724"/>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51" name="Object 10">
                  <a:extLst>
                    <a:ext uri="{FF2B5EF4-FFF2-40B4-BE49-F238E27FC236}">
                      <a16:creationId xmlns:a16="http://schemas.microsoft.com/office/drawing/2014/main" id="{1413F972-31A2-4E56-A3A2-255082904C24}"/>
                    </a:ext>
                  </a:extLst>
                </p:cNvPr>
                <p:cNvSpPr txBox="1">
                  <a:spLocks noRot="1" noChangeAspect="1" noMove="1" noResize="1" noEditPoints="1" noAdjustHandles="1" noChangeArrowheads="1" noChangeShapeType="1" noTextEdit="1"/>
                </p:cNvSpPr>
                <p:nvPr/>
              </p:nvSpPr>
              <p:spPr bwMode="auto">
                <a:xfrm>
                  <a:off x="1135371" y="3904863"/>
                  <a:ext cx="694110" cy="461724"/>
                </a:xfrm>
                <a:prstGeom prst="rect">
                  <a:avLst/>
                </a:prstGeom>
                <a:blipFill>
                  <a:blip r:embed="rId9"/>
                  <a:stretch>
                    <a:fillRect r="-14159" b="-21333"/>
                  </a:stretch>
                </a:blipFill>
                <a:ln>
                  <a:noFill/>
                </a:ln>
                <a:effectLst/>
              </p:spPr>
              <p:txBody>
                <a:bodyPr/>
                <a:lstStyle/>
                <a:p>
                  <a:r>
                    <a:rPr lang="en-US">
                      <a:noFill/>
                    </a:rPr>
                    <a:t> </a:t>
                  </a:r>
                </a:p>
              </p:txBody>
            </p:sp>
          </mc:Fallback>
        </mc:AlternateContent>
        <p:cxnSp>
          <p:nvCxnSpPr>
            <p:cNvPr id="26" name="直接箭头连接符 25">
              <a:extLst>
                <a:ext uri="{FF2B5EF4-FFF2-40B4-BE49-F238E27FC236}">
                  <a16:creationId xmlns:a16="http://schemas.microsoft.com/office/drawing/2014/main" id="{24574B6A-6E10-4B18-B3A0-79E27C194AD4}"/>
                </a:ext>
              </a:extLst>
            </p:cNvPr>
            <p:cNvCxnSpPr/>
            <p:nvPr/>
          </p:nvCxnSpPr>
          <p:spPr>
            <a:xfrm>
              <a:off x="1346182" y="4357765"/>
              <a:ext cx="107157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52" name="Object 11">
                  <a:extLst>
                    <a:ext uri="{FF2B5EF4-FFF2-40B4-BE49-F238E27FC236}">
                      <a16:creationId xmlns:a16="http://schemas.microsoft.com/office/drawing/2014/main" id="{D0FD0E8C-88E5-4FD2-86CE-E512992366E1}"/>
                    </a:ext>
                  </a:extLst>
                </p:cNvPr>
                <p:cNvGraphicFramePr>
                  <a:graphicFrameLocks noChangeAspect="1"/>
                </p:cNvGraphicFramePr>
                <p:nvPr/>
              </p:nvGraphicFramePr>
              <p:xfrm>
                <a:off x="2346314" y="4087727"/>
                <a:ext cx="496888" cy="534987"/>
              </p:xfrm>
              <a:graphic>
                <a:graphicData uri="http://schemas.openxmlformats.org/presentationml/2006/ole">
                  <mc:AlternateContent>
                    <mc:Choice xmlns:v="urn:schemas-microsoft-com:vml" Requires="v">
                      <p:oleObj spid="_x0000_s43426" name="Equation" r:id="rId10" imgW="164880" imgH="177480" progId="Equation.DSMT4">
                        <p:embed/>
                      </p:oleObj>
                    </mc:Choice>
                    <mc:Fallback>
                      <p:oleObj name="Equation" r:id="rId10" imgW="164880" imgH="177480" progId="Equation.DSMT4">
                        <p:embed/>
                        <p:pic>
                          <p:nvPicPr>
                            <p:cNvPr id="6152" name="Object 11">
                              <a:extLst>
                                <a:ext uri="{FF2B5EF4-FFF2-40B4-BE49-F238E27FC236}">
                                  <a16:creationId xmlns:a16="http://schemas.microsoft.com/office/drawing/2014/main" id="{D0FD0E8C-88E5-4FD2-86CE-E512992366E1}"/>
                                </a:ext>
                              </a:extLst>
                            </p:cNvPr>
                            <p:cNvPicPr>
                              <a:picLocks noChangeAspect="1" noChangeArrowheads="1"/>
                            </p:cNvPicPr>
                            <p:nvPr/>
                          </p:nvPicPr>
                          <p:blipFill>
                            <a:blip r:embed="rId11">
                              <a:extLst>
                                <a:ext uri="{28A0092B-C50C-407E-A947-70E740481C1C}">
                                  <a14:useLocalDpi val="0"/>
                                </a:ext>
                              </a:extLst>
                            </a:blip>
                            <a:srcRect/>
                            <a:stretch>
                              <a:fillRect/>
                            </a:stretch>
                          </p:blipFill>
                          <p:spPr bwMode="auto">
                            <a:xfrm>
                              <a:off x="2346314" y="4087727"/>
                              <a:ext cx="496888" cy="53498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152" name="Object 11">
                  <a:extLst>
                    <a:ext uri="{FF2B5EF4-FFF2-40B4-BE49-F238E27FC236}">
                      <a16:creationId xmlns:a16="http://schemas.microsoft.com/office/drawing/2014/main" id="{D0FD0E8C-88E5-4FD2-86CE-E512992366E1}"/>
                    </a:ext>
                  </a:extLst>
                </p:cNvPr>
                <p:cNvGraphicFramePr>
                  <a:graphicFrameLocks noChangeAspect="1"/>
                </p:cNvGraphicFramePr>
                <p:nvPr/>
              </p:nvGraphicFramePr>
              <p:xfrm>
                <a:off x="2346314" y="4087727"/>
                <a:ext cx="496888" cy="534987"/>
              </p:xfrm>
              <a:graphic>
                <a:graphicData uri="http://schemas.openxmlformats.org/presentationml/2006/ole">
                  <mc:AlternateContent>
                    <mc:Choice xmlns:v="urn:schemas-microsoft-com:vml" Requires="v">
                      <p:oleObj name="Equation" r:id="rId12" imgW="164880" imgH="177480" progId="Equation.DSMT4">
                        <p:embed/>
                      </p:oleObj>
                    </mc:Choice>
                    <mc:Fallback>
                      <p:oleObj name="Equation" r:id="rId12" imgW="164880" imgH="177480" progId="Equation.DSMT4">
                        <p:embed/>
                        <p:pic>
                          <p:nvPicPr>
                            <p:cNvPr id="6152" name="Object 11">
                              <a:extLst>
                                <a:ext uri="{FF2B5EF4-FFF2-40B4-BE49-F238E27FC236}">
                                  <a16:creationId xmlns:a16="http://schemas.microsoft.com/office/drawing/2014/main" id="{D0FD0E8C-88E5-4FD2-86CE-E512992366E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46314" y="4087727"/>
                              <a:ext cx="496888"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6183" name="组合 32">
              <a:extLst>
                <a:ext uri="{FF2B5EF4-FFF2-40B4-BE49-F238E27FC236}">
                  <a16:creationId xmlns:a16="http://schemas.microsoft.com/office/drawing/2014/main" id="{C5E02C72-9838-4992-ACE7-E667789FECB2}"/>
                </a:ext>
              </a:extLst>
            </p:cNvPr>
            <p:cNvGrpSpPr>
              <a:grpSpLocks/>
            </p:cNvGrpSpPr>
            <p:nvPr/>
          </p:nvGrpSpPr>
          <p:grpSpPr bwMode="auto">
            <a:xfrm>
              <a:off x="4457922" y="4929222"/>
              <a:ext cx="642942" cy="714380"/>
              <a:chOff x="4494320" y="6119504"/>
              <a:chExt cx="642942" cy="714380"/>
            </a:xfrm>
          </p:grpSpPr>
          <p:sp>
            <p:nvSpPr>
              <p:cNvPr id="6194" name="TextBox 39">
                <a:extLst>
                  <a:ext uri="{FF2B5EF4-FFF2-40B4-BE49-F238E27FC236}">
                    <a16:creationId xmlns:a16="http://schemas.microsoft.com/office/drawing/2014/main" id="{FE41195B-9801-4AB0-BB8E-9C8C0B90AEE6}"/>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矩形 40">
                <a:extLst>
                  <a:ext uri="{FF2B5EF4-FFF2-40B4-BE49-F238E27FC236}">
                    <a16:creationId xmlns:a16="http://schemas.microsoft.com/office/drawing/2014/main" id="{DA0238C0-60A6-4E77-A3D5-2E234CA246CA}"/>
                  </a:ext>
                </a:extLst>
              </p:cNvPr>
              <p:cNvSpPr/>
              <p:nvPr/>
            </p:nvSpPr>
            <p:spPr>
              <a:xfrm>
                <a:off x="4494101" y="6119621"/>
                <a:ext cx="642942" cy="71446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29" name="直接箭头连接符 28">
              <a:extLst>
                <a:ext uri="{FF2B5EF4-FFF2-40B4-BE49-F238E27FC236}">
                  <a16:creationId xmlns:a16="http://schemas.microsoft.com/office/drawing/2014/main" id="{2F052D84-3393-4F58-A5C4-DFAF0904E9E3}"/>
                </a:ext>
              </a:extLst>
            </p:cNvPr>
            <p:cNvCxnSpPr/>
            <p:nvPr/>
          </p:nvCxnSpPr>
          <p:spPr>
            <a:xfrm rot="10800000">
              <a:off x="4941895" y="6358273"/>
              <a:ext cx="1857388"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75ACAE3-FF4C-4761-9D1C-8B8578DD2370}"/>
                </a:ext>
              </a:extLst>
            </p:cNvPr>
            <p:cNvCxnSpPr/>
            <p:nvPr/>
          </p:nvCxnSpPr>
          <p:spPr>
            <a:xfrm rot="10800000">
              <a:off x="2560628" y="6358273"/>
              <a:ext cx="2071701"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5857FD53-3FF3-4DAE-98E3-B81006A48A8E}"/>
                </a:ext>
              </a:extLst>
            </p:cNvPr>
            <p:cNvCxnSpPr/>
            <p:nvPr/>
          </p:nvCxnSpPr>
          <p:spPr>
            <a:xfrm rot="5400000" flipH="1" flipV="1">
              <a:off x="1632615" y="5428672"/>
              <a:ext cx="1857614"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5496886-B40F-4BEE-9D16-4A77C1FC2A86}"/>
                </a:ext>
              </a:extLst>
            </p:cNvPr>
            <p:cNvCxnSpPr/>
            <p:nvPr/>
          </p:nvCxnSpPr>
          <p:spPr>
            <a:xfrm rot="5400000">
              <a:off x="4491007" y="4643552"/>
              <a:ext cx="569985"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A4E55ECF-EE9E-4754-9A27-9CABC45C3188}"/>
                </a:ext>
              </a:extLst>
            </p:cNvPr>
            <p:cNvCxnSpPr/>
            <p:nvPr/>
          </p:nvCxnSpPr>
          <p:spPr>
            <a:xfrm rot="5400000">
              <a:off x="4490213" y="5928799"/>
              <a:ext cx="571574"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53" name="Object 12">
                  <a:extLst>
                    <a:ext uri="{FF2B5EF4-FFF2-40B4-BE49-F238E27FC236}">
                      <a16:creationId xmlns:a16="http://schemas.microsoft.com/office/drawing/2014/main" id="{6EECFAFF-A1BA-4AC4-8D00-2BE9A0994E5F}"/>
                    </a:ext>
                  </a:extLst>
                </p:cNvPr>
                <p:cNvGraphicFramePr>
                  <a:graphicFrameLocks noChangeAspect="1"/>
                </p:cNvGraphicFramePr>
                <p:nvPr/>
              </p:nvGraphicFramePr>
              <p:xfrm>
                <a:off x="4545126" y="6096370"/>
                <a:ext cx="496888" cy="534988"/>
              </p:xfrm>
              <a:graphic>
                <a:graphicData uri="http://schemas.openxmlformats.org/presentationml/2006/ole">
                  <mc:AlternateContent>
                    <mc:Choice xmlns:v="urn:schemas-microsoft-com:vml" Requires="v">
                      <p:oleObj spid="_x0000_s43427" name="Equation" r:id="rId14" imgW="164880" imgH="177480" progId="Equation.DSMT4">
                        <p:embed/>
                      </p:oleObj>
                    </mc:Choice>
                    <mc:Fallback>
                      <p:oleObj name="Equation" r:id="rId14" imgW="164880" imgH="177480" progId="Equation.DSMT4">
                        <p:embed/>
                        <p:pic>
                          <p:nvPicPr>
                            <p:cNvPr id="6153" name="Object 12">
                              <a:extLst>
                                <a:ext uri="{FF2B5EF4-FFF2-40B4-BE49-F238E27FC236}">
                                  <a16:creationId xmlns:a16="http://schemas.microsoft.com/office/drawing/2014/main" id="{6EECFAFF-A1BA-4AC4-8D00-2BE9A0994E5F}"/>
                                </a:ext>
                              </a:extLst>
                            </p:cNvPr>
                            <p:cNvPicPr>
                              <a:picLocks noChangeAspect="1" noChangeArrowheads="1"/>
                            </p:cNvPicPr>
                            <p:nvPr/>
                          </p:nvPicPr>
                          <p:blipFill>
                            <a:blip r:embed="rId11">
                              <a:extLst>
                                <a:ext uri="{28A0092B-C50C-407E-A947-70E740481C1C}">
                                  <a14:useLocalDpi val="0"/>
                                </a:ext>
                              </a:extLst>
                            </a:blip>
                            <a:srcRect/>
                            <a:stretch>
                              <a:fillRect/>
                            </a:stretch>
                          </p:blipFill>
                          <p:spPr bwMode="auto">
                            <a:xfrm>
                              <a:off x="4545126" y="6096370"/>
                              <a:ext cx="496888" cy="5349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153" name="Object 12">
                  <a:extLst>
                    <a:ext uri="{FF2B5EF4-FFF2-40B4-BE49-F238E27FC236}">
                      <a16:creationId xmlns:a16="http://schemas.microsoft.com/office/drawing/2014/main" id="{6EECFAFF-A1BA-4AC4-8D00-2BE9A0994E5F}"/>
                    </a:ext>
                  </a:extLst>
                </p:cNvPr>
                <p:cNvGraphicFramePr>
                  <a:graphicFrameLocks noChangeAspect="1"/>
                </p:cNvGraphicFramePr>
                <p:nvPr/>
              </p:nvGraphicFramePr>
              <p:xfrm>
                <a:off x="4545126" y="6096370"/>
                <a:ext cx="496888" cy="534988"/>
              </p:xfrm>
              <a:graphic>
                <a:graphicData uri="http://schemas.openxmlformats.org/presentationml/2006/ole">
                  <mc:AlternateContent>
                    <mc:Choice xmlns:v="urn:schemas-microsoft-com:vml" Requires="v">
                      <p:oleObj name="Equation" r:id="rId15" imgW="164880" imgH="177480" progId="Equation.DSMT4">
                        <p:embed/>
                      </p:oleObj>
                    </mc:Choice>
                    <mc:Fallback>
                      <p:oleObj name="Equation" r:id="rId15" imgW="164880" imgH="177480" progId="Equation.DSMT4">
                        <p:embed/>
                        <p:pic>
                          <p:nvPicPr>
                            <p:cNvPr id="6153" name="Object 12">
                              <a:extLst>
                                <a:ext uri="{FF2B5EF4-FFF2-40B4-BE49-F238E27FC236}">
                                  <a16:creationId xmlns:a16="http://schemas.microsoft.com/office/drawing/2014/main" id="{6EECFAFF-A1BA-4AC4-8D00-2BE9A0994E5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45126" y="6096370"/>
                              <a:ext cx="496888"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nvGrpSpPr>
            <p:cNvPr id="6189" name="组合 32">
              <a:extLst>
                <a:ext uri="{FF2B5EF4-FFF2-40B4-BE49-F238E27FC236}">
                  <a16:creationId xmlns:a16="http://schemas.microsoft.com/office/drawing/2014/main" id="{A3714F97-4FB9-41C3-BA14-5311177EAE93}"/>
                </a:ext>
              </a:extLst>
            </p:cNvPr>
            <p:cNvGrpSpPr>
              <a:grpSpLocks/>
            </p:cNvGrpSpPr>
            <p:nvPr/>
          </p:nvGrpSpPr>
          <p:grpSpPr bwMode="auto">
            <a:xfrm>
              <a:off x="6489718" y="4929222"/>
              <a:ext cx="642942" cy="714380"/>
              <a:chOff x="4494320" y="6119504"/>
              <a:chExt cx="642942" cy="714380"/>
            </a:xfrm>
          </p:grpSpPr>
          <p:sp>
            <p:nvSpPr>
              <p:cNvPr id="6192" name="TextBox 37">
                <a:extLst>
                  <a:ext uri="{FF2B5EF4-FFF2-40B4-BE49-F238E27FC236}">
                    <a16:creationId xmlns:a16="http://schemas.microsoft.com/office/drawing/2014/main" id="{7A74CF47-D183-4DF3-AADE-7E9CA8B3DB59}"/>
                  </a:ext>
                </a:extLst>
              </p:cNvPr>
              <p:cNvSpPr txBox="1">
                <a:spLocks noChangeArrowheads="1"/>
              </p:cNvSpPr>
              <p:nvPr/>
            </p:nvSpPr>
            <p:spPr bwMode="auto">
              <a:xfrm>
                <a:off x="4552542" y="6254988"/>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矩形 38">
                <a:extLst>
                  <a:ext uri="{FF2B5EF4-FFF2-40B4-BE49-F238E27FC236}">
                    <a16:creationId xmlns:a16="http://schemas.microsoft.com/office/drawing/2014/main" id="{8EEDE929-5FF8-4022-87E5-07FF2066CA76}"/>
                  </a:ext>
                </a:extLst>
              </p:cNvPr>
              <p:cNvSpPr/>
              <p:nvPr/>
            </p:nvSpPr>
            <p:spPr>
              <a:xfrm>
                <a:off x="4494320" y="6119621"/>
                <a:ext cx="642942" cy="71446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36" name="直接箭头连接符 35">
              <a:extLst>
                <a:ext uri="{FF2B5EF4-FFF2-40B4-BE49-F238E27FC236}">
                  <a16:creationId xmlns:a16="http://schemas.microsoft.com/office/drawing/2014/main" id="{A1591218-EE2D-4B1C-8A1A-F2EFA626B2D3}"/>
                </a:ext>
              </a:extLst>
            </p:cNvPr>
            <p:cNvCxnSpPr/>
            <p:nvPr/>
          </p:nvCxnSpPr>
          <p:spPr>
            <a:xfrm rot="5400000">
              <a:off x="6506352" y="4644346"/>
              <a:ext cx="569985"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21DA27D4-D3A5-4B12-9469-F392A5E7360F}"/>
                </a:ext>
              </a:extLst>
            </p:cNvPr>
            <p:cNvCxnSpPr/>
            <p:nvPr/>
          </p:nvCxnSpPr>
          <p:spPr>
            <a:xfrm rot="5400000">
              <a:off x="6438078" y="5997070"/>
              <a:ext cx="738283"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573" name="Object 13">
                <a:extLst>
                  <a:ext uri="{FF2B5EF4-FFF2-40B4-BE49-F238E27FC236}">
                    <a16:creationId xmlns:a16="http://schemas.microsoft.com/office/drawing/2014/main" id="{8EA2E98C-DE31-4557-B501-03E871554A9F}"/>
                  </a:ext>
                </a:extLst>
              </p:cNvPr>
              <p:cNvSpPr txBox="1"/>
              <p:nvPr/>
            </p:nvSpPr>
            <p:spPr bwMode="auto">
              <a:xfrm>
                <a:off x="3355833" y="745223"/>
                <a:ext cx="4194000" cy="79239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+4</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−6)</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6573" name="Object 13">
                <a:extLst>
                  <a:ext uri="{FF2B5EF4-FFF2-40B4-BE49-F238E27FC236}">
                    <a16:creationId xmlns:a16="http://schemas.microsoft.com/office/drawing/2014/main" id="{8EA2E98C-DE31-4557-B501-03E871554A9F}"/>
                  </a:ext>
                </a:extLst>
              </p:cNvPr>
              <p:cNvSpPr txBox="1">
                <a:spLocks noRot="1" noChangeAspect="1" noMove="1" noResize="1" noEditPoints="1" noAdjustHandles="1" noChangeArrowheads="1" noChangeShapeType="1" noTextEdit="1"/>
              </p:cNvSpPr>
              <p:nvPr/>
            </p:nvSpPr>
            <p:spPr bwMode="auto">
              <a:xfrm>
                <a:off x="3355833" y="745223"/>
                <a:ext cx="4194000" cy="792396"/>
              </a:xfrm>
              <a:prstGeom prst="rect">
                <a:avLst/>
              </a:prstGeom>
              <a:blipFill>
                <a:blip r:embed="rId16"/>
                <a:stretch>
                  <a:fillRect/>
                </a:stretch>
              </a:blipFill>
              <a:ln>
                <a:noFill/>
              </a:ln>
              <a:effectLst/>
            </p:spPr>
            <p:txBody>
              <a:bodyPr/>
              <a:lstStyle/>
              <a:p>
                <a:r>
                  <a:rPr lang="en-US">
                    <a:noFill/>
                  </a:rPr>
                  <a:t> </a:t>
                </a:r>
              </a:p>
            </p:txBody>
          </p:sp>
        </mc:Fallback>
      </mc:AlternateContent>
      <p:grpSp>
        <p:nvGrpSpPr>
          <p:cNvPr id="9" name="组合 73">
            <a:extLst>
              <a:ext uri="{FF2B5EF4-FFF2-40B4-BE49-F238E27FC236}">
                <a16:creationId xmlns:a16="http://schemas.microsoft.com/office/drawing/2014/main" id="{CE8F081C-2907-4CC6-9888-3E645427B0BF}"/>
              </a:ext>
            </a:extLst>
          </p:cNvPr>
          <p:cNvGrpSpPr>
            <a:grpSpLocks/>
          </p:cNvGrpSpPr>
          <p:nvPr/>
        </p:nvGrpSpPr>
        <p:grpSpPr bwMode="auto">
          <a:xfrm>
            <a:off x="2447076" y="2472581"/>
            <a:ext cx="5849583" cy="1995486"/>
            <a:chOff x="2683080" y="2219538"/>
            <a:chExt cx="5849397" cy="1996074"/>
          </a:xfrm>
        </p:grpSpPr>
        <mc:AlternateContent xmlns:mc="http://schemas.openxmlformats.org/markup-compatibility/2006" xmlns:a14="http://schemas.microsoft.com/office/drawing/2010/main">
          <mc:Choice Requires="a14">
            <p:sp>
              <p:nvSpPr>
                <p:cNvPr id="6148" name="Object 14">
                  <a:extLst>
                    <a:ext uri="{FF2B5EF4-FFF2-40B4-BE49-F238E27FC236}">
                      <a16:creationId xmlns:a16="http://schemas.microsoft.com/office/drawing/2014/main" id="{64B321F8-DF23-434B-9B89-0F49B6F50325}"/>
                    </a:ext>
                  </a:extLst>
                </p:cNvPr>
                <p:cNvSpPr txBox="1"/>
                <p:nvPr/>
              </p:nvSpPr>
              <p:spPr bwMode="auto">
                <a:xfrm>
                  <a:off x="7858165" y="2219538"/>
                  <a:ext cx="674312" cy="461801"/>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148" name="Object 14">
                  <a:extLst>
                    <a:ext uri="{FF2B5EF4-FFF2-40B4-BE49-F238E27FC236}">
                      <a16:creationId xmlns:a16="http://schemas.microsoft.com/office/drawing/2014/main" id="{64B321F8-DF23-434B-9B89-0F49B6F50325}"/>
                    </a:ext>
                  </a:extLst>
                </p:cNvPr>
                <p:cNvSpPr txBox="1">
                  <a:spLocks noRot="1" noChangeAspect="1" noMove="1" noResize="1" noEditPoints="1" noAdjustHandles="1" noChangeArrowheads="1" noChangeShapeType="1" noTextEdit="1"/>
                </p:cNvSpPr>
                <p:nvPr/>
              </p:nvSpPr>
              <p:spPr bwMode="auto">
                <a:xfrm>
                  <a:off x="7858165" y="2219538"/>
                  <a:ext cx="674312" cy="461801"/>
                </a:xfrm>
                <a:prstGeom prst="rect">
                  <a:avLst/>
                </a:prstGeom>
                <a:blipFill>
                  <a:blip r:embed="rId17"/>
                  <a:stretch>
                    <a:fillRect l="-2703" r="-18018" b="-21333"/>
                  </a:stretch>
                </a:blipFill>
                <a:ln>
                  <a:noFill/>
                </a:ln>
                <a:effectLst/>
              </p:spPr>
              <p:txBody>
                <a:bodyPr/>
                <a:lstStyle/>
                <a:p>
                  <a:r>
                    <a:rPr lang="en-US">
                      <a:noFill/>
                    </a:rPr>
                    <a:t> </a:t>
                  </a:r>
                </a:p>
              </p:txBody>
            </p:sp>
          </mc:Fallback>
        </mc:AlternateContent>
        <p:cxnSp>
          <p:nvCxnSpPr>
            <p:cNvPr id="44" name="直接箭头连接符 43">
              <a:extLst>
                <a:ext uri="{FF2B5EF4-FFF2-40B4-BE49-F238E27FC236}">
                  <a16:creationId xmlns:a16="http://schemas.microsoft.com/office/drawing/2014/main" id="{3A820F85-9F7A-4BB5-89C1-9BDFC8EA0536}"/>
                </a:ext>
              </a:extLst>
            </p:cNvPr>
            <p:cNvCxnSpPr/>
            <p:nvPr/>
          </p:nvCxnSpPr>
          <p:spPr>
            <a:xfrm>
              <a:off x="6929508" y="2484728"/>
              <a:ext cx="928657"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821394B6-7ED6-4DA9-8FE3-23C2D28C8CB5}"/>
                </a:ext>
              </a:extLst>
            </p:cNvPr>
            <p:cNvCxnSpPr/>
            <p:nvPr/>
          </p:nvCxnSpPr>
          <p:spPr>
            <a:xfrm rot="5400000" flipH="1" flipV="1">
              <a:off x="2749672" y="3964714"/>
              <a:ext cx="500209"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166" name="组合 51">
              <a:extLst>
                <a:ext uri="{FF2B5EF4-FFF2-40B4-BE49-F238E27FC236}">
                  <a16:creationId xmlns:a16="http://schemas.microsoft.com/office/drawing/2014/main" id="{536B353F-4683-4F01-9410-049068C2172C}"/>
                </a:ext>
              </a:extLst>
            </p:cNvPr>
            <p:cNvGrpSpPr>
              <a:grpSpLocks/>
            </p:cNvGrpSpPr>
            <p:nvPr/>
          </p:nvGrpSpPr>
          <p:grpSpPr bwMode="auto">
            <a:xfrm>
              <a:off x="2683080" y="3143248"/>
              <a:ext cx="642942" cy="571504"/>
              <a:chOff x="2714612" y="2857496"/>
              <a:chExt cx="642942" cy="571504"/>
            </a:xfrm>
          </p:grpSpPr>
          <p:sp>
            <p:nvSpPr>
              <p:cNvPr id="6180" name="TextBox 49">
                <a:extLst>
                  <a:ext uri="{FF2B5EF4-FFF2-40B4-BE49-F238E27FC236}">
                    <a16:creationId xmlns:a16="http://schemas.microsoft.com/office/drawing/2014/main" id="{1493E8C0-7854-4F6A-8A4C-D7A1324E194B}"/>
                  </a:ext>
                </a:extLst>
              </p:cNvPr>
              <p:cNvSpPr txBox="1">
                <a:spLocks noChangeArrowheads="1"/>
              </p:cNvSpPr>
              <p:nvPr/>
            </p:nvSpPr>
            <p:spPr bwMode="auto">
              <a:xfrm>
                <a:off x="2907656" y="2904794"/>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a:extLst>
                  <a:ext uri="{FF2B5EF4-FFF2-40B4-BE49-F238E27FC236}">
                    <a16:creationId xmlns:a16="http://schemas.microsoft.com/office/drawing/2014/main" id="{B8EB7A5F-2C55-420F-9211-6F17689D65D0}"/>
                  </a:ext>
                </a:extLst>
              </p:cNvPr>
              <p:cNvSpPr/>
              <p:nvPr/>
            </p:nvSpPr>
            <p:spPr>
              <a:xfrm>
                <a:off x="2714612" y="2857983"/>
                <a:ext cx="642918" cy="5716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54" name="直接连接符 53">
              <a:extLst>
                <a:ext uri="{FF2B5EF4-FFF2-40B4-BE49-F238E27FC236}">
                  <a16:creationId xmlns:a16="http://schemas.microsoft.com/office/drawing/2014/main" id="{36A5599F-19E7-4FE6-851B-DCD26CAA4EAB}"/>
                </a:ext>
              </a:extLst>
            </p:cNvPr>
            <p:cNvCxnSpPr>
              <a:stCxn id="51" idx="0"/>
            </p:cNvCxnSpPr>
            <p:nvPr/>
          </p:nvCxnSpPr>
          <p:spPr>
            <a:xfrm rot="16200000" flipV="1">
              <a:off x="2681388" y="2819790"/>
              <a:ext cx="643127" cy="47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5FC4A459-BCDA-4B77-8263-17FC912D5329}"/>
                </a:ext>
              </a:extLst>
            </p:cNvPr>
            <p:cNvCxnSpPr/>
            <p:nvPr/>
          </p:nvCxnSpPr>
          <p:spPr>
            <a:xfrm flipV="1">
              <a:off x="3000570" y="2500608"/>
              <a:ext cx="1643011"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D95777B-F836-4345-8318-E122927EA86C}"/>
                </a:ext>
              </a:extLst>
            </p:cNvPr>
            <p:cNvCxnSpPr/>
            <p:nvPr/>
          </p:nvCxnSpPr>
          <p:spPr>
            <a:xfrm rot="5400000" flipH="1" flipV="1">
              <a:off x="4527616" y="3964714"/>
              <a:ext cx="500209" cy="15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170" name="组合 56">
              <a:extLst>
                <a:ext uri="{FF2B5EF4-FFF2-40B4-BE49-F238E27FC236}">
                  <a16:creationId xmlns:a16="http://schemas.microsoft.com/office/drawing/2014/main" id="{C77EB298-4D66-4067-BB4D-69A17EFED6B2}"/>
                </a:ext>
              </a:extLst>
            </p:cNvPr>
            <p:cNvGrpSpPr>
              <a:grpSpLocks/>
            </p:cNvGrpSpPr>
            <p:nvPr/>
          </p:nvGrpSpPr>
          <p:grpSpPr bwMode="auto">
            <a:xfrm>
              <a:off x="4460656" y="3143249"/>
              <a:ext cx="642942" cy="571504"/>
              <a:chOff x="2714612" y="2857496"/>
              <a:chExt cx="642942" cy="571504"/>
            </a:xfrm>
          </p:grpSpPr>
          <p:sp>
            <p:nvSpPr>
              <p:cNvPr id="6178" name="TextBox 57">
                <a:extLst>
                  <a:ext uri="{FF2B5EF4-FFF2-40B4-BE49-F238E27FC236}">
                    <a16:creationId xmlns:a16="http://schemas.microsoft.com/office/drawing/2014/main" id="{26C912EA-8E1E-4C52-A067-AE7702809C93}"/>
                  </a:ext>
                </a:extLst>
              </p:cNvPr>
              <p:cNvSpPr txBox="1">
                <a:spLocks noChangeArrowheads="1"/>
              </p:cNvSpPr>
              <p:nvPr/>
            </p:nvSpPr>
            <p:spPr bwMode="auto">
              <a:xfrm>
                <a:off x="2876124" y="2904794"/>
                <a:ext cx="33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矩形 58">
                <a:extLst>
                  <a:ext uri="{FF2B5EF4-FFF2-40B4-BE49-F238E27FC236}">
                    <a16:creationId xmlns:a16="http://schemas.microsoft.com/office/drawing/2014/main" id="{0239A4DA-AEAB-47F1-85B4-83ED1CBE1246}"/>
                  </a:ext>
                </a:extLst>
              </p:cNvPr>
              <p:cNvSpPr/>
              <p:nvPr/>
            </p:nvSpPr>
            <p:spPr>
              <a:xfrm>
                <a:off x="2714980" y="2857982"/>
                <a:ext cx="642918" cy="5716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60" name="直接连接符 59">
              <a:extLst>
                <a:ext uri="{FF2B5EF4-FFF2-40B4-BE49-F238E27FC236}">
                  <a16:creationId xmlns:a16="http://schemas.microsoft.com/office/drawing/2014/main" id="{AFDFBE48-D7C1-49C3-826F-3A0FCF1DB9F6}"/>
                </a:ext>
              </a:extLst>
            </p:cNvPr>
            <p:cNvCxnSpPr/>
            <p:nvPr/>
          </p:nvCxnSpPr>
          <p:spPr>
            <a:xfrm rot="16200000" flipV="1">
              <a:off x="4529996" y="2892043"/>
              <a:ext cx="500210" cy="3175"/>
            </a:xfrm>
            <a:prstGeom prst="line">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3AEBE34B-9CEB-41D5-A2AF-114F980A18E8}"/>
                </a:ext>
              </a:extLst>
            </p:cNvPr>
            <p:cNvCxnSpPr/>
            <p:nvPr/>
          </p:nvCxnSpPr>
          <p:spPr>
            <a:xfrm rot="5400000" flipH="1" flipV="1">
              <a:off x="6551613" y="3964714"/>
              <a:ext cx="500209"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173" name="组合 61">
              <a:extLst>
                <a:ext uri="{FF2B5EF4-FFF2-40B4-BE49-F238E27FC236}">
                  <a16:creationId xmlns:a16="http://schemas.microsoft.com/office/drawing/2014/main" id="{E2A3A49C-6295-4C0C-A853-0AC46600487E}"/>
                </a:ext>
              </a:extLst>
            </p:cNvPr>
            <p:cNvGrpSpPr>
              <a:grpSpLocks/>
            </p:cNvGrpSpPr>
            <p:nvPr/>
          </p:nvGrpSpPr>
          <p:grpSpPr bwMode="auto">
            <a:xfrm>
              <a:off x="6485060" y="3143249"/>
              <a:ext cx="642942" cy="571504"/>
              <a:chOff x="2714612" y="2857496"/>
              <a:chExt cx="642942" cy="571504"/>
            </a:xfrm>
          </p:grpSpPr>
          <p:sp>
            <p:nvSpPr>
              <p:cNvPr id="6176" name="TextBox 62">
                <a:extLst>
                  <a:ext uri="{FF2B5EF4-FFF2-40B4-BE49-F238E27FC236}">
                    <a16:creationId xmlns:a16="http://schemas.microsoft.com/office/drawing/2014/main" id="{4A502AFC-7462-485E-BACF-CB6D2C9DA9A3}"/>
                  </a:ext>
                </a:extLst>
              </p:cNvPr>
              <p:cNvSpPr txBox="1">
                <a:spLocks noChangeArrowheads="1"/>
              </p:cNvSpPr>
              <p:nvPr/>
            </p:nvSpPr>
            <p:spPr bwMode="auto">
              <a:xfrm>
                <a:off x="2786050" y="2904794"/>
                <a:ext cx="5132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4" name="矩形 63">
                <a:extLst>
                  <a:ext uri="{FF2B5EF4-FFF2-40B4-BE49-F238E27FC236}">
                    <a16:creationId xmlns:a16="http://schemas.microsoft.com/office/drawing/2014/main" id="{4E5D958E-7A71-4DC9-B61F-719D6DAB47FD}"/>
                  </a:ext>
                </a:extLst>
              </p:cNvPr>
              <p:cNvSpPr/>
              <p:nvPr/>
            </p:nvSpPr>
            <p:spPr>
              <a:xfrm>
                <a:off x="2714574" y="2857982"/>
                <a:ext cx="642917" cy="57166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65" name="直接连接符 64">
              <a:extLst>
                <a:ext uri="{FF2B5EF4-FFF2-40B4-BE49-F238E27FC236}">
                  <a16:creationId xmlns:a16="http://schemas.microsoft.com/office/drawing/2014/main" id="{6252DCDF-8550-46FD-BC13-79EB7E6D677E}"/>
                </a:ext>
              </a:extLst>
            </p:cNvPr>
            <p:cNvCxnSpPr/>
            <p:nvPr/>
          </p:nvCxnSpPr>
          <p:spPr>
            <a:xfrm rot="16200000" flipV="1">
              <a:off x="6554787" y="2891250"/>
              <a:ext cx="500210" cy="4762"/>
            </a:xfrm>
            <a:prstGeom prst="line">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49" name="Object 15">
                  <a:extLst>
                    <a:ext uri="{FF2B5EF4-FFF2-40B4-BE49-F238E27FC236}">
                      <a16:creationId xmlns:a16="http://schemas.microsoft.com/office/drawing/2014/main" id="{0467C69B-A455-4A01-8805-EB4B29BDCF1E}"/>
                    </a:ext>
                  </a:extLst>
                </p:cNvPr>
                <p:cNvGraphicFramePr>
                  <a:graphicFrameLocks noChangeAspect="1"/>
                </p:cNvGraphicFramePr>
                <p:nvPr/>
              </p:nvGraphicFramePr>
              <p:xfrm>
                <a:off x="4559412" y="2219538"/>
                <a:ext cx="496888" cy="534988"/>
              </p:xfrm>
              <a:graphic>
                <a:graphicData uri="http://schemas.openxmlformats.org/presentationml/2006/ole">
                  <mc:AlternateContent>
                    <mc:Choice xmlns:v="urn:schemas-microsoft-com:vml" Requires="v">
                      <p:oleObj spid="_x0000_s43428" name="Equation" r:id="rId18" imgW="164880" imgH="177480" progId="Equation.DSMT4">
                        <p:embed/>
                      </p:oleObj>
                    </mc:Choice>
                    <mc:Fallback>
                      <p:oleObj name="Equation" r:id="rId18" imgW="164880" imgH="177480" progId="Equation.DSMT4">
                        <p:embed/>
                        <p:pic>
                          <p:nvPicPr>
                            <p:cNvPr id="6149" name="Object 15">
                              <a:extLst>
                                <a:ext uri="{FF2B5EF4-FFF2-40B4-BE49-F238E27FC236}">
                                  <a16:creationId xmlns:a16="http://schemas.microsoft.com/office/drawing/2014/main" id="{0467C69B-A455-4A01-8805-EB4B29BDCF1E}"/>
                                </a:ext>
                              </a:extLst>
                            </p:cNvPr>
                            <p:cNvPicPr>
                              <a:picLocks noChangeAspect="1" noChangeArrowheads="1"/>
                            </p:cNvPicPr>
                            <p:nvPr/>
                          </p:nvPicPr>
                          <p:blipFill>
                            <a:blip r:embed="rId11">
                              <a:extLst>
                                <a:ext uri="{28A0092B-C50C-407E-A947-70E740481C1C}">
                                  <a14:useLocalDpi val="0"/>
                                </a:ext>
                              </a:extLst>
                            </a:blip>
                            <a:srcRect/>
                            <a:stretch>
                              <a:fillRect/>
                            </a:stretch>
                          </p:blipFill>
                          <p:spPr bwMode="auto">
                            <a:xfrm>
                              <a:off x="4559412" y="2219538"/>
                              <a:ext cx="496888" cy="5349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149" name="Object 15">
                  <a:extLst>
                    <a:ext uri="{FF2B5EF4-FFF2-40B4-BE49-F238E27FC236}">
                      <a16:creationId xmlns:a16="http://schemas.microsoft.com/office/drawing/2014/main" id="{0467C69B-A455-4A01-8805-EB4B29BDCF1E}"/>
                    </a:ext>
                  </a:extLst>
                </p:cNvPr>
                <p:cNvGraphicFramePr>
                  <a:graphicFrameLocks noChangeAspect="1"/>
                </p:cNvGraphicFramePr>
                <p:nvPr/>
              </p:nvGraphicFramePr>
              <p:xfrm>
                <a:off x="4559412" y="2219538"/>
                <a:ext cx="496888" cy="534988"/>
              </p:xfrm>
              <a:graphic>
                <a:graphicData uri="http://schemas.openxmlformats.org/presentationml/2006/ole">
                  <mc:AlternateContent>
                    <mc:Choice xmlns:v="urn:schemas-microsoft-com:vml" Requires="v">
                      <p:oleObj name="Equation" r:id="rId19" imgW="164880" imgH="177480" progId="Equation.DSMT4">
                        <p:embed/>
                      </p:oleObj>
                    </mc:Choice>
                    <mc:Fallback>
                      <p:oleObj name="Equation" r:id="rId19" imgW="164880" imgH="177480" progId="Equation.DSMT4">
                        <p:embed/>
                        <p:pic>
                          <p:nvPicPr>
                            <p:cNvPr id="6149" name="Object 15">
                              <a:extLst>
                                <a:ext uri="{FF2B5EF4-FFF2-40B4-BE49-F238E27FC236}">
                                  <a16:creationId xmlns:a16="http://schemas.microsoft.com/office/drawing/2014/main" id="{0467C69B-A455-4A01-8805-EB4B29BDCF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59412" y="2219538"/>
                              <a:ext cx="496888"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cxnSp>
          <p:nvCxnSpPr>
            <p:cNvPr id="70" name="直接箭头连接符 69">
              <a:extLst>
                <a:ext uri="{FF2B5EF4-FFF2-40B4-BE49-F238E27FC236}">
                  <a16:creationId xmlns:a16="http://schemas.microsoft.com/office/drawing/2014/main" id="{7002DA39-80C0-410C-AFD0-EC17609A79BF}"/>
                </a:ext>
              </a:extLst>
            </p:cNvPr>
            <p:cNvCxnSpPr/>
            <p:nvPr/>
          </p:nvCxnSpPr>
          <p:spPr>
            <a:xfrm flipV="1">
              <a:off x="4881698" y="2484728"/>
              <a:ext cx="1770006" cy="1111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150" name="Object 16">
                  <a:extLst>
                    <a:ext uri="{FF2B5EF4-FFF2-40B4-BE49-F238E27FC236}">
                      <a16:creationId xmlns:a16="http://schemas.microsoft.com/office/drawing/2014/main" id="{792D58BF-4677-4591-A2B8-91800844B50C}"/>
                    </a:ext>
                  </a:extLst>
                </p:cNvPr>
                <p:cNvGraphicFramePr>
                  <a:graphicFrameLocks noChangeAspect="1"/>
                </p:cNvGraphicFramePr>
                <p:nvPr/>
              </p:nvGraphicFramePr>
              <p:xfrm>
                <a:off x="6575442" y="2230320"/>
                <a:ext cx="496888" cy="534988"/>
              </p:xfrm>
              <a:graphic>
                <a:graphicData uri="http://schemas.openxmlformats.org/presentationml/2006/ole">
                  <mc:AlternateContent>
                    <mc:Choice xmlns:v="urn:schemas-microsoft-com:vml" Requires="v">
                      <p:oleObj spid="_x0000_s43429" name="Equation" r:id="rId20" imgW="164880" imgH="177480" progId="Equation.DSMT4">
                        <p:embed/>
                      </p:oleObj>
                    </mc:Choice>
                    <mc:Fallback>
                      <p:oleObj name="Equation" r:id="rId20" imgW="164880" imgH="177480" progId="Equation.DSMT4">
                        <p:embed/>
                        <p:pic>
                          <p:nvPicPr>
                            <p:cNvPr id="6150" name="Object 16">
                              <a:extLst>
                                <a:ext uri="{FF2B5EF4-FFF2-40B4-BE49-F238E27FC236}">
                                  <a16:creationId xmlns:a16="http://schemas.microsoft.com/office/drawing/2014/main" id="{792D58BF-4677-4591-A2B8-91800844B50C}"/>
                                </a:ext>
                              </a:extLst>
                            </p:cNvPr>
                            <p:cNvPicPr>
                              <a:picLocks noChangeAspect="1" noChangeArrowheads="1"/>
                            </p:cNvPicPr>
                            <p:nvPr/>
                          </p:nvPicPr>
                          <p:blipFill>
                            <a:blip r:embed="rId11">
                              <a:extLst>
                                <a:ext uri="{28A0092B-C50C-407E-A947-70E740481C1C}">
                                  <a14:useLocalDpi val="0"/>
                                </a:ext>
                              </a:extLst>
                            </a:blip>
                            <a:srcRect/>
                            <a:stretch>
                              <a:fillRect/>
                            </a:stretch>
                          </p:blipFill>
                          <p:spPr bwMode="auto">
                            <a:xfrm>
                              <a:off x="6575442" y="2230320"/>
                              <a:ext cx="496888" cy="5349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150" name="Object 16">
                  <a:extLst>
                    <a:ext uri="{FF2B5EF4-FFF2-40B4-BE49-F238E27FC236}">
                      <a16:creationId xmlns:a16="http://schemas.microsoft.com/office/drawing/2014/main" id="{792D58BF-4677-4591-A2B8-91800844B50C}"/>
                    </a:ext>
                  </a:extLst>
                </p:cNvPr>
                <p:cNvGraphicFramePr>
                  <a:graphicFrameLocks noChangeAspect="1"/>
                </p:cNvGraphicFramePr>
                <p:nvPr/>
              </p:nvGraphicFramePr>
              <p:xfrm>
                <a:off x="6575442" y="2230320"/>
                <a:ext cx="496888" cy="534988"/>
              </p:xfrm>
              <a:graphic>
                <a:graphicData uri="http://schemas.openxmlformats.org/presentationml/2006/ole">
                  <mc:AlternateContent>
                    <mc:Choice xmlns:v="urn:schemas-microsoft-com:vml" Requires="v">
                      <p:oleObj name="Equation" r:id="rId21" imgW="164880" imgH="177480" progId="Equation.DSMT4">
                        <p:embed/>
                      </p:oleObj>
                    </mc:Choice>
                    <mc:Fallback>
                      <p:oleObj name="Equation" r:id="rId21" imgW="164880" imgH="177480" progId="Equation.DSMT4">
                        <p:embed/>
                        <p:pic>
                          <p:nvPicPr>
                            <p:cNvPr id="6150" name="Object 16">
                              <a:extLst>
                                <a:ext uri="{FF2B5EF4-FFF2-40B4-BE49-F238E27FC236}">
                                  <a16:creationId xmlns:a16="http://schemas.microsoft.com/office/drawing/2014/main" id="{792D58BF-4677-4591-A2B8-91800844B50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75442" y="2230320"/>
                              <a:ext cx="496888" cy="53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p:sp>
        <p:nvSpPr>
          <p:cNvPr id="66" name="TextBox 5">
            <a:extLst>
              <a:ext uri="{FF2B5EF4-FFF2-40B4-BE49-F238E27FC236}">
                <a16:creationId xmlns:a16="http://schemas.microsoft.com/office/drawing/2014/main" id="{0CC38701-37E3-4F5F-9522-DD52DF831433}"/>
              </a:ext>
            </a:extLst>
          </p:cNvPr>
          <p:cNvSpPr txBox="1">
            <a:spLocks noChangeArrowheads="1"/>
          </p:cNvSpPr>
          <p:nvPr/>
        </p:nvSpPr>
        <p:spPr bwMode="auto">
          <a:xfrm>
            <a:off x="617959" y="1776140"/>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令</a:t>
            </a:r>
          </a:p>
        </p:txBody>
      </p:sp>
      <mc:AlternateContent xmlns:mc="http://schemas.openxmlformats.org/markup-compatibility/2006" xmlns:a14="http://schemas.microsoft.com/office/drawing/2010/main">
        <mc:Choice Requires="a14">
          <p:sp>
            <p:nvSpPr>
              <p:cNvPr id="67" name="Object 4">
                <a:extLst>
                  <a:ext uri="{FF2B5EF4-FFF2-40B4-BE49-F238E27FC236}">
                    <a16:creationId xmlns:a16="http://schemas.microsoft.com/office/drawing/2014/main" id="{E29BAB85-07E3-4C36-B7D9-170CE91558BC}"/>
                  </a:ext>
                </a:extLst>
              </p:cNvPr>
              <p:cNvSpPr txBox="1"/>
              <p:nvPr/>
            </p:nvSpPr>
            <p:spPr bwMode="auto">
              <a:xfrm>
                <a:off x="1025622" y="1610697"/>
                <a:ext cx="3369451" cy="79239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7" name="Object 4">
                <a:extLst>
                  <a:ext uri="{FF2B5EF4-FFF2-40B4-BE49-F238E27FC236}">
                    <a16:creationId xmlns:a16="http://schemas.microsoft.com/office/drawing/2014/main" id="{E29BAB85-07E3-4C36-B7D9-170CE91558BC}"/>
                  </a:ext>
                </a:extLst>
              </p:cNvPr>
              <p:cNvSpPr txBox="1">
                <a:spLocks noRot="1" noChangeAspect="1" noMove="1" noResize="1" noEditPoints="1" noAdjustHandles="1" noChangeArrowheads="1" noChangeShapeType="1" noTextEdit="1"/>
              </p:cNvSpPr>
              <p:nvPr/>
            </p:nvSpPr>
            <p:spPr bwMode="auto">
              <a:xfrm>
                <a:off x="1025622" y="1610697"/>
                <a:ext cx="3369451" cy="792396"/>
              </a:xfrm>
              <a:prstGeom prst="rect">
                <a:avLst/>
              </a:prstGeom>
              <a:blipFill>
                <a:blip r:embed="rId22"/>
                <a:stretch>
                  <a:fillRect/>
                </a:stretch>
              </a:blipFill>
              <a:ln>
                <a:noFill/>
              </a:ln>
              <a:effectLst/>
            </p:spPr>
            <p:txBody>
              <a:bodyPr/>
              <a:lstStyle/>
              <a:p>
                <a:r>
                  <a:rPr lang="en-US">
                    <a:noFill/>
                  </a:rPr>
                  <a:t> </a:t>
                </a:r>
              </a:p>
            </p:txBody>
          </p:sp>
        </mc:Fallback>
      </mc:AlternateContent>
      <p:sp>
        <p:nvSpPr>
          <p:cNvPr id="68" name="TextBox 9">
            <a:extLst>
              <a:ext uri="{FF2B5EF4-FFF2-40B4-BE49-F238E27FC236}">
                <a16:creationId xmlns:a16="http://schemas.microsoft.com/office/drawing/2014/main" id="{55D01EF3-DCD2-4C8C-8327-428895938F98}"/>
              </a:ext>
            </a:extLst>
          </p:cNvPr>
          <p:cNvSpPr txBox="1">
            <a:spLocks noChangeArrowheads="1"/>
          </p:cNvSpPr>
          <p:nvPr/>
        </p:nvSpPr>
        <p:spPr bwMode="auto">
          <a:xfrm>
            <a:off x="4439597" y="1779927"/>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则</a:t>
            </a:r>
          </a:p>
        </p:txBody>
      </p:sp>
      <mc:AlternateContent xmlns:mc="http://schemas.openxmlformats.org/markup-compatibility/2006" xmlns:a14="http://schemas.microsoft.com/office/drawing/2010/main">
        <mc:Choice Requires="a14">
          <p:sp>
            <p:nvSpPr>
              <p:cNvPr id="69" name="Object 5">
                <a:extLst>
                  <a:ext uri="{FF2B5EF4-FFF2-40B4-BE49-F238E27FC236}">
                    <a16:creationId xmlns:a16="http://schemas.microsoft.com/office/drawing/2014/main" id="{9CBA4616-3052-4D93-B0EB-60D08800CA89}"/>
                  </a:ext>
                </a:extLst>
              </p:cNvPr>
              <p:cNvSpPr txBox="1"/>
              <p:nvPr/>
            </p:nvSpPr>
            <p:spPr bwMode="auto">
              <a:xfrm>
                <a:off x="4880199" y="1776614"/>
                <a:ext cx="3724249"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+4</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−6)</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𝑍</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9" name="Object 5">
                <a:extLst>
                  <a:ext uri="{FF2B5EF4-FFF2-40B4-BE49-F238E27FC236}">
                    <a16:creationId xmlns:a16="http://schemas.microsoft.com/office/drawing/2014/main" id="{9CBA4616-3052-4D93-B0EB-60D08800CA89}"/>
                  </a:ext>
                </a:extLst>
              </p:cNvPr>
              <p:cNvSpPr txBox="1">
                <a:spLocks noRot="1" noChangeAspect="1" noMove="1" noResize="1" noEditPoints="1" noAdjustHandles="1" noChangeArrowheads="1" noChangeShapeType="1" noTextEdit="1"/>
              </p:cNvSpPr>
              <p:nvPr/>
            </p:nvSpPr>
            <p:spPr bwMode="auto">
              <a:xfrm>
                <a:off x="4880199" y="1776614"/>
                <a:ext cx="3724249" cy="461665"/>
              </a:xfrm>
              <a:prstGeom prst="rect">
                <a:avLst/>
              </a:prstGeom>
              <a:blipFill>
                <a:blip r:embed="rId23"/>
                <a:stretch>
                  <a:fillRect l="-492" r="-656" b="-19737"/>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down)">
                                      <p:cBhvr>
                                        <p:cTn id="7" dur="500"/>
                                        <p:tgtEl>
                                          <p:spTgt spid="6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wipe(down)">
                                      <p:cBhvr>
                                        <p:cTn id="10" dur="500"/>
                                        <p:tgtEl>
                                          <p:spTgt spid="6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wipe(down)">
                                      <p:cBhvr>
                                        <p:cTn id="13" dur="500"/>
                                        <p:tgtEl>
                                          <p:spTgt spid="6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down)">
                                      <p:cBhvr>
                                        <p:cTn id="16" dur="5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par>
                                <p:cTn id="22" presetID="3" presetClass="entr" presetSubtype="1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linds(horizontal)">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标题 1">
            <a:extLst>
              <a:ext uri="{FF2B5EF4-FFF2-40B4-BE49-F238E27FC236}">
                <a16:creationId xmlns:a16="http://schemas.microsoft.com/office/drawing/2014/main" id="{AD716127-3B31-4F74-AE4A-9BF885EF1984}"/>
              </a:ext>
            </a:extLst>
          </p:cNvPr>
          <p:cNvSpPr>
            <a:spLocks noGrp="1"/>
          </p:cNvSpPr>
          <p:nvPr>
            <p:ph type="title"/>
          </p:nvPr>
        </p:nvSpPr>
        <p:spPr/>
        <p:txBody>
          <a:bodyPr/>
          <a:lstStyle/>
          <a:p>
            <a:r>
              <a:rPr lang="en-US" altLang="zh-CN" sz="3600">
                <a:solidFill>
                  <a:srgbClr val="000000"/>
                </a:solidFill>
              </a:rPr>
              <a:t>9.8 </a:t>
            </a:r>
            <a:r>
              <a:rPr lang="zh-CN" altLang="en-US" sz="3600">
                <a:solidFill>
                  <a:srgbClr val="000000"/>
                </a:solidFill>
              </a:rPr>
              <a:t>系统函数的代数属性与方框图表示</a:t>
            </a:r>
            <a:endParaRPr lang="zh-CN" altLang="en-US"/>
          </a:p>
        </p:txBody>
      </p:sp>
      <p:sp>
        <p:nvSpPr>
          <p:cNvPr id="4" name="灯片编号占位符 3">
            <a:extLst>
              <a:ext uri="{FF2B5EF4-FFF2-40B4-BE49-F238E27FC236}">
                <a16:creationId xmlns:a16="http://schemas.microsoft.com/office/drawing/2014/main" id="{2D8DA737-CD0B-4F18-ADF2-E56C6B90800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C4640CA-46C4-497C-9F12-06BF628A935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6" name="TextBox 4">
            <a:extLst>
              <a:ext uri="{FF2B5EF4-FFF2-40B4-BE49-F238E27FC236}">
                <a16:creationId xmlns:a16="http://schemas.microsoft.com/office/drawing/2014/main" id="{1EB9F762-DF69-4075-9AFF-0EBC1852C397}"/>
              </a:ext>
            </a:extLst>
          </p:cNvPr>
          <p:cNvSpPr txBox="1">
            <a:spLocks noChangeArrowheads="1"/>
          </p:cNvSpPr>
          <p:nvPr/>
        </p:nvSpPr>
        <p:spPr bwMode="auto">
          <a:xfrm>
            <a:off x="631825" y="1248941"/>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其他实现方式：</a:t>
            </a:r>
            <a:endParaRPr kumimoji="0" lang="zh-CN" altLang="en-US" sz="2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p:txBody>
      </p:sp>
      <mc:AlternateContent xmlns:mc="http://schemas.openxmlformats.org/markup-compatibility/2006" xmlns:a14="http://schemas.microsoft.com/office/drawing/2010/main">
        <mc:Choice Requires="a14">
          <p:sp>
            <p:nvSpPr>
              <p:cNvPr id="7170" name="Object 2">
                <a:extLst>
                  <a:ext uri="{FF2B5EF4-FFF2-40B4-BE49-F238E27FC236}">
                    <a16:creationId xmlns:a16="http://schemas.microsoft.com/office/drawing/2014/main" id="{FBF96EFD-F096-46B9-81DB-B94AE80D9198}"/>
                  </a:ext>
                </a:extLst>
              </p:cNvPr>
              <p:cNvSpPr txBox="1"/>
              <p:nvPr/>
            </p:nvSpPr>
            <p:spPr bwMode="auto">
              <a:xfrm>
                <a:off x="2123728" y="1772816"/>
                <a:ext cx="3356992" cy="96411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𝐻</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+4</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−6</m:t>
                          </m:r>
                        </m:num>
                        <m:den>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170" name="Object 2">
                <a:extLst>
                  <a:ext uri="{FF2B5EF4-FFF2-40B4-BE49-F238E27FC236}">
                    <a16:creationId xmlns:a16="http://schemas.microsoft.com/office/drawing/2014/main" id="{FBF96EFD-F096-46B9-81DB-B94AE80D9198}"/>
                  </a:ext>
                </a:extLst>
              </p:cNvPr>
              <p:cNvSpPr txBox="1">
                <a:spLocks noRot="1" noChangeAspect="1" noMove="1" noResize="1" noEditPoints="1" noAdjustHandles="1" noChangeArrowheads="1" noChangeShapeType="1" noTextEdit="1"/>
              </p:cNvSpPr>
              <p:nvPr/>
            </p:nvSpPr>
            <p:spPr bwMode="auto">
              <a:xfrm>
                <a:off x="2123728" y="1772816"/>
                <a:ext cx="3356992" cy="964110"/>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1" name="Object 3">
                <a:extLst>
                  <a:ext uri="{FF2B5EF4-FFF2-40B4-BE49-F238E27FC236}">
                    <a16:creationId xmlns:a16="http://schemas.microsoft.com/office/drawing/2014/main" id="{9FCF3CB3-910E-40F6-9577-8E008B253AAB}"/>
                  </a:ext>
                </a:extLst>
              </p:cNvPr>
              <p:cNvSpPr txBox="1"/>
              <p:nvPr/>
            </p:nvSpPr>
            <p:spPr bwMode="auto">
              <a:xfrm>
                <a:off x="2961928" y="2863556"/>
                <a:ext cx="3549501" cy="1060483"/>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d>
                        <m:d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e>
                      </m:d>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171" name="Object 3">
                <a:extLst>
                  <a:ext uri="{FF2B5EF4-FFF2-40B4-BE49-F238E27FC236}">
                    <a16:creationId xmlns:a16="http://schemas.microsoft.com/office/drawing/2014/main" id="{9FCF3CB3-910E-40F6-9577-8E008B253AAB}"/>
                  </a:ext>
                </a:extLst>
              </p:cNvPr>
              <p:cNvSpPr txBox="1">
                <a:spLocks noRot="1" noChangeAspect="1" noMove="1" noResize="1" noEditPoints="1" noAdjustHandles="1" noChangeArrowheads="1" noChangeShapeType="1" noTextEdit="1"/>
              </p:cNvSpPr>
              <p:nvPr/>
            </p:nvSpPr>
            <p:spPr bwMode="auto">
              <a:xfrm>
                <a:off x="2961928" y="2863556"/>
                <a:ext cx="3549501" cy="1060483"/>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2" name="Object 4">
                <a:extLst>
                  <a:ext uri="{FF2B5EF4-FFF2-40B4-BE49-F238E27FC236}">
                    <a16:creationId xmlns:a16="http://schemas.microsoft.com/office/drawing/2014/main" id="{9F2EF792-B0EB-49C3-A718-99357697D24B}"/>
                  </a:ext>
                </a:extLst>
              </p:cNvPr>
              <p:cNvSpPr txBox="1"/>
              <p:nvPr/>
            </p:nvSpPr>
            <p:spPr bwMode="auto">
              <a:xfrm>
                <a:off x="2961928" y="4050669"/>
                <a:ext cx="3189461"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6</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8</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172" name="Object 4">
                <a:extLst>
                  <a:ext uri="{FF2B5EF4-FFF2-40B4-BE49-F238E27FC236}">
                    <a16:creationId xmlns:a16="http://schemas.microsoft.com/office/drawing/2014/main" id="{9F2EF792-B0EB-49C3-A718-99357697D24B}"/>
                  </a:ext>
                </a:extLst>
              </p:cNvPr>
              <p:cNvSpPr txBox="1">
                <a:spLocks noRot="1" noChangeAspect="1" noMove="1" noResize="1" noEditPoints="1" noAdjustHandles="1" noChangeArrowheads="1" noChangeShapeType="1" noTextEdit="1"/>
              </p:cNvSpPr>
              <p:nvPr/>
            </p:nvSpPr>
            <p:spPr bwMode="auto">
              <a:xfrm>
                <a:off x="2961928" y="4050669"/>
                <a:ext cx="3189461" cy="908967"/>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73" name="Object 5">
                <a:extLst>
                  <a:ext uri="{FF2B5EF4-FFF2-40B4-BE49-F238E27FC236}">
                    <a16:creationId xmlns:a16="http://schemas.microsoft.com/office/drawing/2014/main" id="{56BED205-542A-4BEF-9868-06B66199A042}"/>
                  </a:ext>
                </a:extLst>
              </p:cNvPr>
              <p:cNvSpPr txBox="1"/>
              <p:nvPr/>
            </p:nvSpPr>
            <p:spPr bwMode="auto">
              <a:xfrm>
                <a:off x="2961929" y="5086266"/>
                <a:ext cx="3549500" cy="1060483"/>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d>
                        <m:d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d>
                        <m:d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e>
                      </m:d>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173" name="Object 5">
                <a:extLst>
                  <a:ext uri="{FF2B5EF4-FFF2-40B4-BE49-F238E27FC236}">
                    <a16:creationId xmlns:a16="http://schemas.microsoft.com/office/drawing/2014/main" id="{56BED205-542A-4BEF-9868-06B66199A042}"/>
                  </a:ext>
                </a:extLst>
              </p:cNvPr>
              <p:cNvSpPr txBox="1">
                <a:spLocks noRot="1" noChangeAspect="1" noMove="1" noResize="1" noEditPoints="1" noAdjustHandles="1" noChangeArrowheads="1" noChangeShapeType="1" noTextEdit="1"/>
              </p:cNvSpPr>
              <p:nvPr/>
            </p:nvSpPr>
            <p:spPr bwMode="auto">
              <a:xfrm>
                <a:off x="2961929" y="5086266"/>
                <a:ext cx="3549500" cy="1060483"/>
              </a:xfrm>
              <a:prstGeom prst="rect">
                <a:avLst/>
              </a:prstGeom>
              <a:blipFill>
                <a:blip r:embed="rId5"/>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标题 1">
            <a:extLst>
              <a:ext uri="{FF2B5EF4-FFF2-40B4-BE49-F238E27FC236}">
                <a16:creationId xmlns:a16="http://schemas.microsoft.com/office/drawing/2014/main" id="{13F9A3DE-EDAC-4585-97FE-344594C5511C}"/>
              </a:ext>
            </a:extLst>
          </p:cNvPr>
          <p:cNvSpPr>
            <a:spLocks noGrp="1"/>
          </p:cNvSpPr>
          <p:nvPr>
            <p:ph type="title"/>
          </p:nvPr>
        </p:nvSpPr>
        <p:spPr/>
        <p:txBody>
          <a:bodyPr/>
          <a:lstStyle/>
          <a:p>
            <a:r>
              <a:rPr lang="en-US" altLang="zh-CN" dirty="0"/>
              <a:t>9.9 </a:t>
            </a:r>
            <a:r>
              <a:rPr lang="zh-CN" altLang="en-US" dirty="0"/>
              <a:t>单边拉普拉斯变换</a:t>
            </a:r>
          </a:p>
        </p:txBody>
      </p:sp>
      <p:sp>
        <p:nvSpPr>
          <p:cNvPr id="8196" name="内容占位符 2">
            <a:extLst>
              <a:ext uri="{FF2B5EF4-FFF2-40B4-BE49-F238E27FC236}">
                <a16:creationId xmlns:a16="http://schemas.microsoft.com/office/drawing/2014/main" id="{F3AFD8F3-9218-46EC-B6B2-8B30FB253049}"/>
              </a:ext>
            </a:extLst>
          </p:cNvPr>
          <p:cNvSpPr>
            <a:spLocks noGrp="1"/>
          </p:cNvSpPr>
          <p:nvPr>
            <p:ph idx="1"/>
          </p:nvPr>
        </p:nvSpPr>
        <p:spPr>
          <a:xfrm>
            <a:off x="457200" y="1285875"/>
            <a:ext cx="8229600" cy="928688"/>
          </a:xfrm>
        </p:spPr>
        <p:txBody>
          <a:bodyPr/>
          <a:lstStyle/>
          <a:p>
            <a:pPr algn="just"/>
            <a:r>
              <a:rPr lang="zh-CN" altLang="en-US" sz="2800" b="0" dirty="0"/>
              <a:t>单边拉普拉斯变换对分析具有非零初始条件，由线性常系数微分方程描述的因果系统具有重要意义。</a:t>
            </a:r>
          </a:p>
        </p:txBody>
      </p:sp>
      <p:sp>
        <p:nvSpPr>
          <p:cNvPr id="4" name="灯片编号占位符 3">
            <a:extLst>
              <a:ext uri="{FF2B5EF4-FFF2-40B4-BE49-F238E27FC236}">
                <a16:creationId xmlns:a16="http://schemas.microsoft.com/office/drawing/2014/main" id="{9D853F4F-0D38-47C8-AA0C-CCCEF2CDC75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1F1578-0005-4CEF-A563-9A76A76CCE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Rectangle 4">
            <a:extLst>
              <a:ext uri="{FF2B5EF4-FFF2-40B4-BE49-F238E27FC236}">
                <a16:creationId xmlns:a16="http://schemas.microsoft.com/office/drawing/2014/main" id="{E9C3CCA8-F158-4960-8CC0-58AC634D860B}"/>
              </a:ext>
            </a:extLst>
          </p:cNvPr>
          <p:cNvSpPr>
            <a:spLocks noRot="1" noChangeArrowheads="1"/>
          </p:cNvSpPr>
          <p:nvPr/>
        </p:nvSpPr>
        <p:spPr bwMode="auto">
          <a:xfrm>
            <a:off x="857250" y="2674392"/>
            <a:ext cx="173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一</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定义</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3BD12D4C-8D06-4ECC-8A34-4BC36735FD51}"/>
                  </a:ext>
                </a:extLst>
              </p:cNvPr>
              <p:cNvSpPr txBox="1"/>
              <p:nvPr/>
            </p:nvSpPr>
            <p:spPr bwMode="auto">
              <a:xfrm>
                <a:off x="2828658" y="3068960"/>
                <a:ext cx="3486683" cy="1024639"/>
              </a:xfrm>
              <a:prstGeom prst="rect">
                <a:avLst/>
              </a:prstGeom>
              <a:solidFill>
                <a:schemeClr val="accent5">
                  <a:lumMod val="20000"/>
                  <a:lumOff val="80000"/>
                </a:schemeClr>
              </a:solidFill>
              <a:ln w="25400">
                <a:solidFill>
                  <a:srgbClr val="FF0000"/>
                </a:solid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𝜒</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𝑠</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p>
                        </m:sub>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𝑠𝑡</m:t>
                              </m:r>
                            </m:sup>
                          </m:sSup>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e>
                      </m:nary>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6" name="Object 5">
                <a:extLst>
                  <a:ext uri="{FF2B5EF4-FFF2-40B4-BE49-F238E27FC236}">
                    <a16:creationId xmlns:a16="http://schemas.microsoft.com/office/drawing/2014/main" id="{3BD12D4C-8D06-4ECC-8A34-4BC36735FD51}"/>
                  </a:ext>
                </a:extLst>
              </p:cNvPr>
              <p:cNvSpPr txBox="1">
                <a:spLocks noRot="1" noChangeAspect="1" noMove="1" noResize="1" noEditPoints="1" noAdjustHandles="1" noChangeArrowheads="1" noChangeShapeType="1" noTextEdit="1"/>
              </p:cNvSpPr>
              <p:nvPr/>
            </p:nvSpPr>
            <p:spPr bwMode="auto">
              <a:xfrm>
                <a:off x="2828658" y="3068960"/>
                <a:ext cx="3486683" cy="1024639"/>
              </a:xfrm>
              <a:prstGeom prst="rect">
                <a:avLst/>
              </a:prstGeom>
              <a:blipFill>
                <a:blip r:embed="rId2"/>
                <a:stretch>
                  <a:fillRect/>
                </a:stretch>
              </a:blipFill>
              <a:ln w="25400">
                <a:solidFill>
                  <a:srgbClr val="FF0000"/>
                </a:solidFill>
              </a:ln>
              <a:effectLst/>
            </p:spPr>
            <p:txBody>
              <a:bodyPr/>
              <a:lstStyle/>
              <a:p>
                <a:r>
                  <a:rPr lang="en-US">
                    <a:noFill/>
                  </a:rPr>
                  <a:t> </a:t>
                </a:r>
              </a:p>
            </p:txBody>
          </p:sp>
        </mc:Fallback>
      </mc:AlternateContent>
      <p:sp>
        <p:nvSpPr>
          <p:cNvPr id="8" name="Text Box 7">
            <a:extLst>
              <a:ext uri="{FF2B5EF4-FFF2-40B4-BE49-F238E27FC236}">
                <a16:creationId xmlns:a16="http://schemas.microsoft.com/office/drawing/2014/main" id="{2BBCC192-4F99-4019-AFFC-0CB2EFA80757}"/>
              </a:ext>
            </a:extLst>
          </p:cNvPr>
          <p:cNvSpPr txBox="1">
            <a:spLocks noChangeArrowheads="1"/>
          </p:cNvSpPr>
          <p:nvPr/>
        </p:nvSpPr>
        <p:spPr bwMode="auto">
          <a:xfrm>
            <a:off x="857250" y="5211217"/>
            <a:ext cx="7683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显然，因果信号的双边拉普拉斯变换和单边拉普拉斯变换完全相同。</a:t>
            </a:r>
          </a:p>
        </p:txBody>
      </p:sp>
      <p:sp>
        <p:nvSpPr>
          <p:cNvPr id="10" name="Text Box 7">
            <a:extLst>
              <a:ext uri="{FF2B5EF4-FFF2-40B4-BE49-F238E27FC236}">
                <a16:creationId xmlns:a16="http://schemas.microsoft.com/office/drawing/2014/main" id="{B13389E9-50ED-424B-BD2D-F1DD90461F2E}"/>
              </a:ext>
            </a:extLst>
          </p:cNvPr>
          <p:cNvSpPr txBox="1">
            <a:spLocks noChangeArrowheads="1"/>
          </p:cNvSpPr>
          <p:nvPr/>
        </p:nvSpPr>
        <p:spPr bwMode="auto">
          <a:xfrm>
            <a:off x="857250" y="4211092"/>
            <a:ext cx="7683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即单边拉普拉斯变换是仅考虑信号在</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0</a:t>
            </a:r>
            <a:r>
              <a:rPr kumimoji="0" lang="en-US" altLang="zh-CN" sz="2800" b="0" i="0" u="none" strike="noStrike" kern="1200" cap="none" spc="0" normalizeH="0" baseline="3000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之后部分的双边拉普拉斯变换。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标题 1">
            <a:extLst>
              <a:ext uri="{FF2B5EF4-FFF2-40B4-BE49-F238E27FC236}">
                <a16:creationId xmlns:a16="http://schemas.microsoft.com/office/drawing/2014/main" id="{DAEAF423-9324-437C-9C16-7AFC2F450908}"/>
              </a:ext>
            </a:extLst>
          </p:cNvPr>
          <p:cNvSpPr>
            <a:spLocks noGrp="1"/>
          </p:cNvSpPr>
          <p:nvPr>
            <p:ph type="title"/>
          </p:nvPr>
        </p:nvSpPr>
        <p:spPr/>
        <p:txBody>
          <a:bodyPr/>
          <a:lstStyle/>
          <a:p>
            <a:r>
              <a:rPr lang="en-US" altLang="zh-CN" dirty="0"/>
              <a:t>9.9 </a:t>
            </a:r>
            <a:r>
              <a:rPr lang="zh-CN" altLang="en-US" dirty="0"/>
              <a:t>单边拉普拉斯变换</a:t>
            </a:r>
          </a:p>
        </p:txBody>
      </p:sp>
      <p:sp>
        <p:nvSpPr>
          <p:cNvPr id="3" name="内容占位符 2">
            <a:extLst>
              <a:ext uri="{FF2B5EF4-FFF2-40B4-BE49-F238E27FC236}">
                <a16:creationId xmlns:a16="http://schemas.microsoft.com/office/drawing/2014/main" id="{A4093B5F-60B5-4D4D-9959-9241183733CD}"/>
              </a:ext>
            </a:extLst>
          </p:cNvPr>
          <p:cNvSpPr>
            <a:spLocks noGrp="1"/>
          </p:cNvSpPr>
          <p:nvPr>
            <p:ph idx="1"/>
          </p:nvPr>
        </p:nvSpPr>
        <p:spPr>
          <a:xfrm>
            <a:off x="457200" y="1285875"/>
            <a:ext cx="8229600" cy="2850011"/>
          </a:xfrm>
        </p:spPr>
        <p:txBody>
          <a:bodyPr>
            <a:spAutoFit/>
          </a:bodyPr>
          <a:lstStyle/>
          <a:p>
            <a:pPr algn="just"/>
            <a:r>
              <a:rPr lang="zh-CN" altLang="en-US" sz="2800" b="0" dirty="0"/>
              <a:t>单边拉普拉斯变换的</a:t>
            </a:r>
            <a:r>
              <a:rPr lang="en-US" altLang="zh-CN" sz="2800" b="0" dirty="0"/>
              <a:t>ROC</a:t>
            </a:r>
            <a:r>
              <a:rPr lang="zh-CN" altLang="en-US" sz="2800" b="0" dirty="0"/>
              <a:t>位于最右边极点右边。</a:t>
            </a:r>
            <a:endParaRPr lang="en-US" altLang="zh-CN" sz="2800" b="0" dirty="0"/>
          </a:p>
          <a:p>
            <a:pPr algn="just"/>
            <a:r>
              <a:rPr lang="zh-CN" altLang="en-US" sz="2800" b="0" dirty="0"/>
              <a:t>由于单边拉普拉斯变换不存在类似双边拉普拉斯变换中与</a:t>
            </a:r>
            <a:r>
              <a:rPr lang="en-US" altLang="zh-CN" sz="2800" b="0" dirty="0"/>
              <a:t>ROC</a:t>
            </a:r>
            <a:r>
              <a:rPr lang="zh-CN" altLang="en-US" sz="2800" b="0" dirty="0"/>
              <a:t>相关的多义性，一般不再强调其</a:t>
            </a:r>
            <a:r>
              <a:rPr lang="en-US" altLang="zh-CN" sz="2800" b="0" dirty="0"/>
              <a:t>ROC</a:t>
            </a:r>
            <a:r>
              <a:rPr lang="zh-CN" altLang="en-US" sz="2800" b="0" dirty="0"/>
              <a:t>。</a:t>
            </a:r>
            <a:endParaRPr lang="en-US" altLang="zh-CN" sz="2800" b="0" dirty="0"/>
          </a:p>
          <a:p>
            <a:pPr algn="just"/>
            <a:r>
              <a:rPr lang="zh-CN" altLang="en-US" sz="2800" b="0" dirty="0"/>
              <a:t>单边拉普拉斯变换的反变换与同</a:t>
            </a:r>
            <a:r>
              <a:rPr lang="en-US" altLang="zh-CN" sz="2800" b="0" dirty="0"/>
              <a:t>ROC</a:t>
            </a:r>
            <a:r>
              <a:rPr lang="zh-CN" altLang="en-US" sz="2800" b="0" dirty="0"/>
              <a:t>的双边拉普拉斯变换的反变换相同：</a:t>
            </a:r>
          </a:p>
        </p:txBody>
      </p:sp>
      <p:sp>
        <p:nvSpPr>
          <p:cNvPr id="4" name="灯片编号占位符 3">
            <a:extLst>
              <a:ext uri="{FF2B5EF4-FFF2-40B4-BE49-F238E27FC236}">
                <a16:creationId xmlns:a16="http://schemas.microsoft.com/office/drawing/2014/main" id="{49E64E48-6583-4A2D-B445-FF728A39498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139BF69-8627-48F4-87C9-677EEF33AD7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9634" name="Object 2">
                <a:extLst>
                  <a:ext uri="{FF2B5EF4-FFF2-40B4-BE49-F238E27FC236}">
                    <a16:creationId xmlns:a16="http://schemas.microsoft.com/office/drawing/2014/main" id="{D127C6FC-6D5F-4339-AF4E-4393F55C8C31}"/>
                  </a:ext>
                </a:extLst>
              </p:cNvPr>
              <p:cNvSpPr txBox="1"/>
              <p:nvPr/>
            </p:nvSpPr>
            <p:spPr bwMode="auto">
              <a:xfrm>
                <a:off x="2379749" y="4166678"/>
                <a:ext cx="4384501" cy="1124731"/>
              </a:xfrm>
              <a:prstGeom prst="rect">
                <a:avLst/>
              </a:prstGeom>
              <a:solidFill>
                <a:schemeClr val="accent5">
                  <a:lumMod val="20000"/>
                  <a:lumOff val="80000"/>
                </a:schemeClr>
              </a:solidFill>
              <a:ln w="25400">
                <a:solidFill>
                  <a:srgbClr val="FF0000"/>
                </a:solid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2</m:t>
                          </m:r>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πj</m:t>
                          </m:r>
                        </m:den>
                      </m:f>
                      <m:nary>
                        <m:nary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𝜎</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b>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𝜎</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j</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e>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𝑠𝑡</m:t>
                              </m:r>
                            </m:sup>
                          </m:sSup>
                          <m:r>
                            <m:rPr>
                              <m:sty m:val="p"/>
                            </m:rPr>
                            <a:rPr kumimoji="0" lang="en-US" sz="2800" b="0" i="0" u="none" strike="noStrike" kern="1200" cap="none" spc="0" normalizeH="0" baseline="0" noProof="0">
                              <a:ln>
                                <a:noFill/>
                              </a:ln>
                              <a:solidFill>
                                <a:prstClr val="black"/>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𝑠</m:t>
                          </m:r>
                        </m:e>
                      </m:nary>
                    </m:oMath>
                  </m:oMathPara>
                </a14:m>
                <a:endPar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mc:Choice>
        <mc:Fallback xmlns="">
          <p:sp>
            <p:nvSpPr>
              <p:cNvPr id="69634" name="Object 2">
                <a:extLst>
                  <a:ext uri="{FF2B5EF4-FFF2-40B4-BE49-F238E27FC236}">
                    <a16:creationId xmlns:a16="http://schemas.microsoft.com/office/drawing/2014/main" id="{D127C6FC-6D5F-4339-AF4E-4393F55C8C31}"/>
                  </a:ext>
                </a:extLst>
              </p:cNvPr>
              <p:cNvSpPr txBox="1">
                <a:spLocks noRot="1" noChangeAspect="1" noMove="1" noResize="1" noEditPoints="1" noAdjustHandles="1" noChangeArrowheads="1" noChangeShapeType="1" noTextEdit="1"/>
              </p:cNvSpPr>
              <p:nvPr/>
            </p:nvSpPr>
            <p:spPr bwMode="auto">
              <a:xfrm>
                <a:off x="2379749" y="4166678"/>
                <a:ext cx="4384501" cy="1124731"/>
              </a:xfrm>
              <a:prstGeom prst="rect">
                <a:avLst/>
              </a:prstGeom>
              <a:blipFill>
                <a:blip r:embed="rId2"/>
                <a:stretch>
                  <a:fillRect/>
                </a:stretch>
              </a:blipFill>
              <a:ln w="25400">
                <a:solidFill>
                  <a:srgbClr val="FF0000"/>
                </a:solidFill>
              </a:ln>
              <a:effectLst/>
            </p:spPr>
            <p:txBody>
              <a:bodyPr/>
              <a:lstStyle/>
              <a:p>
                <a:r>
                  <a:rPr lang="en-US">
                    <a:noFill/>
                  </a:rPr>
                  <a:t> </a:t>
                </a:r>
              </a:p>
            </p:txBody>
          </p:sp>
        </mc:Fallback>
      </mc:AlternateContent>
      <p:sp>
        <p:nvSpPr>
          <p:cNvPr id="6" name="Rectangle 5">
            <a:extLst>
              <a:ext uri="{FF2B5EF4-FFF2-40B4-BE49-F238E27FC236}">
                <a16:creationId xmlns:a16="http://schemas.microsoft.com/office/drawing/2014/main" id="{D71A06CD-CC13-46CD-B786-5F46AA7506FC}"/>
              </a:ext>
            </a:extLst>
          </p:cNvPr>
          <p:cNvSpPr>
            <a:spLocks noChangeArrowheads="1"/>
          </p:cNvSpPr>
          <p:nvPr/>
        </p:nvSpPr>
        <p:spPr bwMode="auto">
          <a:xfrm>
            <a:off x="785813" y="5355213"/>
            <a:ext cx="7924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注意：单边拉普拉斯反变换仅给出信号在</a:t>
            </a:r>
            <a:r>
              <a:rPr kumimoji="0" lang="en-US" altLang="zh-CN"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0</a:t>
            </a:r>
            <a:r>
              <a:rPr kumimoji="0" lang="en-US" altLang="zh-CN" sz="2800" b="0" i="0" u="none" strike="noStrike" kern="1200" cap="none" spc="0" normalizeH="0" baseline="3000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后的取值</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9634"/>
                                        </p:tgtEl>
                                        <p:attrNameLst>
                                          <p:attrName>style.visibility</p:attrName>
                                        </p:attrNameLst>
                                      </p:cBhvr>
                                      <p:to>
                                        <p:strVal val="visible"/>
                                      </p:to>
                                    </p:set>
                                    <p:anim calcmode="lin" valueType="num">
                                      <p:cBhvr additive="base">
                                        <p:cTn id="11" dur="500" fill="hold"/>
                                        <p:tgtEl>
                                          <p:spTgt spid="69634"/>
                                        </p:tgtEl>
                                        <p:attrNameLst>
                                          <p:attrName>ppt_x</p:attrName>
                                        </p:attrNameLst>
                                      </p:cBhvr>
                                      <p:tavLst>
                                        <p:tav tm="0">
                                          <p:val>
                                            <p:strVal val="#ppt_x"/>
                                          </p:val>
                                        </p:tav>
                                        <p:tav tm="100000">
                                          <p:val>
                                            <p:strVal val="#ppt_x"/>
                                          </p:val>
                                        </p:tav>
                                      </p:tavLst>
                                    </p:anim>
                                    <p:anim calcmode="lin" valueType="num">
                                      <p:cBhvr additive="base">
                                        <p:cTn id="12" dur="500" fill="hold"/>
                                        <p:tgtEl>
                                          <p:spTgt spid="6963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nimBg="1"/>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标题 1">
            <a:extLst>
              <a:ext uri="{FF2B5EF4-FFF2-40B4-BE49-F238E27FC236}">
                <a16:creationId xmlns:a16="http://schemas.microsoft.com/office/drawing/2014/main" id="{751460EA-EDF1-4613-8405-504114DDBDE5}"/>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A606D6E1-FF60-4013-B4AC-A536669A495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9041B89-2744-4442-AD5E-6AE67170A74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Text Box 2">
            <a:extLst>
              <a:ext uri="{FF2B5EF4-FFF2-40B4-BE49-F238E27FC236}">
                <a16:creationId xmlns:a16="http://schemas.microsoft.com/office/drawing/2014/main" id="{36CD09DB-11CB-44CA-B2A8-D42258B55964}"/>
              </a:ext>
            </a:extLst>
          </p:cNvPr>
          <p:cNvSpPr txBox="1">
            <a:spLocks noChangeArrowheads="1"/>
          </p:cNvSpPr>
          <p:nvPr/>
        </p:nvSpPr>
        <p:spPr bwMode="auto">
          <a:xfrm>
            <a:off x="823913" y="3014462"/>
            <a:ext cx="3333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单边拉普拉斯变换：</a:t>
            </a:r>
          </a:p>
        </p:txBody>
      </p:sp>
      <mc:AlternateContent xmlns:mc="http://schemas.openxmlformats.org/markup-compatibility/2006" xmlns:a14="http://schemas.microsoft.com/office/drawing/2010/main">
        <mc:Choice Requires="a14">
          <p:sp>
            <p:nvSpPr>
              <p:cNvPr id="7" name="Object 2">
                <a:extLst>
                  <a:ext uri="{FF2B5EF4-FFF2-40B4-BE49-F238E27FC236}">
                    <a16:creationId xmlns:a16="http://schemas.microsoft.com/office/drawing/2014/main" id="{C431A695-2000-4940-9971-134AD91361A8}"/>
                  </a:ext>
                </a:extLst>
              </p:cNvPr>
              <p:cNvSpPr txBox="1"/>
              <p:nvPr/>
            </p:nvSpPr>
            <p:spPr bwMode="auto">
              <a:xfrm>
                <a:off x="971551" y="3483730"/>
                <a:ext cx="3528442" cy="89146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sub>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e>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p>
                          </m:sSup>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𝑠𝑡</m:t>
                              </m:r>
                            </m:sup>
                          </m:sSup>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nary>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 name="Object 2">
                <a:extLst>
                  <a:ext uri="{FF2B5EF4-FFF2-40B4-BE49-F238E27FC236}">
                    <a16:creationId xmlns:a16="http://schemas.microsoft.com/office/drawing/2014/main" id="{C431A695-2000-4940-9971-134AD91361A8}"/>
                  </a:ext>
                </a:extLst>
              </p:cNvPr>
              <p:cNvSpPr txBox="1">
                <a:spLocks noRot="1" noChangeAspect="1" noMove="1" noResize="1" noEditPoints="1" noAdjustHandles="1" noChangeArrowheads="1" noChangeShapeType="1" noTextEdit="1"/>
              </p:cNvSpPr>
              <p:nvPr/>
            </p:nvSpPr>
            <p:spPr bwMode="auto">
              <a:xfrm>
                <a:off x="971551" y="3483730"/>
                <a:ext cx="3528442" cy="89146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8" name="Rectangle 7">
                <a:extLst>
                  <a:ext uri="{FF2B5EF4-FFF2-40B4-BE49-F238E27FC236}">
                    <a16:creationId xmlns:a16="http://schemas.microsoft.com/office/drawing/2014/main" id="{097E1DCD-CAAA-486C-A414-3D508B0487DD}"/>
                  </a:ext>
                </a:extLst>
              </p:cNvPr>
              <p:cNvSpPr>
                <a:spLocks noChangeArrowheads="1"/>
              </p:cNvSpPr>
              <p:nvPr/>
            </p:nvSpPr>
            <p:spPr bwMode="auto">
              <a:xfrm>
                <a:off x="571500" y="1261195"/>
                <a:ext cx="3928492" cy="4769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1</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oMath>
                </a14:m>
                <a:endPar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0258" name="Rectangle 7">
                <a:extLst>
                  <a:ext uri="{FF2B5EF4-FFF2-40B4-BE49-F238E27FC236}">
                    <a16:creationId xmlns:a16="http://schemas.microsoft.com/office/drawing/2014/main" id="{097E1DCD-CAAA-486C-A414-3D508B0487DD}"/>
                  </a:ext>
                </a:extLst>
              </p:cNvPr>
              <p:cNvSpPr>
                <a:spLocks noRot="1" noChangeAspect="1" noMove="1" noResize="1" noEditPoints="1" noAdjustHandles="1" noChangeArrowheads="1" noChangeShapeType="1" noTextEdit="1"/>
              </p:cNvSpPr>
              <p:nvPr/>
            </p:nvSpPr>
            <p:spPr bwMode="auto">
              <a:xfrm>
                <a:off x="571500" y="1261195"/>
                <a:ext cx="3928492" cy="476990"/>
              </a:xfrm>
              <a:prstGeom prst="rect">
                <a:avLst/>
              </a:prstGeom>
              <a:blipFill>
                <a:blip r:embed="rId4"/>
                <a:stretch>
                  <a:fillRect l="-2484" t="-8974" r="-311" b="-294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2" name="Rectangle 9">
            <a:extLst>
              <a:ext uri="{FF2B5EF4-FFF2-40B4-BE49-F238E27FC236}">
                <a16:creationId xmlns:a16="http://schemas.microsoft.com/office/drawing/2014/main" id="{288F336E-FA38-4126-95A2-47827BFECB46}"/>
              </a:ext>
            </a:extLst>
          </p:cNvPr>
          <p:cNvSpPr>
            <a:spLocks noChangeArrowheads="1"/>
          </p:cNvSpPr>
          <p:nvPr/>
        </p:nvSpPr>
        <p:spPr bwMode="auto">
          <a:xfrm>
            <a:off x="857250" y="1745491"/>
            <a:ext cx="37131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双边拉普拉斯变换：</a:t>
            </a:r>
          </a:p>
        </p:txBody>
      </p:sp>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BDBF9F37-D108-4EC2-B22A-B340B4AA30AE}"/>
                  </a:ext>
                </a:extLst>
              </p:cNvPr>
              <p:cNvSpPr txBox="1"/>
              <p:nvPr/>
            </p:nvSpPr>
            <p:spPr bwMode="auto">
              <a:xfrm>
                <a:off x="928688" y="2214760"/>
                <a:ext cx="2295525" cy="79239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den>
                      </m:f>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4" name="Object 5">
                <a:extLst>
                  <a:ext uri="{FF2B5EF4-FFF2-40B4-BE49-F238E27FC236}">
                    <a16:creationId xmlns:a16="http://schemas.microsoft.com/office/drawing/2014/main" id="{BDBF9F37-D108-4EC2-B22A-B340B4AA30AE}"/>
                  </a:ext>
                </a:extLst>
              </p:cNvPr>
              <p:cNvSpPr txBox="1">
                <a:spLocks noRot="1" noChangeAspect="1" noMove="1" noResize="1" noEditPoints="1" noAdjustHandles="1" noChangeArrowheads="1" noChangeShapeType="1" noTextEdit="1"/>
              </p:cNvSpPr>
              <p:nvPr/>
            </p:nvSpPr>
            <p:spPr bwMode="auto">
              <a:xfrm>
                <a:off x="928688" y="2214760"/>
                <a:ext cx="2295525" cy="79239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664" name="Object 8">
                <a:extLst>
                  <a:ext uri="{FF2B5EF4-FFF2-40B4-BE49-F238E27FC236}">
                    <a16:creationId xmlns:a16="http://schemas.microsoft.com/office/drawing/2014/main" id="{056FC403-856E-468A-9F0D-9C08B83FAA56}"/>
                  </a:ext>
                </a:extLst>
              </p:cNvPr>
              <p:cNvSpPr txBox="1"/>
              <p:nvPr/>
            </p:nvSpPr>
            <p:spPr bwMode="auto">
              <a:xfrm>
                <a:off x="3314229" y="2382715"/>
                <a:ext cx="1785292" cy="461665"/>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unc>
                        <m:func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Re</m:t>
                          </m:r>
                        </m:fName>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func>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]&gt;−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0664" name="Object 8">
                <a:extLst>
                  <a:ext uri="{FF2B5EF4-FFF2-40B4-BE49-F238E27FC236}">
                    <a16:creationId xmlns:a16="http://schemas.microsoft.com/office/drawing/2014/main" id="{056FC403-856E-468A-9F0D-9C08B83FAA56}"/>
                  </a:ext>
                </a:extLst>
              </p:cNvPr>
              <p:cNvSpPr txBox="1">
                <a:spLocks noRot="1" noChangeAspect="1" noMove="1" noResize="1" noEditPoints="1" noAdjustHandles="1" noChangeArrowheads="1" noChangeShapeType="1" noTextEdit="1"/>
              </p:cNvSpPr>
              <p:nvPr/>
            </p:nvSpPr>
            <p:spPr bwMode="auto">
              <a:xfrm>
                <a:off x="3314229" y="2382715"/>
                <a:ext cx="1785292" cy="461665"/>
              </a:xfrm>
              <a:prstGeom prst="rect">
                <a:avLst/>
              </a:prstGeom>
              <a:blipFill>
                <a:blip r:embed="rId6"/>
                <a:stretch>
                  <a:fillRect l="-102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665" name="Object 9">
                <a:extLst>
                  <a:ext uri="{FF2B5EF4-FFF2-40B4-BE49-F238E27FC236}">
                    <a16:creationId xmlns:a16="http://schemas.microsoft.com/office/drawing/2014/main" id="{2207CEA3-92C6-41DF-9EEF-E8E8DAC0DC03}"/>
                  </a:ext>
                </a:extLst>
              </p:cNvPr>
              <p:cNvSpPr txBox="1"/>
              <p:nvPr/>
            </p:nvSpPr>
            <p:spPr bwMode="auto">
              <a:xfrm>
                <a:off x="6796044" y="4500577"/>
                <a:ext cx="1745877"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unc>
                        <m:func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uncPr>
                        <m:fNa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Re</m:t>
                          </m:r>
                        </m:fName>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func>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]&gt;−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0665" name="Object 9">
                <a:extLst>
                  <a:ext uri="{FF2B5EF4-FFF2-40B4-BE49-F238E27FC236}">
                    <a16:creationId xmlns:a16="http://schemas.microsoft.com/office/drawing/2014/main" id="{2207CEA3-92C6-41DF-9EEF-E8E8DAC0DC03}"/>
                  </a:ext>
                </a:extLst>
              </p:cNvPr>
              <p:cNvSpPr txBox="1">
                <a:spLocks noRot="1" noChangeAspect="1" noMove="1" noResize="1" noEditPoints="1" noAdjustHandles="1" noChangeArrowheads="1" noChangeShapeType="1" noTextEdit="1"/>
              </p:cNvSpPr>
              <p:nvPr/>
            </p:nvSpPr>
            <p:spPr bwMode="auto">
              <a:xfrm>
                <a:off x="6796044" y="4500577"/>
                <a:ext cx="1745877" cy="461665"/>
              </a:xfrm>
              <a:prstGeom prst="rect">
                <a:avLst/>
              </a:prstGeom>
              <a:blipFill>
                <a:blip r:embed="rId7"/>
                <a:stretch>
                  <a:fillRect l="-1049"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666" name="Object 10">
                <a:extLst>
                  <a:ext uri="{FF2B5EF4-FFF2-40B4-BE49-F238E27FC236}">
                    <a16:creationId xmlns:a16="http://schemas.microsoft.com/office/drawing/2014/main" id="{F01942A5-4FD1-410C-8EB8-FED9D9E72F26}"/>
                  </a:ext>
                </a:extLst>
              </p:cNvPr>
              <p:cNvSpPr txBox="1"/>
              <p:nvPr/>
            </p:nvSpPr>
            <p:spPr bwMode="auto">
              <a:xfrm>
                <a:off x="7020635" y="3488056"/>
                <a:ext cx="1681186" cy="78898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den>
                      </m:f>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sup>
                      </m:sSup>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0666" name="Object 10">
                <a:extLst>
                  <a:ext uri="{FF2B5EF4-FFF2-40B4-BE49-F238E27FC236}">
                    <a16:creationId xmlns:a16="http://schemas.microsoft.com/office/drawing/2014/main" id="{F01942A5-4FD1-410C-8EB8-FED9D9E72F26}"/>
                  </a:ext>
                </a:extLst>
              </p:cNvPr>
              <p:cNvSpPr txBox="1">
                <a:spLocks noRot="1" noChangeAspect="1" noMove="1" noResize="1" noEditPoints="1" noAdjustHandles="1" noChangeArrowheads="1" noChangeShapeType="1" noTextEdit="1"/>
              </p:cNvSpPr>
              <p:nvPr/>
            </p:nvSpPr>
            <p:spPr bwMode="auto">
              <a:xfrm>
                <a:off x="7020635" y="3488056"/>
                <a:ext cx="1681186" cy="788987"/>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667" name="Object 11">
                <a:extLst>
                  <a:ext uri="{FF2B5EF4-FFF2-40B4-BE49-F238E27FC236}">
                    <a16:creationId xmlns:a16="http://schemas.microsoft.com/office/drawing/2014/main" id="{A52E37F8-0CC6-40C6-97C7-BC90E5EF55C2}"/>
                  </a:ext>
                </a:extLst>
              </p:cNvPr>
              <p:cNvSpPr txBox="1"/>
              <p:nvPr/>
            </p:nvSpPr>
            <p:spPr bwMode="auto">
              <a:xfrm>
                <a:off x="4332786" y="3476246"/>
                <a:ext cx="2786779" cy="89146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sup>
                      </m:sSup>
                      <m:nary>
                        <m:nary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sub>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e>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nary>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0667" name="Object 11">
                <a:extLst>
                  <a:ext uri="{FF2B5EF4-FFF2-40B4-BE49-F238E27FC236}">
                    <a16:creationId xmlns:a16="http://schemas.microsoft.com/office/drawing/2014/main" id="{A52E37F8-0CC6-40C6-97C7-BC90E5EF55C2}"/>
                  </a:ext>
                </a:extLst>
              </p:cNvPr>
              <p:cNvSpPr txBox="1">
                <a:spLocks noRot="1" noChangeAspect="1" noMove="1" noResize="1" noEditPoints="1" noAdjustHandles="1" noChangeArrowheads="1" noChangeShapeType="1" noTextEdit="1"/>
              </p:cNvSpPr>
              <p:nvPr/>
            </p:nvSpPr>
            <p:spPr bwMode="auto">
              <a:xfrm>
                <a:off x="4332786" y="3476246"/>
                <a:ext cx="2786779" cy="891462"/>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 Box 8">
                <a:extLst>
                  <a:ext uri="{FF2B5EF4-FFF2-40B4-BE49-F238E27FC236}">
                    <a16:creationId xmlns:a16="http://schemas.microsoft.com/office/drawing/2014/main" id="{519FA240-D831-4EE7-94DC-74BAFAC0070B}"/>
                  </a:ext>
                </a:extLst>
              </p:cNvPr>
              <p:cNvSpPr txBox="1">
                <a:spLocks noChangeArrowheads="1"/>
              </p:cNvSpPr>
              <p:nvPr/>
            </p:nvSpPr>
            <p:spPr bwMode="auto">
              <a:xfrm>
                <a:off x="928688" y="4382498"/>
                <a:ext cx="5083472" cy="12001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𝑋</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与</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不同，是因为</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在</a:t>
                </a:r>
                <a14:m>
                  <m:oMath xmlns:m="http://schemas.openxmlformats.org/officeDocument/2006/math">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&lt;0</m:t>
                    </m:r>
                  </m:oMath>
                </a14:m>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的部分</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对</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有作用，而</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对</a:t>
                </a:r>
                <a14:m>
                  <m:oMath xmlns:m="http://schemas.openxmlformats.org/officeDocument/2006/math">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𝜒</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没有任何作用</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所致。</a:t>
                </a:r>
              </a:p>
            </p:txBody>
          </p:sp>
        </mc:Choice>
        <mc:Fallback xmlns="">
          <p:sp>
            <p:nvSpPr>
              <p:cNvPr id="22" name="Text Box 8">
                <a:extLst>
                  <a:ext uri="{FF2B5EF4-FFF2-40B4-BE49-F238E27FC236}">
                    <a16:creationId xmlns:a16="http://schemas.microsoft.com/office/drawing/2014/main" id="{519FA240-D831-4EE7-94DC-74BAFAC0070B}"/>
                  </a:ext>
                </a:extLst>
              </p:cNvPr>
              <p:cNvSpPr txBox="1">
                <a:spLocks noRot="1" noChangeAspect="1" noMove="1" noResize="1" noEditPoints="1" noAdjustHandles="1" noChangeArrowheads="1" noChangeShapeType="1" noTextEdit="1"/>
              </p:cNvSpPr>
              <p:nvPr/>
            </p:nvSpPr>
            <p:spPr bwMode="auto">
              <a:xfrm>
                <a:off x="928688" y="4382498"/>
                <a:ext cx="5083472" cy="1200150"/>
              </a:xfrm>
              <a:prstGeom prst="rect">
                <a:avLst/>
              </a:prstGeom>
              <a:blipFill>
                <a:blip r:embed="rId10"/>
                <a:stretch>
                  <a:fillRect l="-1799" t="-4061" r="-1918" b="-111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18">
                <a:extLst>
                  <a:ext uri="{FF2B5EF4-FFF2-40B4-BE49-F238E27FC236}">
                    <a16:creationId xmlns:a16="http://schemas.microsoft.com/office/drawing/2014/main" id="{62228FA7-CE87-4E38-A29F-63E0967C9E1E}"/>
                  </a:ext>
                </a:extLst>
              </p:cNvPr>
              <p:cNvSpPr txBox="1"/>
              <p:nvPr/>
            </p:nvSpPr>
            <p:spPr bwMode="auto">
              <a:xfrm>
                <a:off x="2054045" y="6061922"/>
                <a:ext cx="5032735" cy="47699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acc>
                        <m:accPr>
                          <m:chr m:val="̂"/>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9" name="Object 18">
                <a:extLst>
                  <a:ext uri="{FF2B5EF4-FFF2-40B4-BE49-F238E27FC236}">
                    <a16:creationId xmlns:a16="http://schemas.microsoft.com/office/drawing/2014/main" id="{62228FA7-CE87-4E38-A29F-63E0967C9E1E}"/>
                  </a:ext>
                </a:extLst>
              </p:cNvPr>
              <p:cNvSpPr txBox="1">
                <a:spLocks noRot="1" noChangeAspect="1" noMove="1" noResize="1" noEditPoints="1" noAdjustHandles="1" noChangeArrowheads="1" noChangeShapeType="1" noTextEdit="1"/>
              </p:cNvSpPr>
              <p:nvPr/>
            </p:nvSpPr>
            <p:spPr bwMode="auto">
              <a:xfrm>
                <a:off x="2054045" y="6061922"/>
                <a:ext cx="5032735" cy="476990"/>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 Box 8">
                <a:extLst>
                  <a:ext uri="{FF2B5EF4-FFF2-40B4-BE49-F238E27FC236}">
                    <a16:creationId xmlns:a16="http://schemas.microsoft.com/office/drawing/2014/main" id="{20CD1E52-7F4D-493B-9052-04EEA77CC632}"/>
                  </a:ext>
                </a:extLst>
              </p:cNvPr>
              <p:cNvSpPr txBox="1">
                <a:spLocks noChangeArrowheads="1"/>
              </p:cNvSpPr>
              <p:nvPr/>
            </p:nvSpPr>
            <p:spPr bwMode="auto">
              <a:xfrm>
                <a:off x="928688" y="5589954"/>
                <a:ext cx="5357812" cy="4619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𝜒</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𝑠</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是下式的双边拉普拉斯变换</a:t>
                </a: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30" name="Text Box 8">
                <a:extLst>
                  <a:ext uri="{FF2B5EF4-FFF2-40B4-BE49-F238E27FC236}">
                    <a16:creationId xmlns:a16="http://schemas.microsoft.com/office/drawing/2014/main" id="{20CD1E52-7F4D-493B-9052-04EEA77CC632}"/>
                  </a:ext>
                </a:extLst>
              </p:cNvPr>
              <p:cNvSpPr txBox="1">
                <a:spLocks noRot="1" noChangeAspect="1" noMove="1" noResize="1" noEditPoints="1" noAdjustHandles="1" noChangeArrowheads="1" noChangeShapeType="1" noTextEdit="1"/>
              </p:cNvSpPr>
              <p:nvPr/>
            </p:nvSpPr>
            <p:spPr bwMode="auto">
              <a:xfrm>
                <a:off x="928688" y="5589954"/>
                <a:ext cx="5357812" cy="461963"/>
              </a:xfrm>
              <a:prstGeom prst="rect">
                <a:avLst/>
              </a:prstGeom>
              <a:blipFill>
                <a:blip r:embed="rId12"/>
                <a:stretch>
                  <a:fillRect l="-228" t="-9211"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11" name="组合 10">
            <a:extLst>
              <a:ext uri="{FF2B5EF4-FFF2-40B4-BE49-F238E27FC236}">
                <a16:creationId xmlns:a16="http://schemas.microsoft.com/office/drawing/2014/main" id="{EFC8E2B7-F225-437A-9562-02728A61345B}"/>
              </a:ext>
            </a:extLst>
          </p:cNvPr>
          <p:cNvGrpSpPr/>
          <p:nvPr/>
        </p:nvGrpSpPr>
        <p:grpSpPr>
          <a:xfrm>
            <a:off x="5189538" y="1329457"/>
            <a:ext cx="3382962" cy="2143125"/>
            <a:chOff x="5189538" y="1357313"/>
            <a:chExt cx="3382962" cy="2143125"/>
          </a:xfrm>
        </p:grpSpPr>
        <mc:AlternateContent xmlns:mc="http://schemas.openxmlformats.org/markup-compatibility/2006" xmlns:a14="http://schemas.microsoft.com/office/drawing/2010/main">
          <mc:Choice Requires="a14">
            <p:graphicFrame>
              <p:nvGraphicFramePr>
                <p:cNvPr id="16" name="Object 7">
                  <a:extLst>
                    <a:ext uri="{FF2B5EF4-FFF2-40B4-BE49-F238E27FC236}">
                      <a16:creationId xmlns:a16="http://schemas.microsoft.com/office/drawing/2014/main" id="{29FD7D1F-899E-48E5-960A-3C7D083A1CBD}"/>
                    </a:ext>
                  </a:extLst>
                </p:cNvPr>
                <p:cNvGraphicFramePr>
                  <a:graphicFrameLocks noChangeAspect="1"/>
                </p:cNvGraphicFramePr>
                <p:nvPr/>
              </p:nvGraphicFramePr>
              <p:xfrm>
                <a:off x="5189538" y="1357313"/>
                <a:ext cx="3382962" cy="2143125"/>
              </p:xfrm>
              <a:graphic>
                <a:graphicData uri="http://schemas.openxmlformats.org/presentationml/2006/ole">
                  <mc:AlternateContent>
                    <mc:Choice xmlns:v="urn:schemas-microsoft-com:vml" Requires="v">
                      <p:oleObj spid="_x0000_s44138" name="BMP 图象" r:id="rId13" imgW="2029108" imgH="1276190" progId="Paint.Picture">
                        <p:embed/>
                      </p:oleObj>
                    </mc:Choice>
                    <mc:Fallback>
                      <p:oleObj name="BMP 图象" r:id="rId13" imgW="2029108" imgH="1276190" progId="Paint.Picture">
                        <p:embed/>
                        <p:pic>
                          <p:nvPicPr>
                            <p:cNvPr id="16" name="Object 7">
                              <a:extLst>
                                <a:ext uri="{FF2B5EF4-FFF2-40B4-BE49-F238E27FC236}">
                                  <a16:creationId xmlns:a16="http://schemas.microsoft.com/office/drawing/2014/main" id="{29FD7D1F-899E-48E5-960A-3C7D083A1CBD}"/>
                                </a:ext>
                              </a:extLst>
                            </p:cNvPr>
                            <p:cNvPicPr>
                              <a:picLocks noChangeAspect="1" noChangeArrowheads="1"/>
                            </p:cNvPicPr>
                            <p:nvPr/>
                          </p:nvPicPr>
                          <p:blipFill>
                            <a:blip r:embed="rId14">
                              <a:extLst>
                                <a:ext uri="{28A0092B-C50C-407E-A947-70E740481C1C}">
                                  <a14:useLocalDpi val="0"/>
                                </a:ext>
                              </a:extLst>
                            </a:blip>
                            <a:srcRect/>
                            <a:stretch>
                              <a:fillRect/>
                            </a:stretch>
                          </p:blipFill>
                          <p:spPr bwMode="auto">
                            <a:xfrm>
                              <a:off x="5189538" y="1357313"/>
                              <a:ext cx="3382962" cy="21431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16" name="Object 7">
                  <a:extLst>
                    <a:ext uri="{FF2B5EF4-FFF2-40B4-BE49-F238E27FC236}">
                      <a16:creationId xmlns:a16="http://schemas.microsoft.com/office/drawing/2014/main" id="{29FD7D1F-899E-48E5-960A-3C7D083A1CBD}"/>
                    </a:ext>
                  </a:extLst>
                </p:cNvPr>
                <p:cNvGraphicFramePr>
                  <a:graphicFrameLocks noChangeAspect="1"/>
                </p:cNvGraphicFramePr>
                <p:nvPr>
                  <p:extLst>
                    <p:ext uri="{D42A27DB-BD31-4B8C-83A1-F6EECF244321}">
                      <p14:modId xmlns:p14="http://schemas.microsoft.com/office/powerpoint/2010/main" val="2812564678"/>
                    </p:ext>
                  </p:extLst>
                </p:nvPr>
              </p:nvGraphicFramePr>
              <p:xfrm>
                <a:off x="5189538" y="1357313"/>
                <a:ext cx="3382962" cy="2143125"/>
              </p:xfrm>
              <a:graphic>
                <a:graphicData uri="http://schemas.openxmlformats.org/presentationml/2006/ole">
                  <mc:AlternateContent>
                    <mc:Choice xmlns:v="urn:schemas-microsoft-com:vml" Requires="v">
                      <p:oleObj name="BMP 图象" r:id="rId15" imgW="2029108" imgH="1276190" progId="Paint.Picture">
                        <p:embed/>
                      </p:oleObj>
                    </mc:Choice>
                    <mc:Fallback>
                      <p:oleObj name="BMP 图象" r:id="rId15" imgW="2029108" imgH="1276190" progId="Paint.Picture">
                        <p:embed/>
                        <p:pic>
                          <p:nvPicPr>
                            <p:cNvPr id="16" name="Object 7">
                              <a:extLst>
                                <a:ext uri="{FF2B5EF4-FFF2-40B4-BE49-F238E27FC236}">
                                  <a16:creationId xmlns:a16="http://schemas.microsoft.com/office/drawing/2014/main" id="{29FD7D1F-899E-48E5-960A-3C7D083A1CB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89538" y="1357313"/>
                              <a:ext cx="33829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25" name="Object 8">
                  <a:extLst>
                    <a:ext uri="{FF2B5EF4-FFF2-40B4-BE49-F238E27FC236}">
                      <a16:creationId xmlns:a16="http://schemas.microsoft.com/office/drawing/2014/main" id="{9E087B58-6E8C-4C31-BCB9-995E1E3B6AB8}"/>
                    </a:ext>
                  </a:extLst>
                </p:cNvPr>
                <p:cNvSpPr txBox="1"/>
                <p:nvPr/>
              </p:nvSpPr>
              <p:spPr bwMode="auto">
                <a:xfrm>
                  <a:off x="7106618" y="1857345"/>
                  <a:ext cx="1080120" cy="400110"/>
                </a:xfrm>
                <a:prstGeom prst="rect">
                  <a:avLst/>
                </a:prstGeom>
                <a:solidFill>
                  <a:schemeClr val="bg1"/>
                </a:solid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𝑎</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&gt;0)</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5" name="Object 8">
                  <a:extLst>
                    <a:ext uri="{FF2B5EF4-FFF2-40B4-BE49-F238E27FC236}">
                      <a16:creationId xmlns:a16="http://schemas.microsoft.com/office/drawing/2014/main" id="{9E087B58-6E8C-4C31-BCB9-995E1E3B6AB8}"/>
                    </a:ext>
                  </a:extLst>
                </p:cNvPr>
                <p:cNvSpPr txBox="1">
                  <a:spLocks noRot="1" noChangeAspect="1" noMove="1" noResize="1" noEditPoints="1" noAdjustHandles="1" noChangeArrowheads="1" noChangeShapeType="1" noTextEdit="1"/>
                </p:cNvSpPr>
                <p:nvPr/>
              </p:nvSpPr>
              <p:spPr bwMode="auto">
                <a:xfrm>
                  <a:off x="7106618" y="1857345"/>
                  <a:ext cx="1080120" cy="400110"/>
                </a:xfrm>
                <a:prstGeom prst="rect">
                  <a:avLst/>
                </a:prstGeom>
                <a:blipFill>
                  <a:blip r:embed="rId17"/>
                  <a:stretch>
                    <a:fillRect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8">
                  <a:extLst>
                    <a:ext uri="{FF2B5EF4-FFF2-40B4-BE49-F238E27FC236}">
                      <a16:creationId xmlns:a16="http://schemas.microsoft.com/office/drawing/2014/main" id="{C54ED7C8-BA81-41C1-902C-F2DB00CD0482}"/>
                    </a:ext>
                  </a:extLst>
                </p:cNvPr>
                <p:cNvSpPr txBox="1"/>
                <p:nvPr/>
              </p:nvSpPr>
              <p:spPr bwMode="auto">
                <a:xfrm>
                  <a:off x="8244408" y="2383897"/>
                  <a:ext cx="173112" cy="307777"/>
                </a:xfrm>
                <a:prstGeom prst="rect">
                  <a:avLst/>
                </a:prstGeom>
                <a:solidFill>
                  <a:schemeClr val="bg1"/>
                </a:solidFill>
                <a:ln>
                  <a:noFill/>
                </a:ln>
                <a:effectLst/>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6" name="Object 8">
                  <a:extLst>
                    <a:ext uri="{FF2B5EF4-FFF2-40B4-BE49-F238E27FC236}">
                      <a16:creationId xmlns:a16="http://schemas.microsoft.com/office/drawing/2014/main" id="{C54ED7C8-BA81-41C1-902C-F2DB00CD0482}"/>
                    </a:ext>
                  </a:extLst>
                </p:cNvPr>
                <p:cNvSpPr txBox="1">
                  <a:spLocks noRot="1" noChangeAspect="1" noMove="1" noResize="1" noEditPoints="1" noAdjustHandles="1" noChangeArrowheads="1" noChangeShapeType="1" noTextEdit="1"/>
                </p:cNvSpPr>
                <p:nvPr/>
              </p:nvSpPr>
              <p:spPr bwMode="auto">
                <a:xfrm>
                  <a:off x="8244408" y="2383897"/>
                  <a:ext cx="173112" cy="307777"/>
                </a:xfrm>
                <a:prstGeom prst="rect">
                  <a:avLst/>
                </a:prstGeom>
                <a:blipFill>
                  <a:blip r:embed="rId18"/>
                  <a:stretch>
                    <a:fillRect l="-27586" r="-20690" b="-58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bject 8">
                  <a:extLst>
                    <a:ext uri="{FF2B5EF4-FFF2-40B4-BE49-F238E27FC236}">
                      <a16:creationId xmlns:a16="http://schemas.microsoft.com/office/drawing/2014/main" id="{76B91F62-6C47-4742-B750-25FB24F08C2E}"/>
                    </a:ext>
                  </a:extLst>
                </p:cNvPr>
                <p:cNvSpPr txBox="1"/>
                <p:nvPr/>
              </p:nvSpPr>
              <p:spPr bwMode="auto">
                <a:xfrm>
                  <a:off x="6207850" y="1630461"/>
                  <a:ext cx="514933" cy="307777"/>
                </a:xfrm>
                <a:prstGeom prst="rect">
                  <a:avLst/>
                </a:prstGeom>
                <a:solidFill>
                  <a:schemeClr val="bg1"/>
                </a:solidFill>
                <a:ln>
                  <a:noFill/>
                </a:ln>
                <a:effectLst/>
              </p:spPr>
              <p:txBody>
                <a:bodyPr wrap="squar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7" name="Object 8">
                  <a:extLst>
                    <a:ext uri="{FF2B5EF4-FFF2-40B4-BE49-F238E27FC236}">
                      <a16:creationId xmlns:a16="http://schemas.microsoft.com/office/drawing/2014/main" id="{76B91F62-6C47-4742-B750-25FB24F08C2E}"/>
                    </a:ext>
                  </a:extLst>
                </p:cNvPr>
                <p:cNvSpPr txBox="1">
                  <a:spLocks noRot="1" noChangeAspect="1" noMove="1" noResize="1" noEditPoints="1" noAdjustHandles="1" noChangeArrowheads="1" noChangeShapeType="1" noTextEdit="1"/>
                </p:cNvSpPr>
                <p:nvPr/>
              </p:nvSpPr>
              <p:spPr bwMode="auto">
                <a:xfrm>
                  <a:off x="6207850" y="1630461"/>
                  <a:ext cx="514933" cy="307777"/>
                </a:xfrm>
                <a:prstGeom prst="rect">
                  <a:avLst/>
                </a:prstGeom>
                <a:blipFill>
                  <a:blip r:embed="rId19"/>
                  <a:stretch>
                    <a:fillRect l="-5882" r="-17647" b="-40000"/>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0664"/>
                                        </p:tgtEl>
                                        <p:attrNameLst>
                                          <p:attrName>style.visibility</p:attrName>
                                        </p:attrNameLst>
                                      </p:cBhvr>
                                      <p:to>
                                        <p:strVal val="visible"/>
                                      </p:to>
                                    </p:set>
                                    <p:animEffect transition="in" filter="wipe(down)">
                                      <p:cBhvr>
                                        <p:cTn id="13" dur="500"/>
                                        <p:tgtEl>
                                          <p:spTgt spid="7066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0666"/>
                                        </p:tgtEl>
                                        <p:attrNameLst>
                                          <p:attrName>style.visibility</p:attrName>
                                        </p:attrNameLst>
                                      </p:cBhvr>
                                      <p:to>
                                        <p:strVal val="visible"/>
                                      </p:to>
                                    </p:set>
                                    <p:animEffect transition="in" filter="wipe(down)">
                                      <p:cBhvr>
                                        <p:cTn id="24" dur="500"/>
                                        <p:tgtEl>
                                          <p:spTgt spid="7066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70667"/>
                                        </p:tgtEl>
                                        <p:attrNameLst>
                                          <p:attrName>style.visibility</p:attrName>
                                        </p:attrNameLst>
                                      </p:cBhvr>
                                      <p:to>
                                        <p:strVal val="visible"/>
                                      </p:to>
                                    </p:set>
                                    <p:animEffect transition="in" filter="wipe(down)">
                                      <p:cBhvr>
                                        <p:cTn id="27" dur="500"/>
                                        <p:tgtEl>
                                          <p:spTgt spid="7066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0665"/>
                                        </p:tgtEl>
                                        <p:attrNameLst>
                                          <p:attrName>style.visibility</p:attrName>
                                        </p:attrNameLst>
                                      </p:cBhvr>
                                      <p:to>
                                        <p:strVal val="visible"/>
                                      </p:to>
                                    </p:set>
                                    <p:animEffect transition="in" filter="wipe(down)">
                                      <p:cBhvr>
                                        <p:cTn id="30" dur="500"/>
                                        <p:tgtEl>
                                          <p:spTgt spid="7066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down)">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additive="base">
                                        <p:cTn id="40" dur="500" fill="hold"/>
                                        <p:tgtEl>
                                          <p:spTgt spid="29"/>
                                        </p:tgtEl>
                                        <p:attrNameLst>
                                          <p:attrName>ppt_x</p:attrName>
                                        </p:attrNameLst>
                                      </p:cBhvr>
                                      <p:tavLst>
                                        <p:tav tm="0">
                                          <p:val>
                                            <p:strVal val="#ppt_x"/>
                                          </p:val>
                                        </p:tav>
                                        <p:tav tm="100000">
                                          <p:val>
                                            <p:strVal val="#ppt_x"/>
                                          </p:val>
                                        </p:tav>
                                      </p:tavLst>
                                    </p:anim>
                                    <p:anim calcmode="lin" valueType="num">
                                      <p:cBhvr additive="base">
                                        <p:cTn id="41" dur="500" fill="hold"/>
                                        <p:tgtEl>
                                          <p:spTgt spid="29"/>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500" fill="hold"/>
                                        <p:tgtEl>
                                          <p:spTgt spid="30"/>
                                        </p:tgtEl>
                                        <p:attrNameLst>
                                          <p:attrName>ppt_x</p:attrName>
                                        </p:attrNameLst>
                                      </p:cBhvr>
                                      <p:tavLst>
                                        <p:tav tm="0">
                                          <p:val>
                                            <p:strVal val="#ppt_x"/>
                                          </p:val>
                                        </p:tav>
                                        <p:tav tm="100000">
                                          <p:val>
                                            <p:strVal val="#ppt_x"/>
                                          </p:val>
                                        </p:tav>
                                      </p:tavLst>
                                    </p:anim>
                                    <p:anim calcmode="lin" valueType="num">
                                      <p:cBhvr additive="base">
                                        <p:cTn id="4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14" grpId="0"/>
      <p:bldP spid="70664" grpId="0"/>
      <p:bldP spid="70665" grpId="0"/>
      <p:bldP spid="70666" grpId="0"/>
      <p:bldP spid="70667" grpId="0"/>
      <p:bldP spid="22" grpId="0"/>
      <p:bldP spid="29" grpId="0"/>
      <p:bldP spid="3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标题 1">
            <a:extLst>
              <a:ext uri="{FF2B5EF4-FFF2-40B4-BE49-F238E27FC236}">
                <a16:creationId xmlns:a16="http://schemas.microsoft.com/office/drawing/2014/main" id="{F0F73BBC-A67E-4D21-988E-EE100FBD9CB2}"/>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32CFA561-A254-45C6-B1EB-95050A80BD1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6666D4-089B-4E49-BB25-6B0F0E34E7E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273" name="Rectangle 3">
                <a:extLst>
                  <a:ext uri="{FF2B5EF4-FFF2-40B4-BE49-F238E27FC236}">
                    <a16:creationId xmlns:a16="http://schemas.microsoft.com/office/drawing/2014/main" id="{A5733A03-0E7F-4758-BFBF-450BC5176C99}"/>
                  </a:ext>
                </a:extLst>
              </p:cNvPr>
              <p:cNvSpPr>
                <a:spLocks noChangeArrowheads="1"/>
              </p:cNvSpPr>
              <p:nvPr/>
            </p:nvSpPr>
            <p:spPr bwMode="auto">
              <a:xfrm>
                <a:off x="539552" y="1268760"/>
                <a:ext cx="8136904" cy="95410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2</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给定以下单边拉普拉斯变换，计算对应的时域信号</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1273" name="Rectangle 3">
                <a:extLst>
                  <a:ext uri="{FF2B5EF4-FFF2-40B4-BE49-F238E27FC236}">
                    <a16:creationId xmlns:a16="http://schemas.microsoft.com/office/drawing/2014/main" id="{A5733A03-0E7F-4758-BFBF-450BC5176C99}"/>
                  </a:ext>
                </a:extLst>
              </p:cNvPr>
              <p:cNvSpPr>
                <a:spLocks noRot="1" noChangeAspect="1" noMove="1" noResize="1" noEditPoints="1" noAdjustHandles="1" noChangeArrowheads="1" noChangeShapeType="1" noTextEdit="1"/>
              </p:cNvSpPr>
              <p:nvPr/>
            </p:nvSpPr>
            <p:spPr bwMode="auto">
              <a:xfrm>
                <a:off x="539552" y="1268760"/>
                <a:ext cx="8136904" cy="954107"/>
              </a:xfrm>
              <a:prstGeom prst="rect">
                <a:avLst/>
              </a:prstGeom>
              <a:blipFill>
                <a:blip r:embed="rId2"/>
                <a:stretch>
                  <a:fillRect l="-1574" t="-7643" b="-165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5A979920-4399-4187-A4C6-6D6EEF76BB3F}"/>
                  </a:ext>
                </a:extLst>
              </p:cNvPr>
              <p:cNvSpPr txBox="1"/>
              <p:nvPr/>
            </p:nvSpPr>
            <p:spPr bwMode="auto">
              <a:xfrm>
                <a:off x="2886657" y="3998129"/>
                <a:ext cx="3370684" cy="908967"/>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 name="Object 3">
                <a:extLst>
                  <a:ext uri="{FF2B5EF4-FFF2-40B4-BE49-F238E27FC236}">
                    <a16:creationId xmlns:a16="http://schemas.microsoft.com/office/drawing/2014/main" id="{5A979920-4399-4187-A4C6-6D6EEF76BB3F}"/>
                  </a:ext>
                </a:extLst>
              </p:cNvPr>
              <p:cNvSpPr txBox="1">
                <a:spLocks noRot="1" noChangeAspect="1" noMove="1" noResize="1" noEditPoints="1" noAdjustHandles="1" noChangeArrowheads="1" noChangeShapeType="1" noTextEdit="1"/>
              </p:cNvSpPr>
              <p:nvPr/>
            </p:nvSpPr>
            <p:spPr bwMode="auto">
              <a:xfrm>
                <a:off x="2886657" y="3998129"/>
                <a:ext cx="3370684" cy="908967"/>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6D00D563-8D52-4102-8553-5D38DCD16DEC}"/>
                  </a:ext>
                </a:extLst>
              </p:cNvPr>
              <p:cNvSpPr txBox="1"/>
              <p:nvPr/>
            </p:nvSpPr>
            <p:spPr bwMode="auto">
              <a:xfrm>
                <a:off x="1207020" y="5210036"/>
                <a:ext cx="5525220"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𝛿</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9" name="Object 4">
                <a:extLst>
                  <a:ext uri="{FF2B5EF4-FFF2-40B4-BE49-F238E27FC236}">
                    <a16:creationId xmlns:a16="http://schemas.microsoft.com/office/drawing/2014/main" id="{6D00D563-8D52-4102-8553-5D38DCD16DEC}"/>
                  </a:ext>
                </a:extLst>
              </p:cNvPr>
              <p:cNvSpPr txBox="1">
                <a:spLocks noRot="1" noChangeAspect="1" noMove="1" noResize="1" noEditPoints="1" noAdjustHandles="1" noChangeArrowheads="1" noChangeShapeType="1" noTextEdit="1"/>
              </p:cNvSpPr>
              <p:nvPr/>
            </p:nvSpPr>
            <p:spPr bwMode="auto">
              <a:xfrm>
                <a:off x="1207020" y="5210036"/>
                <a:ext cx="5525220" cy="52322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75" name="Rectangle 16">
                <a:extLst>
                  <a:ext uri="{FF2B5EF4-FFF2-40B4-BE49-F238E27FC236}">
                    <a16:creationId xmlns:a16="http://schemas.microsoft.com/office/drawing/2014/main" id="{472D14F4-8BF8-4798-AC48-3BCCDD4AA61D}"/>
                  </a:ext>
                </a:extLst>
              </p:cNvPr>
              <p:cNvSpPr>
                <a:spLocks noChangeArrowheads="1"/>
              </p:cNvSpPr>
              <p:nvPr/>
            </p:nvSpPr>
            <p:spPr bwMode="auto">
              <a:xfrm>
                <a:off x="1259632" y="3263814"/>
                <a:ext cx="7344816"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尽管未给出</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，可知其</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ROC</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必为</a:t>
                </a:r>
                <a14:m>
                  <m:oMath xmlns:m="http://schemas.openxmlformats.org/officeDocument/2006/math">
                    <m:func>
                      <m:func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uncPr>
                      <m:fNa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Re</m:t>
                        </m:r>
                      </m:fName>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]&gt;−2</m:t>
                        </m:r>
                      </m:e>
                    </m:func>
                  </m:oMath>
                </a14:m>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1275" name="Rectangle 16">
                <a:extLst>
                  <a:ext uri="{FF2B5EF4-FFF2-40B4-BE49-F238E27FC236}">
                    <a16:creationId xmlns:a16="http://schemas.microsoft.com/office/drawing/2014/main" id="{472D14F4-8BF8-4798-AC48-3BCCDD4AA61D}"/>
                  </a:ext>
                </a:extLst>
              </p:cNvPr>
              <p:cNvSpPr>
                <a:spLocks noRot="1" noChangeAspect="1" noMove="1" noResize="1" noEditPoints="1" noAdjustHandles="1" noChangeArrowheads="1" noChangeShapeType="1" noTextEdit="1"/>
              </p:cNvSpPr>
              <p:nvPr/>
            </p:nvSpPr>
            <p:spPr bwMode="auto">
              <a:xfrm>
                <a:off x="1259632" y="3263814"/>
                <a:ext cx="7344816" cy="523220"/>
              </a:xfrm>
              <a:prstGeom prst="rect">
                <a:avLst/>
              </a:prstGeom>
              <a:blipFill>
                <a:blip r:embed="rId5"/>
                <a:stretch>
                  <a:fillRect l="-1744" t="-13953"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68" name="Object 6">
                <a:extLst>
                  <a:ext uri="{FF2B5EF4-FFF2-40B4-BE49-F238E27FC236}">
                    <a16:creationId xmlns:a16="http://schemas.microsoft.com/office/drawing/2014/main" id="{D665BC90-262C-4CAC-9F9E-A81C4CFBB40A}"/>
                  </a:ext>
                </a:extLst>
              </p:cNvPr>
              <p:cNvSpPr txBox="1"/>
              <p:nvPr/>
            </p:nvSpPr>
            <p:spPr bwMode="auto">
              <a:xfrm>
                <a:off x="3427003" y="2088609"/>
                <a:ext cx="2289993" cy="96411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1268" name="Object 6">
                <a:extLst>
                  <a:ext uri="{FF2B5EF4-FFF2-40B4-BE49-F238E27FC236}">
                    <a16:creationId xmlns:a16="http://schemas.microsoft.com/office/drawing/2014/main" id="{D665BC90-262C-4CAC-9F9E-A81C4CFBB40A}"/>
                  </a:ext>
                </a:extLst>
              </p:cNvPr>
              <p:cNvSpPr txBox="1">
                <a:spLocks noRot="1" noChangeAspect="1" noMove="1" noResize="1" noEditPoints="1" noAdjustHandles="1" noChangeArrowheads="1" noChangeShapeType="1" noTextEdit="1"/>
              </p:cNvSpPr>
              <p:nvPr/>
            </p:nvSpPr>
            <p:spPr bwMode="auto">
              <a:xfrm>
                <a:off x="3427003" y="2088609"/>
                <a:ext cx="2289993" cy="96411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687" name="Object 7">
                <a:extLst>
                  <a:ext uri="{FF2B5EF4-FFF2-40B4-BE49-F238E27FC236}">
                    <a16:creationId xmlns:a16="http://schemas.microsoft.com/office/drawing/2014/main" id="{ABDA0708-3596-4B0E-80AB-3DEF2A21440C}"/>
                  </a:ext>
                </a:extLst>
              </p:cNvPr>
              <p:cNvSpPr txBox="1"/>
              <p:nvPr/>
            </p:nvSpPr>
            <p:spPr bwMode="auto">
              <a:xfrm>
                <a:off x="6876256" y="5210036"/>
                <a:ext cx="1242392" cy="52322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&gt;</m:t>
                      </m:r>
                      <m:sSup>
                        <m:sSup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up>
                      </m:sSup>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1687" name="Object 7">
                <a:extLst>
                  <a:ext uri="{FF2B5EF4-FFF2-40B4-BE49-F238E27FC236}">
                    <a16:creationId xmlns:a16="http://schemas.microsoft.com/office/drawing/2014/main" id="{ABDA0708-3596-4B0E-80AB-3DEF2A21440C}"/>
                  </a:ext>
                </a:extLst>
              </p:cNvPr>
              <p:cNvSpPr txBox="1">
                <a:spLocks noRot="1" noChangeAspect="1" noMove="1" noResize="1" noEditPoints="1" noAdjustHandles="1" noChangeArrowheads="1" noChangeShapeType="1" noTextEdit="1"/>
              </p:cNvSpPr>
              <p:nvPr/>
            </p:nvSpPr>
            <p:spPr bwMode="auto">
              <a:xfrm>
                <a:off x="6876256" y="5210036"/>
                <a:ext cx="1242392" cy="523220"/>
              </a:xfrm>
              <a:prstGeom prst="rect">
                <a:avLst/>
              </a:prstGeom>
              <a:blipFill>
                <a:blip r:embed="rId7"/>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275"/>
                                        </p:tgtEl>
                                        <p:attrNameLst>
                                          <p:attrName>style.visibility</p:attrName>
                                        </p:attrNameLst>
                                      </p:cBhvr>
                                      <p:to>
                                        <p:strVal val="visible"/>
                                      </p:to>
                                    </p:set>
                                    <p:anim calcmode="lin" valueType="num">
                                      <p:cBhvr additive="base">
                                        <p:cTn id="15" dur="500" fill="hold"/>
                                        <p:tgtEl>
                                          <p:spTgt spid="11275"/>
                                        </p:tgtEl>
                                        <p:attrNameLst>
                                          <p:attrName>ppt_x</p:attrName>
                                        </p:attrNameLst>
                                      </p:cBhvr>
                                      <p:tavLst>
                                        <p:tav tm="0">
                                          <p:val>
                                            <p:strVal val="#ppt_x"/>
                                          </p:val>
                                        </p:tav>
                                        <p:tav tm="100000">
                                          <p:val>
                                            <p:strVal val="#ppt_x"/>
                                          </p:val>
                                        </p:tav>
                                      </p:tavLst>
                                    </p:anim>
                                    <p:anim calcmode="lin" valueType="num">
                                      <p:cBhvr additive="base">
                                        <p:cTn id="16" dur="500" fill="hold"/>
                                        <p:tgtEl>
                                          <p:spTgt spid="1127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1687"/>
                                        </p:tgtEl>
                                        <p:attrNameLst>
                                          <p:attrName>style.visibility</p:attrName>
                                        </p:attrNameLst>
                                      </p:cBhvr>
                                      <p:to>
                                        <p:strVal val="visible"/>
                                      </p:to>
                                    </p:set>
                                    <p:anim calcmode="lin" valueType="num">
                                      <p:cBhvr additive="base">
                                        <p:cTn id="19" dur="500" fill="hold"/>
                                        <p:tgtEl>
                                          <p:spTgt spid="71687"/>
                                        </p:tgtEl>
                                        <p:attrNameLst>
                                          <p:attrName>ppt_x</p:attrName>
                                        </p:attrNameLst>
                                      </p:cBhvr>
                                      <p:tavLst>
                                        <p:tav tm="0">
                                          <p:val>
                                            <p:strVal val="#ppt_x"/>
                                          </p:val>
                                        </p:tav>
                                        <p:tav tm="100000">
                                          <p:val>
                                            <p:strVal val="#ppt_x"/>
                                          </p:val>
                                        </p:tav>
                                      </p:tavLst>
                                    </p:anim>
                                    <p:anim calcmode="lin" valueType="num">
                                      <p:cBhvr additive="base">
                                        <p:cTn id="20" dur="500" fill="hold"/>
                                        <p:tgtEl>
                                          <p:spTgt spid="716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275" grpId="0"/>
      <p:bldP spid="7168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标题 1">
            <a:extLst>
              <a:ext uri="{FF2B5EF4-FFF2-40B4-BE49-F238E27FC236}">
                <a16:creationId xmlns:a16="http://schemas.microsoft.com/office/drawing/2014/main" id="{E178AB98-98B9-407F-8F95-88960635F3E8}"/>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85CE890D-2D06-4D1C-AD9B-9F1E79CCF59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CD46D65-5E2D-4D86-A263-F36EB16C2E3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296" name="Rectangle 2">
            <a:extLst>
              <a:ext uri="{FF2B5EF4-FFF2-40B4-BE49-F238E27FC236}">
                <a16:creationId xmlns:a16="http://schemas.microsoft.com/office/drawing/2014/main" id="{0B43EE61-413C-490C-8400-8B16966A79F6}"/>
              </a:ext>
            </a:extLst>
          </p:cNvPr>
          <p:cNvSpPr>
            <a:spLocks noRot="1" noChangeArrowheads="1"/>
          </p:cNvSpPr>
          <p:nvPr/>
        </p:nvSpPr>
        <p:spPr bwMode="auto">
          <a:xfrm>
            <a:off x="509588" y="1219528"/>
            <a:ext cx="49265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二</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单边拉普拉斯变换的性质</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6" name="Text Box 3">
            <a:extLst>
              <a:ext uri="{FF2B5EF4-FFF2-40B4-BE49-F238E27FC236}">
                <a16:creationId xmlns:a16="http://schemas.microsoft.com/office/drawing/2014/main" id="{D18AC550-FD4E-4674-94E6-15BBEE4C818D}"/>
              </a:ext>
            </a:extLst>
          </p:cNvPr>
          <p:cNvSpPr txBox="1">
            <a:spLocks noChangeArrowheads="1"/>
          </p:cNvSpPr>
          <p:nvPr/>
        </p:nvSpPr>
        <p:spPr bwMode="auto">
          <a:xfrm>
            <a:off x="1043608" y="1775163"/>
            <a:ext cx="764319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由于单边拉普拉斯变换是特殊的双边拉普拉斯变换，因此其大部分性质与双边拉普拉斯变换相同，但也有一些区别。</a:t>
            </a:r>
          </a:p>
        </p:txBody>
      </p:sp>
      <p:sp>
        <p:nvSpPr>
          <p:cNvPr id="7" name="Rectangle 4">
            <a:extLst>
              <a:ext uri="{FF2B5EF4-FFF2-40B4-BE49-F238E27FC236}">
                <a16:creationId xmlns:a16="http://schemas.microsoft.com/office/drawing/2014/main" id="{301AAC6F-01DD-4A77-9114-8B1F2CDE85CF}"/>
              </a:ext>
            </a:extLst>
          </p:cNvPr>
          <p:cNvSpPr>
            <a:spLocks noChangeArrowheads="1"/>
          </p:cNvSpPr>
          <p:nvPr/>
        </p:nvSpPr>
        <p:spPr bwMode="auto">
          <a:xfrm>
            <a:off x="1043608" y="3163635"/>
            <a:ext cx="2214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FF"/>
              </a:buClr>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时域微分</a:t>
            </a:r>
          </a:p>
        </p:txBody>
      </p:sp>
      <p:grpSp>
        <p:nvGrpSpPr>
          <p:cNvPr id="2" name="Group 5">
            <a:extLst>
              <a:ext uri="{FF2B5EF4-FFF2-40B4-BE49-F238E27FC236}">
                <a16:creationId xmlns:a16="http://schemas.microsoft.com/office/drawing/2014/main" id="{BDCAF382-DC59-4B9D-98BD-F9E5867D14CE}"/>
              </a:ext>
            </a:extLst>
          </p:cNvPr>
          <p:cNvGrpSpPr>
            <a:grpSpLocks/>
          </p:cNvGrpSpPr>
          <p:nvPr/>
        </p:nvGrpSpPr>
        <p:grpSpPr bwMode="auto">
          <a:xfrm>
            <a:off x="1285875" y="3743405"/>
            <a:ext cx="6958014" cy="912813"/>
            <a:chOff x="735" y="2125"/>
            <a:chExt cx="4383" cy="575"/>
          </a:xfrm>
        </p:grpSpPr>
        <mc:AlternateContent xmlns:mc="http://schemas.openxmlformats.org/markup-compatibility/2006" xmlns:a14="http://schemas.microsoft.com/office/drawing/2010/main">
          <mc:Choice Requires="a14">
            <p:sp>
              <p:nvSpPr>
                <p:cNvPr id="12300" name="Text Box 7">
                  <a:extLst>
                    <a:ext uri="{FF2B5EF4-FFF2-40B4-BE49-F238E27FC236}">
                      <a16:creationId xmlns:a16="http://schemas.microsoft.com/office/drawing/2014/main" id="{291F23B6-2617-4D94-83F7-596EAE327347}"/>
                    </a:ext>
                  </a:extLst>
                </p:cNvPr>
                <p:cNvSpPr txBox="1">
                  <a:spLocks noChangeArrowheads="1"/>
                </p:cNvSpPr>
                <p:nvPr/>
              </p:nvSpPr>
              <p:spPr bwMode="auto">
                <a:xfrm>
                  <a:off x="735" y="2246"/>
                  <a:ext cx="2026"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𝜒</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mc:Choice>
          <mc:Fallback xmlns="">
            <p:sp>
              <p:nvSpPr>
                <p:cNvPr id="12300" name="Text Box 7">
                  <a:extLst>
                    <a:ext uri="{FF2B5EF4-FFF2-40B4-BE49-F238E27FC236}">
                      <a16:creationId xmlns:a16="http://schemas.microsoft.com/office/drawing/2014/main" id="{291F23B6-2617-4D94-83F7-596EAE327347}"/>
                    </a:ext>
                  </a:extLst>
                </p:cNvPr>
                <p:cNvSpPr txBox="1">
                  <a:spLocks noRot="1" noChangeAspect="1" noMove="1" noResize="1" noEditPoints="1" noAdjustHandles="1" noChangeArrowheads="1" noChangeShapeType="1" noTextEdit="1"/>
                </p:cNvSpPr>
                <p:nvPr/>
              </p:nvSpPr>
              <p:spPr bwMode="auto">
                <a:xfrm>
                  <a:off x="735" y="2246"/>
                  <a:ext cx="2026" cy="330"/>
                </a:xfrm>
                <a:prstGeom prst="rect">
                  <a:avLst/>
                </a:prstGeom>
                <a:blipFill>
                  <a:blip r:embed="rId2"/>
                  <a:stretch>
                    <a:fillRect l="-3977" t="-12791" r="-2652"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3" name="Object 3">
                  <a:extLst>
                    <a:ext uri="{FF2B5EF4-FFF2-40B4-BE49-F238E27FC236}">
                      <a16:creationId xmlns:a16="http://schemas.microsoft.com/office/drawing/2014/main" id="{1F209E98-83F6-4180-8769-CAB760CCF7B8}"/>
                    </a:ext>
                  </a:extLst>
                </p:cNvPr>
                <p:cNvSpPr txBox="1"/>
                <p:nvPr/>
              </p:nvSpPr>
              <p:spPr bwMode="auto">
                <a:xfrm>
                  <a:off x="2714" y="2125"/>
                  <a:ext cx="2404" cy="57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f>
                          <m:fPr>
                            <m:ctrlP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r>
                              <m:rPr>
                                <m:sty m:val="p"/>
                              </m:rPr>
                              <a:rPr kumimoji="0" lang="en-US" sz="2800" b="0" i="0" u="none" strike="noStrike" kern="1200" cap="none" spc="0" normalizeH="0" baseline="0" noProof="0">
                                <a:ln>
                                  <a:noFill/>
                                </a:ln>
                                <a:solidFill>
                                  <a:srgbClr val="FF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num>
                          <m:den>
                            <m:r>
                              <m:rPr>
                                <m:sty m:val="p"/>
                              </m:rPr>
                              <a:rPr kumimoji="0" lang="en-US" sz="2800" b="0" i="0" u="none" strike="noStrike" kern="1200" cap="none" spc="0" normalizeH="0" baseline="0" noProof="0">
                                <a:ln>
                                  <a:noFill/>
                                </a:ln>
                                <a:solidFill>
                                  <a:srgbClr val="FF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den>
                        </m:f>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2293" name="Object 3">
                  <a:extLst>
                    <a:ext uri="{FF2B5EF4-FFF2-40B4-BE49-F238E27FC236}">
                      <a16:creationId xmlns:a16="http://schemas.microsoft.com/office/drawing/2014/main" id="{1F209E98-83F6-4180-8769-CAB760CCF7B8}"/>
                    </a:ext>
                  </a:extLst>
                </p:cNvPr>
                <p:cNvSpPr txBox="1">
                  <a:spLocks noRot="1" noChangeAspect="1" noMove="1" noResize="1" noEditPoints="1" noAdjustHandles="1" noChangeArrowheads="1" noChangeShapeType="1" noTextEdit="1"/>
                </p:cNvSpPr>
                <p:nvPr/>
              </p:nvSpPr>
              <p:spPr bwMode="auto">
                <a:xfrm>
                  <a:off x="2714" y="2125"/>
                  <a:ext cx="2404" cy="575"/>
                </a:xfrm>
                <a:prstGeom prst="rect">
                  <a:avLst/>
                </a:prstGeom>
                <a:blipFill>
                  <a:blip r:embed="rId3"/>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Object 4">
                <a:extLst>
                  <a:ext uri="{FF2B5EF4-FFF2-40B4-BE49-F238E27FC236}">
                    <a16:creationId xmlns:a16="http://schemas.microsoft.com/office/drawing/2014/main" id="{41EF55E4-0EEA-40F2-BE4B-461B1E2A41A5}"/>
                  </a:ext>
                </a:extLst>
              </p:cNvPr>
              <p:cNvSpPr txBox="1"/>
              <p:nvPr/>
            </p:nvSpPr>
            <p:spPr bwMode="auto">
              <a:xfrm>
                <a:off x="506773" y="4725144"/>
                <a:ext cx="8280920" cy="89146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nary>
                        <m:nary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naryPr>
                        <m:sub>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sSup>
                        </m:sub>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e>
                          <m:f>
                            <m:f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fPr>
                            <m:num>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num>
                            <m:den>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den>
                          </m:f>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𝑠𝑡</m:t>
                              </m:r>
                            </m:sup>
                          </m:sSup>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e>
                      </m:nary>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SubSup>
                        <m:sSubSupPr>
                          <m:ctrlPr>
                            <a:rPr kumimoji="0" lang="en-US" sz="2400" b="0" i="1" u="none" strike="noStrike" kern="1200" cap="none" spc="-100" normalizeH="0" baseline="0" noProof="0" smtClean="0">
                              <a:ln>
                                <a:noFill/>
                              </a:ln>
                              <a:solidFill>
                                <a:srgbClr val="000000"/>
                              </a:solidFill>
                              <a:effectLst/>
                              <a:uLnTx/>
                              <a:uFillTx/>
                              <a:latin typeface="Cambria Math" panose="02040503050406030204" pitchFamily="18" charset="0"/>
                              <a:cs typeface="+mn-cs"/>
                            </a:rPr>
                          </m:ctrlPr>
                        </m:sSubSupPr>
                        <m:e>
                          <m:d>
                            <m:dPr>
                              <m:begChr m:val=""/>
                              <m:endChr m:val="|"/>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dPr>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𝑠𝑡</m:t>
                                  </m:r>
                                </m:sup>
                              </m:sSup>
                            </m:e>
                          </m:d>
                        </m:e>
                        <m:sub>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sSup>
                        </m:sub>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sSub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m:t>
                      </m:r>
                      <m:nary>
                        <m:nary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naryPr>
                        <m:sub>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sSup>
                        </m:sub>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𝑠𝑡</m:t>
                              </m:r>
                            </m:sup>
                          </m:sSup>
                          <m:r>
                            <m:rPr>
                              <m:sty m:val="p"/>
                            </m:rPr>
                            <a:rPr kumimoji="0" lang="en-US" sz="2400" b="0" i="0" u="none" strike="noStrike" kern="1200" cap="none" spc="-100" normalizeH="0" baseline="0" noProof="0">
                              <a:ln>
                                <a:noFill/>
                              </a:ln>
                              <a:solidFill>
                                <a:srgbClr val="000000"/>
                              </a:solidFill>
                              <a:effectLst/>
                              <a:uLnTx/>
                              <a:uFillTx/>
                              <a:latin typeface="Cambria Math" panose="02040503050406030204" pitchFamily="18" charset="0"/>
                              <a:cs typeface="+mn-cs"/>
                            </a:rPr>
                            <m:t>d</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𝑡</m:t>
                          </m:r>
                        </m:e>
                      </m:nary>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𝜒</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10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10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3" name="Object 4">
                <a:extLst>
                  <a:ext uri="{FF2B5EF4-FFF2-40B4-BE49-F238E27FC236}">
                    <a16:creationId xmlns:a16="http://schemas.microsoft.com/office/drawing/2014/main" id="{41EF55E4-0EEA-40F2-BE4B-461B1E2A41A5}"/>
                  </a:ext>
                </a:extLst>
              </p:cNvPr>
              <p:cNvSpPr txBox="1">
                <a:spLocks noRot="1" noChangeAspect="1" noMove="1" noResize="1" noEditPoints="1" noAdjustHandles="1" noChangeArrowheads="1" noChangeShapeType="1" noTextEdit="1"/>
              </p:cNvSpPr>
              <p:nvPr/>
            </p:nvSpPr>
            <p:spPr bwMode="auto">
              <a:xfrm>
                <a:off x="506773" y="4725144"/>
                <a:ext cx="8280920" cy="891462"/>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E8230079-2460-43A4-A1BD-99BF4D8E25EF}"/>
                  </a:ext>
                </a:extLst>
              </p:cNvPr>
              <p:cNvSpPr txBox="1"/>
              <p:nvPr/>
            </p:nvSpPr>
            <p:spPr bwMode="auto">
              <a:xfrm>
                <a:off x="1677671" y="5612509"/>
                <a:ext cx="5788657" cy="956929"/>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den>
                      </m:f>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4" name="Object 5">
                <a:extLst>
                  <a:ext uri="{FF2B5EF4-FFF2-40B4-BE49-F238E27FC236}">
                    <a16:creationId xmlns:a16="http://schemas.microsoft.com/office/drawing/2014/main" id="{E8230079-2460-43A4-A1BD-99BF4D8E25EF}"/>
                  </a:ext>
                </a:extLst>
              </p:cNvPr>
              <p:cNvSpPr txBox="1">
                <a:spLocks noRot="1" noChangeAspect="1" noMove="1" noResize="1" noEditPoints="1" noAdjustHandles="1" noChangeArrowheads="1" noChangeShapeType="1" noTextEdit="1"/>
              </p:cNvSpPr>
              <p:nvPr/>
            </p:nvSpPr>
            <p:spPr bwMode="auto">
              <a:xfrm>
                <a:off x="1677671" y="5612509"/>
                <a:ext cx="5788657" cy="956929"/>
              </a:xfrm>
              <a:prstGeom prst="rect">
                <a:avLst/>
              </a:prstGeom>
              <a:blipFill>
                <a:blip r:embed="rId5"/>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1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标题 1">
            <a:extLst>
              <a:ext uri="{FF2B5EF4-FFF2-40B4-BE49-F238E27FC236}">
                <a16:creationId xmlns:a16="http://schemas.microsoft.com/office/drawing/2014/main" id="{370819C4-DAF9-48B0-8CC4-CE86D593DA51}"/>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E2D76060-AFCB-4CF8-8EF4-DEA4441934E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F8B259-49B6-43F6-8166-4856D4BC575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5370" name="Rectangle 4">
            <a:extLst>
              <a:ext uri="{FF2B5EF4-FFF2-40B4-BE49-F238E27FC236}">
                <a16:creationId xmlns:a16="http://schemas.microsoft.com/office/drawing/2014/main" id="{5F2C2207-52EC-4CBE-818C-7DADD6B0A097}"/>
              </a:ext>
            </a:extLst>
          </p:cNvPr>
          <p:cNvSpPr>
            <a:spLocks noRot="1" noChangeArrowheads="1"/>
          </p:cNvSpPr>
          <p:nvPr/>
        </p:nvSpPr>
        <p:spPr bwMode="auto">
          <a:xfrm>
            <a:off x="553244" y="1269719"/>
            <a:ext cx="6781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三</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利用单边拉普拉斯变换求解微分方程</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5371" name="Text Box 5">
            <a:extLst>
              <a:ext uri="{FF2B5EF4-FFF2-40B4-BE49-F238E27FC236}">
                <a16:creationId xmlns:a16="http://schemas.microsoft.com/office/drawing/2014/main" id="{E5F5BF06-8965-4B4E-B44A-F8CAB64AADF5}"/>
              </a:ext>
            </a:extLst>
          </p:cNvPr>
          <p:cNvSpPr txBox="1">
            <a:spLocks noChangeArrowheads="1"/>
          </p:cNvSpPr>
          <p:nvPr/>
        </p:nvSpPr>
        <p:spPr bwMode="auto">
          <a:xfrm>
            <a:off x="971600" y="1828626"/>
            <a:ext cx="7715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单边拉普拉斯变换特别适合于求解具有</a:t>
            </a:r>
            <a:r>
              <a:rPr kumimoji="0" lang="zh-CN" altLang="en-US" sz="2800" b="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非零初始条件</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的线性常系数微分方程（增量线性系统）。</a:t>
            </a:r>
          </a:p>
        </p:txBody>
      </p:sp>
      <p:grpSp>
        <p:nvGrpSpPr>
          <p:cNvPr id="2" name="Group 6">
            <a:extLst>
              <a:ext uri="{FF2B5EF4-FFF2-40B4-BE49-F238E27FC236}">
                <a16:creationId xmlns:a16="http://schemas.microsoft.com/office/drawing/2014/main" id="{A9094462-D1C0-40E6-9D9E-1BD56B377E04}"/>
              </a:ext>
            </a:extLst>
          </p:cNvPr>
          <p:cNvGrpSpPr>
            <a:grpSpLocks/>
          </p:cNvGrpSpPr>
          <p:nvPr/>
        </p:nvGrpSpPr>
        <p:grpSpPr bwMode="auto">
          <a:xfrm>
            <a:off x="846138" y="2818420"/>
            <a:ext cx="7989886" cy="1643063"/>
            <a:chOff x="670" y="3002"/>
            <a:chExt cx="5033" cy="1035"/>
          </a:xfrm>
        </p:grpSpPr>
        <p:sp>
          <p:nvSpPr>
            <p:cNvPr id="15376" name="Text Box 7">
              <a:extLst>
                <a:ext uri="{FF2B5EF4-FFF2-40B4-BE49-F238E27FC236}">
                  <a16:creationId xmlns:a16="http://schemas.microsoft.com/office/drawing/2014/main" id="{90F2D9F4-475A-4CD8-8368-D016DCE80044}"/>
                </a:ext>
              </a:extLst>
            </p:cNvPr>
            <p:cNvSpPr txBox="1">
              <a:spLocks noChangeArrowheads="1"/>
            </p:cNvSpPr>
            <p:nvPr/>
          </p:nvSpPr>
          <p:spPr bwMode="auto">
            <a:xfrm>
              <a:off x="670" y="3002"/>
              <a:ext cx="34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 </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某</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系统由以下微分方程描述</a:t>
              </a:r>
              <a:endParaRPr kumimoji="0" lang="en-US" altLang="zh-CN" sz="28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15366" name="Object 2">
                  <a:extLst>
                    <a:ext uri="{FF2B5EF4-FFF2-40B4-BE49-F238E27FC236}">
                      <a16:creationId xmlns:a16="http://schemas.microsoft.com/office/drawing/2014/main" id="{9D1EFF58-6931-497E-90D5-F1A86D55124E}"/>
                    </a:ext>
                  </a:extLst>
                </p:cNvPr>
                <p:cNvSpPr txBox="1"/>
                <p:nvPr/>
              </p:nvSpPr>
              <p:spPr bwMode="auto">
                <a:xfrm>
                  <a:off x="1008" y="3434"/>
                  <a:ext cx="3257" cy="603"/>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m:rPr>
                                <m:sty m:val="p"/>
                              </m:rPr>
                              <a:rPr kumimoji="0" lang="en-US" sz="2800" b="0" i="0" u="none" strike="noStrike" kern="1200" cap="none" spc="0" normalizeH="0" baseline="0" noProof="0">
                                <a:ln>
                                  <a:noFill/>
                                </a:ln>
                                <a:solidFill>
                                  <a:srgbClr val="000000"/>
                                </a:solidFill>
                                <a:effectLst/>
                                <a:uLnTx/>
                                <a:uFillTx/>
                                <a:latin typeface="Cambria Math" panose="02040503050406030204" pitchFamily="18" charset="0"/>
                                <a:cs typeface="+mn-cs"/>
                              </a:rPr>
                              <m:t>d</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den>
                        </m:f>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366" name="Object 2">
                  <a:extLst>
                    <a:ext uri="{FF2B5EF4-FFF2-40B4-BE49-F238E27FC236}">
                      <a16:creationId xmlns:a16="http://schemas.microsoft.com/office/drawing/2014/main" id="{9D1EFF58-6931-497E-90D5-F1A86D55124E}"/>
                    </a:ext>
                  </a:extLst>
                </p:cNvPr>
                <p:cNvSpPr txBox="1">
                  <a:spLocks noRot="1" noChangeAspect="1" noMove="1" noResize="1" noEditPoints="1" noAdjustHandles="1" noChangeArrowheads="1" noChangeShapeType="1" noTextEdit="1"/>
                </p:cNvSpPr>
                <p:nvPr/>
              </p:nvSpPr>
              <p:spPr bwMode="auto">
                <a:xfrm>
                  <a:off x="1008" y="3434"/>
                  <a:ext cx="3257" cy="603"/>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7" name="Object 3">
                  <a:extLst>
                    <a:ext uri="{FF2B5EF4-FFF2-40B4-BE49-F238E27FC236}">
                      <a16:creationId xmlns:a16="http://schemas.microsoft.com/office/drawing/2014/main" id="{FC28ED1D-3779-4728-AD55-5C523EE60F7D}"/>
                    </a:ext>
                  </a:extLst>
                </p:cNvPr>
                <p:cNvSpPr txBox="1"/>
                <p:nvPr/>
              </p:nvSpPr>
              <p:spPr bwMode="auto">
                <a:xfrm>
                  <a:off x="4265" y="3609"/>
                  <a:ext cx="1438" cy="33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367" name="Object 3">
                  <a:extLst>
                    <a:ext uri="{FF2B5EF4-FFF2-40B4-BE49-F238E27FC236}">
                      <a16:creationId xmlns:a16="http://schemas.microsoft.com/office/drawing/2014/main" id="{FC28ED1D-3779-4728-AD55-5C523EE60F7D}"/>
                    </a:ext>
                  </a:extLst>
                </p:cNvPr>
                <p:cNvSpPr txBox="1">
                  <a:spLocks noRot="1" noChangeAspect="1" noMove="1" noResize="1" noEditPoints="1" noAdjustHandles="1" noChangeArrowheads="1" noChangeShapeType="1" noTextEdit="1"/>
                </p:cNvSpPr>
                <p:nvPr/>
              </p:nvSpPr>
              <p:spPr bwMode="auto">
                <a:xfrm>
                  <a:off x="4265" y="3609"/>
                  <a:ext cx="1438" cy="330"/>
                </a:xfrm>
                <a:prstGeom prst="rect">
                  <a:avLst/>
                </a:prstGeom>
                <a:blipFill>
                  <a:blip r:embed="rId3"/>
                  <a:stretch>
                    <a:fillRect/>
                  </a:stretch>
                </a:blipFill>
                <a:ln>
                  <a:noFill/>
                </a:ln>
                <a:effectLst/>
              </p:spPr>
              <p:txBody>
                <a:bodyPr/>
                <a:lstStyle/>
                <a:p>
                  <a:r>
                    <a:rPr lang="en-US">
                      <a:noFill/>
                    </a:rPr>
                    <a:t> </a:t>
                  </a:r>
                </a:p>
              </p:txBody>
            </p:sp>
          </mc:Fallback>
        </mc:AlternateContent>
      </p:grpSp>
      <p:grpSp>
        <p:nvGrpSpPr>
          <p:cNvPr id="3" name="Group 2">
            <a:extLst>
              <a:ext uri="{FF2B5EF4-FFF2-40B4-BE49-F238E27FC236}">
                <a16:creationId xmlns:a16="http://schemas.microsoft.com/office/drawing/2014/main" id="{F784A443-3B0C-4952-BF32-49602D672B6F}"/>
              </a:ext>
            </a:extLst>
          </p:cNvPr>
          <p:cNvGrpSpPr>
            <a:grpSpLocks/>
          </p:cNvGrpSpPr>
          <p:nvPr/>
        </p:nvGrpSpPr>
        <p:grpSpPr bwMode="auto">
          <a:xfrm>
            <a:off x="1382713" y="4496379"/>
            <a:ext cx="6387032" cy="528638"/>
            <a:chOff x="960" y="544"/>
            <a:chExt cx="3828" cy="333"/>
          </a:xfrm>
        </p:grpSpPr>
        <mc:AlternateContent xmlns:mc="http://schemas.openxmlformats.org/markup-compatibility/2006" xmlns:a14="http://schemas.microsoft.com/office/drawing/2010/main">
          <mc:Choice Requires="a14">
            <p:sp>
              <p:nvSpPr>
                <p:cNvPr id="15363" name="Object 4">
                  <a:extLst>
                    <a:ext uri="{FF2B5EF4-FFF2-40B4-BE49-F238E27FC236}">
                      <a16:creationId xmlns:a16="http://schemas.microsoft.com/office/drawing/2014/main" id="{6550D040-D5A7-4986-8F5E-8C7389EEEB7C}"/>
                    </a:ext>
                  </a:extLst>
                </p:cNvPr>
                <p:cNvSpPr txBox="1"/>
                <p:nvPr/>
              </p:nvSpPr>
              <p:spPr bwMode="auto">
                <a:xfrm>
                  <a:off x="960" y="547"/>
                  <a:ext cx="1100" cy="33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363" name="Object 4">
                  <a:extLst>
                    <a:ext uri="{FF2B5EF4-FFF2-40B4-BE49-F238E27FC236}">
                      <a16:creationId xmlns:a16="http://schemas.microsoft.com/office/drawing/2014/main" id="{6550D040-D5A7-4986-8F5E-8C7389EEEB7C}"/>
                    </a:ext>
                  </a:extLst>
                </p:cNvPr>
                <p:cNvSpPr txBox="1">
                  <a:spLocks noRot="1" noChangeAspect="1" noMove="1" noResize="1" noEditPoints="1" noAdjustHandles="1" noChangeArrowheads="1" noChangeShapeType="1" noTextEdit="1"/>
                </p:cNvSpPr>
                <p:nvPr/>
              </p:nvSpPr>
              <p:spPr bwMode="auto">
                <a:xfrm>
                  <a:off x="960" y="547"/>
                  <a:ext cx="1100" cy="33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4" name="Object 5">
                  <a:extLst>
                    <a:ext uri="{FF2B5EF4-FFF2-40B4-BE49-F238E27FC236}">
                      <a16:creationId xmlns:a16="http://schemas.microsoft.com/office/drawing/2014/main" id="{B5FD6023-6724-4B8E-8B51-79A650AFE112}"/>
                    </a:ext>
                  </a:extLst>
                </p:cNvPr>
                <p:cNvSpPr txBox="1"/>
                <p:nvPr/>
              </p:nvSpPr>
              <p:spPr bwMode="auto">
                <a:xfrm>
                  <a:off x="2069" y="547"/>
                  <a:ext cx="1368" cy="330"/>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)=−5</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364" name="Object 5">
                  <a:extLst>
                    <a:ext uri="{FF2B5EF4-FFF2-40B4-BE49-F238E27FC236}">
                      <a16:creationId xmlns:a16="http://schemas.microsoft.com/office/drawing/2014/main" id="{B5FD6023-6724-4B8E-8B51-79A650AFE112}"/>
                    </a:ext>
                  </a:extLst>
                </p:cNvPr>
                <p:cNvSpPr txBox="1">
                  <a:spLocks noRot="1" noChangeAspect="1" noMove="1" noResize="1" noEditPoints="1" noAdjustHandles="1" noChangeArrowheads="1" noChangeShapeType="1" noTextEdit="1"/>
                </p:cNvSpPr>
                <p:nvPr/>
              </p:nvSpPr>
              <p:spPr bwMode="auto">
                <a:xfrm>
                  <a:off x="2069" y="547"/>
                  <a:ext cx="1368" cy="33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75" name="Text Box 5">
                  <a:extLst>
                    <a:ext uri="{FF2B5EF4-FFF2-40B4-BE49-F238E27FC236}">
                      <a16:creationId xmlns:a16="http://schemas.microsoft.com/office/drawing/2014/main" id="{73F837F5-7303-4230-B53D-33F4FE49B1AF}"/>
                    </a:ext>
                  </a:extLst>
                </p:cNvPr>
                <p:cNvSpPr txBox="1">
                  <a:spLocks noChangeArrowheads="1"/>
                </p:cNvSpPr>
                <p:nvPr/>
              </p:nvSpPr>
              <p:spPr bwMode="auto">
                <a:xfrm>
                  <a:off x="3420" y="544"/>
                  <a:ext cx="1368" cy="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求响应</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Choice>
          <mc:Fallback xmlns="">
            <p:sp>
              <p:nvSpPr>
                <p:cNvPr id="15375" name="Text Box 5">
                  <a:extLst>
                    <a:ext uri="{FF2B5EF4-FFF2-40B4-BE49-F238E27FC236}">
                      <a16:creationId xmlns:a16="http://schemas.microsoft.com/office/drawing/2014/main" id="{73F837F5-7303-4230-B53D-33F4FE49B1AF}"/>
                    </a:ext>
                  </a:extLst>
                </p:cNvPr>
                <p:cNvSpPr txBox="1">
                  <a:spLocks noRot="1" noChangeAspect="1" noMove="1" noResize="1" noEditPoints="1" noAdjustHandles="1" noChangeArrowheads="1" noChangeShapeType="1" noTextEdit="1"/>
                </p:cNvSpPr>
                <p:nvPr/>
              </p:nvSpPr>
              <p:spPr bwMode="auto">
                <a:xfrm>
                  <a:off x="3420" y="544"/>
                  <a:ext cx="1368" cy="330"/>
                </a:xfrm>
                <a:prstGeom prst="rect">
                  <a:avLst/>
                </a:prstGeom>
                <a:blipFill>
                  <a:blip r:embed="rId6"/>
                  <a:stretch>
                    <a:fillRect l="-5333" t="-12791" r="-3733" b="-313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5783" name="Object 7">
                <a:extLst>
                  <a:ext uri="{FF2B5EF4-FFF2-40B4-BE49-F238E27FC236}">
                    <a16:creationId xmlns:a16="http://schemas.microsoft.com/office/drawing/2014/main" id="{6B7B949E-E864-43C2-B562-1D2B9DFF13AB}"/>
                  </a:ext>
                </a:extLst>
              </p:cNvPr>
              <p:cNvSpPr txBox="1"/>
              <p:nvPr/>
            </p:nvSpPr>
            <p:spPr bwMode="auto">
              <a:xfrm>
                <a:off x="308281" y="5718955"/>
                <a:ext cx="8527743" cy="461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d>
                        <m:dPr>
                          <m:begChr m:val="["/>
                          <m:endChr m:val="]"/>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m:rPr>
                              <m:sty m:val="p"/>
                            </m:r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d>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m:rPr>
                          <m:sty m:val="p"/>
                        </m:r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r>
                        <m:rPr>
                          <m:sty m:val="p"/>
                        </m:r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75783" name="Object 7">
                <a:extLst>
                  <a:ext uri="{FF2B5EF4-FFF2-40B4-BE49-F238E27FC236}">
                    <a16:creationId xmlns:a16="http://schemas.microsoft.com/office/drawing/2014/main" id="{6B7B949E-E864-43C2-B562-1D2B9DFF13AB}"/>
                  </a:ext>
                </a:extLst>
              </p:cNvPr>
              <p:cNvSpPr txBox="1">
                <a:spLocks noRot="1" noChangeAspect="1" noMove="1" noResize="1" noEditPoints="1" noAdjustHandles="1" noChangeArrowheads="1" noChangeShapeType="1" noTextEdit="1"/>
              </p:cNvSpPr>
              <p:nvPr/>
            </p:nvSpPr>
            <p:spPr bwMode="auto">
              <a:xfrm>
                <a:off x="308281" y="5718955"/>
                <a:ext cx="8527743" cy="461665"/>
              </a:xfrm>
              <a:prstGeom prst="rect">
                <a:avLst/>
              </a:prstGeom>
              <a:blipFill>
                <a:blip r:embed="rId7"/>
                <a:stretch>
                  <a:fillRect r="-286" b="-19737"/>
                </a:stretch>
              </a:blipFill>
              <a:ln>
                <a:noFill/>
              </a:ln>
              <a:effectLst/>
            </p:spPr>
            <p:txBody>
              <a:bodyPr/>
              <a:lstStyle/>
              <a:p>
                <a:r>
                  <a:rPr lang="en-US">
                    <a:noFill/>
                  </a:rPr>
                  <a:t> </a:t>
                </a:r>
              </a:p>
            </p:txBody>
          </p:sp>
        </mc:Fallback>
      </mc:AlternateContent>
      <p:sp>
        <p:nvSpPr>
          <p:cNvPr id="17" name="Text Box 7">
            <a:extLst>
              <a:ext uri="{FF2B5EF4-FFF2-40B4-BE49-F238E27FC236}">
                <a16:creationId xmlns:a16="http://schemas.microsoft.com/office/drawing/2014/main" id="{14FF0030-0C26-48DB-9B89-A8BCF5C8FD5E}"/>
              </a:ext>
            </a:extLst>
          </p:cNvPr>
          <p:cNvSpPr txBox="1">
            <a:spLocks noChangeArrowheads="1"/>
          </p:cNvSpPr>
          <p:nvPr/>
        </p:nvSpPr>
        <p:spPr bwMode="auto">
          <a:xfrm>
            <a:off x="857250" y="5061495"/>
            <a:ext cx="6173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解：对方程两边做单边拉普拉斯变换：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5783"/>
                                        </p:tgtEl>
                                        <p:attrNameLst>
                                          <p:attrName>style.visibility</p:attrName>
                                        </p:attrNameLst>
                                      </p:cBhvr>
                                      <p:to>
                                        <p:strVal val="visible"/>
                                      </p:to>
                                    </p:set>
                                    <p:anim calcmode="lin" valueType="num">
                                      <p:cBhvr additive="base">
                                        <p:cTn id="15" dur="500" fill="hold"/>
                                        <p:tgtEl>
                                          <p:spTgt spid="75783"/>
                                        </p:tgtEl>
                                        <p:attrNameLst>
                                          <p:attrName>ppt_x</p:attrName>
                                        </p:attrNameLst>
                                      </p:cBhvr>
                                      <p:tavLst>
                                        <p:tav tm="0">
                                          <p:val>
                                            <p:strVal val="#ppt_x"/>
                                          </p:val>
                                        </p:tav>
                                        <p:tav tm="100000">
                                          <p:val>
                                            <p:strVal val="#ppt_x"/>
                                          </p:val>
                                        </p:tav>
                                      </p:tavLst>
                                    </p:anim>
                                    <p:anim calcmode="lin" valueType="num">
                                      <p:cBhvr additive="base">
                                        <p:cTn id="16" dur="500" fill="hold"/>
                                        <p:tgtEl>
                                          <p:spTgt spid="7578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3" grpId="0"/>
      <p:bldP spid="1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标题 1">
            <a:extLst>
              <a:ext uri="{FF2B5EF4-FFF2-40B4-BE49-F238E27FC236}">
                <a16:creationId xmlns:a16="http://schemas.microsoft.com/office/drawing/2014/main" id="{E0D672EE-E721-4CCF-96EB-6A54E3BC6968}"/>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D517CE27-B55A-4B43-BFDB-23E44FB9767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862F5C-1C9C-422F-AEEC-391B35F3154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6386" name="Object 2">
                <a:extLst>
                  <a:ext uri="{FF2B5EF4-FFF2-40B4-BE49-F238E27FC236}">
                    <a16:creationId xmlns:a16="http://schemas.microsoft.com/office/drawing/2014/main" id="{D9C93CBB-66F0-4646-A717-D6C9D4301242}"/>
                  </a:ext>
                </a:extLst>
              </p:cNvPr>
              <p:cNvSpPr txBox="1"/>
              <p:nvPr/>
            </p:nvSpPr>
            <p:spPr bwMode="auto">
              <a:xfrm>
                <a:off x="357188" y="1268421"/>
                <a:ext cx="7167140" cy="400110"/>
              </a:xfrm>
              <a:prstGeom prst="rect">
                <a:avLst/>
              </a:prstGeom>
              <a:solidFill>
                <a:schemeClr val="accent5">
                  <a:lumMod val="20000"/>
                  <a:lumOff val="80000"/>
                </a:schemeClr>
              </a:solid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d>
                        <m:dPr>
                          <m:begChr m:val="["/>
                          <m:end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m:rPr>
                              <m:sty m:val="p"/>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𝑠𝑦</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e>
                      </m:d>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m:rPr>
                          <m:sty m:val="p"/>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r>
                        <m:rPr>
                          <m:sty m:val="p"/>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6386" name="Object 2">
                <a:extLst>
                  <a:ext uri="{FF2B5EF4-FFF2-40B4-BE49-F238E27FC236}">
                    <a16:creationId xmlns:a16="http://schemas.microsoft.com/office/drawing/2014/main" id="{D9C93CBB-66F0-4646-A717-D6C9D4301242}"/>
                  </a:ext>
                </a:extLst>
              </p:cNvPr>
              <p:cNvSpPr txBox="1">
                <a:spLocks noRot="1" noChangeAspect="1" noMove="1" noResize="1" noEditPoints="1" noAdjustHandles="1" noChangeArrowheads="1" noChangeShapeType="1" noTextEdit="1"/>
              </p:cNvSpPr>
              <p:nvPr/>
            </p:nvSpPr>
            <p:spPr bwMode="auto">
              <a:xfrm>
                <a:off x="357188" y="1268421"/>
                <a:ext cx="7167140" cy="400110"/>
              </a:xfrm>
              <a:prstGeom prst="rect">
                <a:avLst/>
              </a:prstGeom>
              <a:blipFill>
                <a:blip r:embed="rId2"/>
                <a:stretch>
                  <a:fillRect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7" name="Text Box 10">
                <a:extLst>
                  <a:ext uri="{FF2B5EF4-FFF2-40B4-BE49-F238E27FC236}">
                    <a16:creationId xmlns:a16="http://schemas.microsoft.com/office/drawing/2014/main" id="{5C9F8131-AED2-4590-B418-AEB59DDF4979}"/>
                  </a:ext>
                </a:extLst>
              </p:cNvPr>
              <p:cNvSpPr txBox="1">
                <a:spLocks noChangeArrowheads="1"/>
              </p:cNvSpPr>
              <p:nvPr/>
            </p:nvSpPr>
            <p:spPr bwMode="auto">
              <a:xfrm>
                <a:off x="457200" y="3091799"/>
                <a:ext cx="7835607" cy="7030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代入</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)=3</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14:m>
                  <m:oMath xmlns:m="http://schemas.openxmlformats.org/officeDocument/2006/math">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)=−5</m:t>
                    </m:r>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kumimoji="0" lang="en-US"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14:m>
                  <m:oMath xmlns:m="http://schemas.openxmlformats.org/officeDocument/2006/math">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num>
                      <m:den>
                        <m:r>
                          <a:rPr kumimoji="0" lang="en-US" sz="28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oMath>
                </a14:m>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，可得</a:t>
                </a:r>
                <a:r>
                  <a:rPr kumimoji="0" lang="en-US" altLang="zh-CN"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6397" name="Text Box 10">
                <a:extLst>
                  <a:ext uri="{FF2B5EF4-FFF2-40B4-BE49-F238E27FC236}">
                    <a16:creationId xmlns:a16="http://schemas.microsoft.com/office/drawing/2014/main" id="{5C9F8131-AED2-4590-B418-AEB59DDF4979}"/>
                  </a:ext>
                </a:extLst>
              </p:cNvPr>
              <p:cNvSpPr txBox="1">
                <a:spLocks noRot="1" noChangeAspect="1" noMove="1" noResize="1" noEditPoints="1" noAdjustHandles="1" noChangeArrowheads="1" noChangeShapeType="1" noTextEdit="1"/>
              </p:cNvSpPr>
              <p:nvPr/>
            </p:nvSpPr>
            <p:spPr bwMode="auto">
              <a:xfrm>
                <a:off x="457200" y="3091799"/>
                <a:ext cx="7835607" cy="703013"/>
              </a:xfrm>
              <a:prstGeom prst="rect">
                <a:avLst/>
              </a:prstGeom>
              <a:blipFill>
                <a:blip r:embed="rId3"/>
                <a:stretch>
                  <a:fillRect l="-1556" r="-545" b="-112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6">
                <a:extLst>
                  <a:ext uri="{FF2B5EF4-FFF2-40B4-BE49-F238E27FC236}">
                    <a16:creationId xmlns:a16="http://schemas.microsoft.com/office/drawing/2014/main" id="{E650AF1A-A154-4FDD-AF0A-5E3F31739AA9}"/>
                  </a:ext>
                </a:extLst>
              </p:cNvPr>
              <p:cNvSpPr txBox="1"/>
              <p:nvPr/>
            </p:nvSpPr>
            <p:spPr bwMode="auto">
              <a:xfrm>
                <a:off x="2021660" y="5312896"/>
                <a:ext cx="3838195" cy="1212448"/>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e>
                          </m:groupChr>
                        </m:e>
                        <m:lim>
                          <m:r>
                            <a:rPr kumimoji="0" lang="zh-CN" alt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强迫</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groupChr>
                        </m:e>
                        <m:lim>
                          <m:r>
                            <a:rPr kumimoji="0" lang="zh-CN" alt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自然</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3" name="Object 6">
                <a:extLst>
                  <a:ext uri="{FF2B5EF4-FFF2-40B4-BE49-F238E27FC236}">
                    <a16:creationId xmlns:a16="http://schemas.microsoft.com/office/drawing/2014/main" id="{E650AF1A-A154-4FDD-AF0A-5E3F31739AA9}"/>
                  </a:ext>
                </a:extLst>
              </p:cNvPr>
              <p:cNvSpPr txBox="1">
                <a:spLocks noRot="1" noChangeAspect="1" noMove="1" noResize="1" noEditPoints="1" noAdjustHandles="1" noChangeArrowheads="1" noChangeShapeType="1" noTextEdit="1"/>
              </p:cNvSpPr>
              <p:nvPr/>
            </p:nvSpPr>
            <p:spPr bwMode="auto">
              <a:xfrm>
                <a:off x="2021660" y="5312896"/>
                <a:ext cx="3838195" cy="1212448"/>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5">
                <a:extLst>
                  <a:ext uri="{FF2B5EF4-FFF2-40B4-BE49-F238E27FC236}">
                    <a16:creationId xmlns:a16="http://schemas.microsoft.com/office/drawing/2014/main" id="{6D28ADDA-969E-4E59-BF82-22679B638A72}"/>
                  </a:ext>
                </a:extLst>
              </p:cNvPr>
              <p:cNvSpPr txBox="1"/>
              <p:nvPr/>
            </p:nvSpPr>
            <p:spPr bwMode="auto">
              <a:xfrm>
                <a:off x="1223628" y="1766961"/>
                <a:ext cx="6696744" cy="1238096"/>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groupChr>
                        </m:e>
                        <m:lim>
                          <m:r>
                            <a:rPr kumimoji="0" lang="zh-CN" alt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零</m:t>
                          </m:r>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输入响应</m:t>
                          </m:r>
                        </m:lim>
                      </m:limLow>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num>
                                <m:den>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groupChr>
                        </m:e>
                        <m:lim>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零状态响应</m:t>
                          </m:r>
                        </m:lim>
                      </m:limLow>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9" name="Object 5">
                <a:extLst>
                  <a:ext uri="{FF2B5EF4-FFF2-40B4-BE49-F238E27FC236}">
                    <a16:creationId xmlns:a16="http://schemas.microsoft.com/office/drawing/2014/main" id="{6D28ADDA-969E-4E59-BF82-22679B638A72}"/>
                  </a:ext>
                </a:extLst>
              </p:cNvPr>
              <p:cNvSpPr txBox="1">
                <a:spLocks noRot="1" noChangeAspect="1" noMove="1" noResize="1" noEditPoints="1" noAdjustHandles="1" noChangeArrowheads="1" noChangeShapeType="1" noTextEdit="1"/>
              </p:cNvSpPr>
              <p:nvPr/>
            </p:nvSpPr>
            <p:spPr bwMode="auto">
              <a:xfrm>
                <a:off x="1223628" y="1766961"/>
                <a:ext cx="6696744" cy="123809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6">
                <a:extLst>
                  <a:ext uri="{FF2B5EF4-FFF2-40B4-BE49-F238E27FC236}">
                    <a16:creationId xmlns:a16="http://schemas.microsoft.com/office/drawing/2014/main" id="{AA166755-2568-4CCD-90DA-825B5136344A}"/>
                  </a:ext>
                </a:extLst>
              </p:cNvPr>
              <p:cNvSpPr txBox="1"/>
              <p:nvPr/>
            </p:nvSpPr>
            <p:spPr bwMode="auto">
              <a:xfrm>
                <a:off x="1331640" y="3881554"/>
                <a:ext cx="6264696" cy="1344599"/>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d>
                                <m:d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e>
                          </m:groupChr>
                        </m:e>
                        <m:lim>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零输入响应</m:t>
                          </m:r>
                        </m:lim>
                      </m:limLow>
                      <m: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d>
                                <m:d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e>
                          </m:groupChr>
                        </m:e>
                        <m:lim>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零状态响应</m:t>
                          </m:r>
                        </m:lim>
                      </m:limLow>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32" name="Object 6">
                <a:extLst>
                  <a:ext uri="{FF2B5EF4-FFF2-40B4-BE49-F238E27FC236}">
                    <a16:creationId xmlns:a16="http://schemas.microsoft.com/office/drawing/2014/main" id="{AA166755-2568-4CCD-90DA-825B5136344A}"/>
                  </a:ext>
                </a:extLst>
              </p:cNvPr>
              <p:cNvSpPr txBox="1">
                <a:spLocks noRot="1" noChangeAspect="1" noMove="1" noResize="1" noEditPoints="1" noAdjustHandles="1" noChangeArrowheads="1" noChangeShapeType="1" noTextEdit="1"/>
              </p:cNvSpPr>
              <p:nvPr/>
            </p:nvSpPr>
            <p:spPr bwMode="auto">
              <a:xfrm>
                <a:off x="1331640" y="3881554"/>
                <a:ext cx="6264696" cy="1344599"/>
              </a:xfrm>
              <a:prstGeom prst="rect">
                <a:avLst/>
              </a:prstGeom>
              <a:blipFill>
                <a:blip r:embed="rId6"/>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97"/>
                                        </p:tgtEl>
                                        <p:attrNameLst>
                                          <p:attrName>style.visibility</p:attrName>
                                        </p:attrNameLst>
                                      </p:cBhvr>
                                      <p:to>
                                        <p:strVal val="visible"/>
                                      </p:to>
                                    </p:set>
                                    <p:anim calcmode="lin" valueType="num">
                                      <p:cBhvr additive="base">
                                        <p:cTn id="7" dur="500" fill="hold"/>
                                        <p:tgtEl>
                                          <p:spTgt spid="16397"/>
                                        </p:tgtEl>
                                        <p:attrNameLst>
                                          <p:attrName>ppt_x</p:attrName>
                                        </p:attrNameLst>
                                      </p:cBhvr>
                                      <p:tavLst>
                                        <p:tav tm="0">
                                          <p:val>
                                            <p:strVal val="#ppt_x"/>
                                          </p:val>
                                        </p:tav>
                                        <p:tav tm="100000">
                                          <p:val>
                                            <p:strVal val="#ppt_x"/>
                                          </p:val>
                                        </p:tav>
                                      </p:tavLst>
                                    </p:anim>
                                    <p:anim calcmode="lin" valueType="num">
                                      <p:cBhvr additive="base">
                                        <p:cTn id="8" dur="500" fill="hold"/>
                                        <p:tgtEl>
                                          <p:spTgt spid="1639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ppt_x"/>
                                          </p:val>
                                        </p:tav>
                                        <p:tav tm="100000">
                                          <p:val>
                                            <p:strVal val="#ppt_x"/>
                                          </p:val>
                                        </p:tav>
                                      </p:tavLst>
                                    </p:anim>
                                    <p:anim calcmode="lin" valueType="num">
                                      <p:cBhvr additive="base">
                                        <p:cTn id="1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7" grpId="0"/>
      <p:bldP spid="13" grpId="0"/>
      <p:bldP spid="3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标题 1">
            <a:extLst>
              <a:ext uri="{FF2B5EF4-FFF2-40B4-BE49-F238E27FC236}">
                <a16:creationId xmlns:a16="http://schemas.microsoft.com/office/drawing/2014/main" id="{E0D672EE-E721-4CCF-96EB-6A54E3BC6968}"/>
              </a:ext>
            </a:extLst>
          </p:cNvPr>
          <p:cNvSpPr>
            <a:spLocks noGrp="1"/>
          </p:cNvSpPr>
          <p:nvPr>
            <p:ph type="title"/>
          </p:nvPr>
        </p:nvSpPr>
        <p:spPr/>
        <p:txBody>
          <a:bodyPr/>
          <a:lstStyle/>
          <a:p>
            <a:r>
              <a:rPr lang="en-US" altLang="zh-CN"/>
              <a:t>9.9 </a:t>
            </a:r>
            <a:r>
              <a:rPr lang="zh-CN" altLang="en-US"/>
              <a:t>单边拉普拉斯变换</a:t>
            </a:r>
          </a:p>
        </p:txBody>
      </p:sp>
      <p:sp>
        <p:nvSpPr>
          <p:cNvPr id="4" name="灯片编号占位符 3">
            <a:extLst>
              <a:ext uri="{FF2B5EF4-FFF2-40B4-BE49-F238E27FC236}">
                <a16:creationId xmlns:a16="http://schemas.microsoft.com/office/drawing/2014/main" id="{D517CE27-B55A-4B43-BFDB-23E44FB9767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862F5C-1C9C-422F-AEEC-391B35F3154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ED46119-BE41-4286-BFB5-4F81902ECEDA}"/>
                  </a:ext>
                </a:extLst>
              </p:cNvPr>
              <p:cNvSpPr txBox="1"/>
              <p:nvPr/>
            </p:nvSpPr>
            <p:spPr>
              <a:xfrm>
                <a:off x="5894738" y="5775647"/>
                <a:ext cx="1316924"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&gt;</m:t>
                      </m:r>
                      <m:sSup>
                        <m:sSup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p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sup>
                      </m:s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8" name="文本框 27">
                <a:extLst>
                  <a:ext uri="{FF2B5EF4-FFF2-40B4-BE49-F238E27FC236}">
                    <a16:creationId xmlns:a16="http://schemas.microsoft.com/office/drawing/2014/main" id="{0ED46119-BE41-4286-BFB5-4F81902ECEDA}"/>
                  </a:ext>
                </a:extLst>
              </p:cNvPr>
              <p:cNvSpPr txBox="1">
                <a:spLocks noRot="1" noChangeAspect="1" noMove="1" noResize="1" noEditPoints="1" noAdjustHandles="1" noChangeArrowheads="1" noChangeShapeType="1" noTextEdit="1"/>
              </p:cNvSpPr>
              <p:nvPr/>
            </p:nvSpPr>
            <p:spPr>
              <a:xfrm>
                <a:off x="5894738" y="5775647"/>
                <a:ext cx="1316924" cy="461665"/>
              </a:xfrm>
              <a:prstGeom prst="rect">
                <a:avLst/>
              </a:prstGeom>
              <a:blipFill>
                <a:blip r:embed="rId2"/>
                <a:stretch>
                  <a:fillRect l="-3704" r="-3704" b="-19737"/>
                </a:stretch>
              </a:blipFill>
            </p:spPr>
            <p:txBody>
              <a:bodyPr/>
              <a:lstStyle/>
              <a:p>
                <a:r>
                  <a:rPr lang="en-US">
                    <a:noFill/>
                  </a:rPr>
                  <a:t> </a:t>
                </a:r>
              </a:p>
            </p:txBody>
          </p:sp>
        </mc:Fallback>
      </mc:AlternateContent>
      <p:sp>
        <p:nvSpPr>
          <p:cNvPr id="10" name="矩形 9">
            <a:extLst>
              <a:ext uri="{FF2B5EF4-FFF2-40B4-BE49-F238E27FC236}">
                <a16:creationId xmlns:a16="http://schemas.microsoft.com/office/drawing/2014/main" id="{FF649D4D-D1FF-4A9D-B574-DD3A108CF0F4}"/>
              </a:ext>
            </a:extLst>
          </p:cNvPr>
          <p:cNvSpPr/>
          <p:nvPr/>
        </p:nvSpPr>
        <p:spPr bwMode="auto">
          <a:xfrm>
            <a:off x="471083" y="1379301"/>
            <a:ext cx="5253044" cy="22098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lIns="91415" tIns="45706" rIns="91415" bIns="45706"/>
          <a:lstStyle/>
          <a:p>
            <a:pPr marL="0" marR="0" lvl="0" indent="0" algn="l" defTabSz="912813" rtl="0" eaLnBrk="1" fontAlgn="base" latinLnBrk="0" hangingPunct="1">
              <a:lnSpc>
                <a:spcPct val="100000"/>
              </a:lnSpc>
              <a:spcBef>
                <a:spcPct val="0"/>
              </a:spcBef>
              <a:spcAft>
                <a:spcPct val="0"/>
              </a:spcAft>
              <a:buClrTx/>
              <a:buSzTx/>
              <a:buFontTx/>
              <a:buNone/>
              <a:tabLst/>
              <a:defRPr/>
            </a:pPr>
            <a:endParaRPr kumimoji="0" lang="zh-CN" altLang="en-US" sz="2000" b="0" i="0" u="none" strike="noStrike" kern="1200" cap="none" spc="0" normalizeH="0" baseline="0" noProof="0">
              <a:ln>
                <a:noFill/>
              </a:ln>
              <a:solidFill>
                <a:prstClr val="black"/>
              </a:solidFill>
              <a:effectLst/>
              <a:uLnTx/>
              <a:uFillTx/>
              <a:latin typeface="Arial" panose="020B0604020202020204" pitchFamily="34" charset="0"/>
              <a:ea typeface="宋体" pitchFamily="2" charset="-122"/>
              <a:cs typeface="+mn-cs"/>
            </a:endParaRPr>
          </a:p>
        </p:txBody>
      </p:sp>
      <mc:AlternateContent xmlns:mc="http://schemas.openxmlformats.org/markup-compatibility/2006" xmlns:a14="http://schemas.microsoft.com/office/drawing/2010/main">
        <mc:Choice Requires="a14">
          <p:sp>
            <p:nvSpPr>
              <p:cNvPr id="15" name="Object 6">
                <a:extLst>
                  <a:ext uri="{FF2B5EF4-FFF2-40B4-BE49-F238E27FC236}">
                    <a16:creationId xmlns:a16="http://schemas.microsoft.com/office/drawing/2014/main" id="{1B4D8E2C-68C2-457B-BF0B-4AD8DEE18435}"/>
                  </a:ext>
                </a:extLst>
              </p:cNvPr>
              <p:cNvSpPr txBox="1"/>
              <p:nvPr/>
            </p:nvSpPr>
            <p:spPr bwMode="auto">
              <a:xfrm>
                <a:off x="498420" y="1379301"/>
                <a:ext cx="5225707" cy="1135952"/>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m:rPr>
                          <m:sty m:val="p"/>
                        </m:r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ϒ</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e>
                          </m:groupChr>
                        </m:e>
                        <m:lim>
                          <m:r>
                            <a:rPr kumimoji="0" lang="zh-CN" alt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零输入响应</m:t>
                          </m:r>
                        </m:lim>
                      </m:limLow>
                      <m:r>
                        <a:rPr kumimoji="0" lang="en-US" sz="2000" b="0" i="0"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d>
                                <m:d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d>
                            </m:e>
                          </m:groupChr>
                        </m:e>
                        <m:lim>
                          <m:r>
                            <a:rPr kumimoji="0" 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零状态响应</m:t>
                          </m:r>
                        </m:lim>
                      </m:limLow>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5" name="Object 6">
                <a:extLst>
                  <a:ext uri="{FF2B5EF4-FFF2-40B4-BE49-F238E27FC236}">
                    <a16:creationId xmlns:a16="http://schemas.microsoft.com/office/drawing/2014/main" id="{1B4D8E2C-68C2-457B-BF0B-4AD8DEE18435}"/>
                  </a:ext>
                </a:extLst>
              </p:cNvPr>
              <p:cNvSpPr txBox="1">
                <a:spLocks noRot="1" noChangeAspect="1" noMove="1" noResize="1" noEditPoints="1" noAdjustHandles="1" noChangeArrowheads="1" noChangeShapeType="1" noTextEdit="1"/>
              </p:cNvSpPr>
              <p:nvPr/>
            </p:nvSpPr>
            <p:spPr bwMode="auto">
              <a:xfrm>
                <a:off x="498420" y="1379301"/>
                <a:ext cx="5225707" cy="113595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6">
                <a:extLst>
                  <a:ext uri="{FF2B5EF4-FFF2-40B4-BE49-F238E27FC236}">
                    <a16:creationId xmlns:a16="http://schemas.microsoft.com/office/drawing/2014/main" id="{2CFA88DE-2A5B-4F84-95C1-95A42B56AE96}"/>
                  </a:ext>
                </a:extLst>
              </p:cNvPr>
              <p:cNvSpPr txBox="1"/>
              <p:nvPr/>
            </p:nvSpPr>
            <p:spPr bwMode="auto">
              <a:xfrm>
                <a:off x="1058122" y="2542544"/>
                <a:ext cx="3240360" cy="1025665"/>
              </a:xfrm>
              <a:prstGeom prst="rect">
                <a:avLst/>
              </a:prstGeom>
              <a:noFill/>
              <a:ln>
                <a:noFill/>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limLow>
                        <m:limLow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den>
                              </m:f>
                            </m:e>
                          </m:groupChr>
                        </m:e>
                        <m:lim>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强迫</m:t>
                          </m:r>
                          <m:r>
                            <a:rPr kumimoji="0" 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limLow>
                        <m:limLow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+1</m:t>
                                  </m:r>
                                </m:den>
                              </m:f>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3</m:t>
                                  </m:r>
                                </m:num>
                                <m:den>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𝑠</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e>
                          </m:groupChr>
                        </m:e>
                        <m:lim>
                          <m:r>
                            <a:rPr kumimoji="0" lang="zh-CN" altLang="en-US" sz="2000" b="0" i="1" u="none" strike="noStrike" kern="1200" cap="none" spc="0" normalizeH="0" baseline="0" noProof="0" smtClean="0">
                              <a:ln>
                                <a:noFill/>
                              </a:ln>
                              <a:solidFill>
                                <a:srgbClr val="FF0000"/>
                              </a:solidFill>
                              <a:effectLst/>
                              <a:uLnTx/>
                              <a:uFillTx/>
                              <a:latin typeface="Cambria Math" panose="02040503050406030204" pitchFamily="18" charset="0"/>
                              <a:cs typeface="+mn-cs"/>
                            </a:rPr>
                            <m:t>自然</m:t>
                          </m:r>
                          <m:r>
                            <a:rPr kumimoji="0" lang="en-US" sz="20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oMath>
                  </m:oMathPara>
                </a14:m>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6" name="Object 6">
                <a:extLst>
                  <a:ext uri="{FF2B5EF4-FFF2-40B4-BE49-F238E27FC236}">
                    <a16:creationId xmlns:a16="http://schemas.microsoft.com/office/drawing/2014/main" id="{2CFA88DE-2A5B-4F84-95C1-95A42B56AE96}"/>
                  </a:ext>
                </a:extLst>
              </p:cNvPr>
              <p:cNvSpPr txBox="1">
                <a:spLocks noRot="1" noChangeAspect="1" noMove="1" noResize="1" noEditPoints="1" noAdjustHandles="1" noChangeArrowheads="1" noChangeShapeType="1" noTextEdit="1"/>
              </p:cNvSpPr>
              <p:nvPr/>
            </p:nvSpPr>
            <p:spPr bwMode="auto">
              <a:xfrm>
                <a:off x="1058122" y="2542544"/>
                <a:ext cx="3240360" cy="102566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7">
                <a:extLst>
                  <a:ext uri="{FF2B5EF4-FFF2-40B4-BE49-F238E27FC236}">
                    <a16:creationId xmlns:a16="http://schemas.microsoft.com/office/drawing/2014/main" id="{6A50C16A-EE6B-4204-A601-AFA7ED39E1B2}"/>
                  </a:ext>
                </a:extLst>
              </p:cNvPr>
              <p:cNvSpPr txBox="1"/>
              <p:nvPr/>
            </p:nvSpPr>
            <p:spPr bwMode="auto">
              <a:xfrm>
                <a:off x="1104858" y="3751287"/>
                <a:ext cx="6934284" cy="882614"/>
              </a:xfrm>
              <a:prstGeom prst="rect">
                <a:avLst/>
              </a:prstGeom>
              <a:noFill/>
              <a:ln>
                <a:noFill/>
              </a:ln>
              <a:effec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groupChr>
                        </m:e>
                        <m:lim>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零输入响应</m:t>
                          </m:r>
                        </m:lim>
                      </m:limLow>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(1−2</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groupChr>
                        </m:e>
                        <m:lim>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零状态响应</m:t>
                          </m:r>
                        </m:lim>
                      </m:limLow>
                    </m:oMath>
                  </m:oMathPara>
                </a14:m>
                <a:r>
                  <a:rPr kumimoji="0" lang="en-US" sz="2400" b="0" i="1"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t/>
                </a:r>
                <a:br>
                  <a:rPr kumimoji="0" lang="en-US" sz="2400" b="0" i="1"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b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7" name="Object 7">
                <a:extLst>
                  <a:ext uri="{FF2B5EF4-FFF2-40B4-BE49-F238E27FC236}">
                    <a16:creationId xmlns:a16="http://schemas.microsoft.com/office/drawing/2014/main" id="{6A50C16A-EE6B-4204-A601-AFA7ED39E1B2}"/>
                  </a:ext>
                </a:extLst>
              </p:cNvPr>
              <p:cNvSpPr txBox="1">
                <a:spLocks noRot="1" noChangeAspect="1" noMove="1" noResize="1" noEditPoints="1" noAdjustHandles="1" noChangeArrowheads="1" noChangeShapeType="1" noTextEdit="1"/>
              </p:cNvSpPr>
              <p:nvPr/>
            </p:nvSpPr>
            <p:spPr bwMode="auto">
              <a:xfrm>
                <a:off x="1104858" y="3751287"/>
                <a:ext cx="6934284" cy="882614"/>
              </a:xfrm>
              <a:prstGeom prst="rect">
                <a:avLst/>
              </a:prstGeom>
              <a:blipFill>
                <a:blip r:embed="rId5"/>
                <a:stretch>
                  <a:fillRect r="-88" b="-965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C8C1C2C-8C7A-4113-ADAF-AF9F69B8D3EA}"/>
                  </a:ext>
                </a:extLst>
              </p:cNvPr>
              <p:cNvSpPr txBox="1"/>
              <p:nvPr/>
            </p:nvSpPr>
            <p:spPr>
              <a:xfrm>
                <a:off x="1985524" y="4752864"/>
                <a:ext cx="4681965" cy="878767"/>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groupChr>
                        </m:e>
                        <m:lim>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强迫</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limLow>
                        <m:limLow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limLowPr>
                        <m:e>
                          <m:groupChr>
                            <m:groupChr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groupChr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groupChr>
                        </m:e>
                        <m:lim>
                          <m:r>
                            <a:rPr kumimoji="0" lang="zh-CN" alt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自然</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响应</m:t>
                          </m:r>
                        </m:lim>
                      </m:limLow>
                    </m:oMath>
                  </m:oMathPara>
                </a14:m>
                <a:r>
                  <a:rPr kumimoji="0" lang="en-US" sz="2400" b="0" i="1"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t/>
                </a:r>
                <a:br>
                  <a:rPr kumimoji="0" lang="en-US" sz="2400" b="0" i="1" u="none" strike="noStrike" kern="1200" cap="none" spc="0" normalizeH="0" baseline="0" noProof="0" dirty="0">
                    <a:ln>
                      <a:noFill/>
                    </a:ln>
                    <a:solidFill>
                      <a:srgbClr val="FF0000"/>
                    </a:solidFill>
                    <a:effectLst/>
                    <a:uLnTx/>
                    <a:uFillTx/>
                    <a:latin typeface="Cambria Math" panose="02040503050406030204" pitchFamily="18" charset="0"/>
                    <a:ea typeface="宋体" panose="02010600030101010101" pitchFamily="2" charset="-122"/>
                    <a:cs typeface="+mn-cs"/>
                  </a:rPr>
                </a:b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19" name="文本框 18">
                <a:extLst>
                  <a:ext uri="{FF2B5EF4-FFF2-40B4-BE49-F238E27FC236}">
                    <a16:creationId xmlns:a16="http://schemas.microsoft.com/office/drawing/2014/main" id="{1C8C1C2C-8C7A-4113-ADAF-AF9F69B8D3EA}"/>
                  </a:ext>
                </a:extLst>
              </p:cNvPr>
              <p:cNvSpPr txBox="1">
                <a:spLocks noRot="1" noChangeAspect="1" noMove="1" noResize="1" noEditPoints="1" noAdjustHandles="1" noChangeArrowheads="1" noChangeShapeType="1" noTextEdit="1"/>
              </p:cNvSpPr>
              <p:nvPr/>
            </p:nvSpPr>
            <p:spPr>
              <a:xfrm>
                <a:off x="1985524" y="4752864"/>
                <a:ext cx="4681965" cy="878767"/>
              </a:xfrm>
              <a:prstGeom prst="rect">
                <a:avLst/>
              </a:prstGeom>
              <a:blipFill>
                <a:blip r:embed="rId6"/>
                <a:stretch>
                  <a:fillRect r="-651" b="-10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CE29523-EDA3-4AC4-AAAD-66B3B6338CDF}"/>
                  </a:ext>
                </a:extLst>
              </p:cNvPr>
              <p:cNvSpPr txBox="1"/>
              <p:nvPr/>
            </p:nvSpPr>
            <p:spPr>
              <a:xfrm>
                <a:off x="1969829" y="5775647"/>
                <a:ext cx="3466267" cy="46166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sSup>
                        <m:sSup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𝑢</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21" name="文本框 20">
                <a:extLst>
                  <a:ext uri="{FF2B5EF4-FFF2-40B4-BE49-F238E27FC236}">
                    <a16:creationId xmlns:a16="http://schemas.microsoft.com/office/drawing/2014/main" id="{8CE29523-EDA3-4AC4-AAAD-66B3B6338CDF}"/>
                  </a:ext>
                </a:extLst>
              </p:cNvPr>
              <p:cNvSpPr txBox="1">
                <a:spLocks noRot="1" noChangeAspect="1" noMove="1" noResize="1" noEditPoints="1" noAdjustHandles="1" noChangeArrowheads="1" noChangeShapeType="1" noTextEdit="1"/>
              </p:cNvSpPr>
              <p:nvPr/>
            </p:nvSpPr>
            <p:spPr>
              <a:xfrm>
                <a:off x="1969829" y="5775647"/>
                <a:ext cx="3466267" cy="461665"/>
              </a:xfrm>
              <a:prstGeom prst="rect">
                <a:avLst/>
              </a:prstGeom>
              <a:blipFill>
                <a:blip r:embed="rId7"/>
                <a:stretch>
                  <a:fillRect b="-19737"/>
                </a:stretch>
              </a:blipFill>
            </p:spPr>
            <p:txBody>
              <a:bodyPr/>
              <a:lstStyle/>
              <a:p>
                <a:r>
                  <a:rPr lang="en-US">
                    <a:noFill/>
                  </a:rPr>
                  <a:t> </a:t>
                </a:r>
              </a:p>
            </p:txBody>
          </p:sp>
        </mc:Fallback>
      </mc:AlternateContent>
    </p:spTree>
    <p:extLst>
      <p:ext uri="{BB962C8B-B14F-4D97-AF65-F5344CB8AC3E}">
        <p14:creationId xmlns:p14="http://schemas.microsoft.com/office/powerpoint/2010/main" val="395637634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412776"/>
            <a:ext cx="8229600" cy="673518"/>
          </a:xfrm>
        </p:spPr>
        <p:txBody>
          <a:bodyPr>
            <a:spAutoFit/>
          </a:bodyPr>
          <a:lstStyle/>
          <a:p>
            <a:pPr algn="just">
              <a:lnSpc>
                <a:spcPct val="150000"/>
              </a:lnSpc>
              <a:spcBef>
                <a:spcPts val="0"/>
              </a:spcBef>
              <a:spcAft>
                <a:spcPts val="600"/>
              </a:spcAft>
            </a:pPr>
            <a:r>
              <a:rPr lang="en-US" altLang="zh-CN" sz="2800" b="0" dirty="0"/>
              <a:t>9.35</a:t>
            </a:r>
            <a:r>
              <a:rPr lang="zh-CN" altLang="en-US" sz="2800" b="0" dirty="0"/>
              <a:t>、</a:t>
            </a:r>
            <a:r>
              <a:rPr lang="en-US" altLang="zh-CN" sz="2800" b="0" dirty="0"/>
              <a:t>9.40</a:t>
            </a:r>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276996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17576B11-4E82-44CF-B696-DB88857C7814}"/>
              </a:ext>
            </a:extLst>
          </p:cNvPr>
          <p:cNvSpPr>
            <a:spLocks noGrp="1"/>
          </p:cNvSpPr>
          <p:nvPr>
            <p:ph type="title"/>
          </p:nvPr>
        </p:nvSpPr>
        <p:spPr/>
        <p:txBody>
          <a:bodyPr/>
          <a:lstStyle/>
          <a:p>
            <a:r>
              <a:rPr lang="zh-CN" altLang="en-US"/>
              <a:t>本章小结</a:t>
            </a:r>
          </a:p>
        </p:txBody>
      </p:sp>
      <p:sp>
        <p:nvSpPr>
          <p:cNvPr id="3" name="内容占位符 2">
            <a:extLst>
              <a:ext uri="{FF2B5EF4-FFF2-40B4-BE49-F238E27FC236}">
                <a16:creationId xmlns:a16="http://schemas.microsoft.com/office/drawing/2014/main" id="{4B450707-18FF-4098-9631-BF47D8FA3AAC}"/>
              </a:ext>
            </a:extLst>
          </p:cNvPr>
          <p:cNvSpPr>
            <a:spLocks noGrp="1"/>
          </p:cNvSpPr>
          <p:nvPr>
            <p:ph idx="1"/>
          </p:nvPr>
        </p:nvSpPr>
        <p:spPr>
          <a:xfrm>
            <a:off x="457200" y="1285875"/>
            <a:ext cx="8229600" cy="5016758"/>
          </a:xfrm>
        </p:spPr>
        <p:txBody>
          <a:bodyPr>
            <a:spAutoFit/>
          </a:bodyPr>
          <a:lstStyle/>
          <a:p>
            <a:pPr algn="just">
              <a:spcBef>
                <a:spcPts val="0"/>
              </a:spcBef>
              <a:spcAft>
                <a:spcPts val="1200"/>
              </a:spcAft>
            </a:pPr>
            <a:r>
              <a:rPr lang="zh-CN" altLang="en-US" sz="2800" b="0" dirty="0"/>
              <a:t>拉普拉斯变换是傅里叶变换的推广，对</a:t>
            </a:r>
            <a:r>
              <a:rPr lang="en-US" altLang="zh-CN" sz="2800" b="0" dirty="0"/>
              <a:t>LTI</a:t>
            </a:r>
            <a:r>
              <a:rPr lang="zh-CN" altLang="en-US" sz="2800" b="0" dirty="0"/>
              <a:t>系统分析特别有用，特别是可用于分析系统的稳定性。</a:t>
            </a:r>
            <a:endParaRPr lang="en-US" altLang="zh-CN" sz="2800" b="0" dirty="0"/>
          </a:p>
          <a:p>
            <a:pPr algn="just">
              <a:spcBef>
                <a:spcPts val="0"/>
              </a:spcBef>
              <a:spcAft>
                <a:spcPts val="1200"/>
              </a:spcAft>
            </a:pPr>
            <a:r>
              <a:rPr lang="zh-CN" altLang="en-US" sz="2800" b="0" dirty="0"/>
              <a:t>双边拉普拉斯变换的表达式与其收敛域（</a:t>
            </a:r>
            <a:r>
              <a:rPr lang="en-US" altLang="zh-CN" sz="2800" b="0" dirty="0"/>
              <a:t> ROC </a:t>
            </a:r>
            <a:r>
              <a:rPr lang="zh-CN" altLang="en-US" sz="2800" b="0" dirty="0"/>
              <a:t>）联合才具有与信号的一一对应关系。</a:t>
            </a:r>
            <a:endParaRPr lang="en-US" altLang="zh-CN" sz="2800" b="0" dirty="0"/>
          </a:p>
          <a:p>
            <a:pPr algn="just">
              <a:spcBef>
                <a:spcPts val="0"/>
              </a:spcBef>
              <a:spcAft>
                <a:spcPts val="1200"/>
              </a:spcAft>
            </a:pPr>
            <a:r>
              <a:rPr lang="zh-CN" altLang="en-US" sz="2800" b="0" dirty="0"/>
              <a:t>作为拉普拉斯变换的几何表示，零极点图对分析系统特性具有重要意义。</a:t>
            </a:r>
            <a:endParaRPr lang="en-US" altLang="zh-CN" sz="2800" b="0" dirty="0"/>
          </a:p>
          <a:p>
            <a:pPr algn="just">
              <a:spcBef>
                <a:spcPts val="0"/>
              </a:spcBef>
              <a:spcAft>
                <a:spcPts val="1200"/>
              </a:spcAft>
            </a:pPr>
            <a:r>
              <a:rPr lang="zh-CN" altLang="en-US" sz="2800" b="0" dirty="0"/>
              <a:t>拉普拉斯变换可将微分方程转换为代数方程，从而为对应的系统分析带来方便。</a:t>
            </a:r>
            <a:endParaRPr lang="en-US" altLang="zh-CN" sz="2800" b="0" dirty="0"/>
          </a:p>
          <a:p>
            <a:pPr algn="just">
              <a:spcBef>
                <a:spcPts val="0"/>
              </a:spcBef>
              <a:spcAft>
                <a:spcPts val="1200"/>
              </a:spcAft>
            </a:pPr>
            <a:r>
              <a:rPr lang="zh-CN" altLang="en-US" sz="2800" b="0" dirty="0"/>
              <a:t>单边拉普拉斯变换特别适用于分析具有非零初始条件的线性常系数微分方程（增量线性系统）。</a:t>
            </a:r>
          </a:p>
        </p:txBody>
      </p:sp>
      <p:sp>
        <p:nvSpPr>
          <p:cNvPr id="4" name="灯片编号占位符 3">
            <a:extLst>
              <a:ext uri="{FF2B5EF4-FFF2-40B4-BE49-F238E27FC236}">
                <a16:creationId xmlns:a16="http://schemas.microsoft.com/office/drawing/2014/main" id="{D6E3B1E3-1624-4996-80EB-7583F6344C5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81E7298-B5D1-4C32-94DE-D7C610A1964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12789</TotalTime>
  <Words>4265</Words>
  <Application>Microsoft Office PowerPoint</Application>
  <PresentationFormat>全屏显示(4:3)</PresentationFormat>
  <Paragraphs>698</Paragraphs>
  <Slides>82</Slides>
  <Notes>5</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5</vt:i4>
      </vt:variant>
      <vt:variant>
        <vt:lpstr>幻灯片标题</vt:lpstr>
      </vt:variant>
      <vt:variant>
        <vt:i4>82</vt:i4>
      </vt:variant>
    </vt:vector>
  </HeadingPairs>
  <TitlesOfParts>
    <vt:vector size="103" baseType="lpstr">
      <vt:lpstr>黑体</vt:lpstr>
      <vt:lpstr>华文楷体</vt:lpstr>
      <vt:lpstr>华文行楷</vt:lpstr>
      <vt:lpstr>楷体</vt:lpstr>
      <vt:lpstr>楷体_GB2312</vt:lpstr>
      <vt:lpstr>宋体</vt:lpstr>
      <vt:lpstr>Arial</vt:lpstr>
      <vt:lpstr>Arial Black</vt:lpstr>
      <vt:lpstr>Calibri</vt:lpstr>
      <vt:lpstr>Cambria Math</vt:lpstr>
      <vt:lpstr>Georgia</vt:lpstr>
      <vt:lpstr>Times New Roman</vt:lpstr>
      <vt:lpstr>Wingdings</vt:lpstr>
      <vt:lpstr>Office 主题</vt:lpstr>
      <vt:lpstr>1_Office 主题</vt:lpstr>
      <vt:lpstr>2_Office 主题</vt:lpstr>
      <vt:lpstr>Equation</vt:lpstr>
      <vt:lpstr>公式</vt:lpstr>
      <vt:lpstr>BMP 图像</vt:lpstr>
      <vt:lpstr>位图图像</vt:lpstr>
      <vt:lpstr>BMP 图象</vt:lpstr>
      <vt:lpstr>第9章   拉普拉斯变换</vt:lpstr>
      <vt:lpstr>9.0   引言</vt:lpstr>
      <vt:lpstr>9.1 拉普拉斯变换</vt:lpstr>
      <vt:lpstr>PowerPoint 演示文稿</vt:lpstr>
      <vt:lpstr>PowerPoint 演示文稿</vt:lpstr>
      <vt:lpstr>9.1 拉普拉斯变换</vt:lpstr>
      <vt:lpstr>9.1 拉普拉斯变换</vt:lpstr>
      <vt:lpstr>9.1 拉普拉斯变换</vt:lpstr>
      <vt:lpstr>9.1 拉普拉斯变换</vt:lpstr>
      <vt:lpstr>9.1 拉普拉斯变换</vt:lpstr>
      <vt:lpstr>9.1 拉普拉斯变换</vt:lpstr>
      <vt:lpstr>9.1 拉普拉斯变换</vt:lpstr>
      <vt:lpstr>课后作业</vt:lpstr>
      <vt:lpstr>9.2  拉普拉斯变换的收敛域</vt:lpstr>
      <vt:lpstr>9.2  拉普拉斯变换的收敛域</vt:lpstr>
      <vt:lpstr>9.2  拉普拉斯变换的收敛域</vt:lpstr>
      <vt:lpstr>9.2  拉普拉斯变换的收敛域</vt:lpstr>
      <vt:lpstr>9.2  拉普拉斯变换的收敛域</vt:lpstr>
      <vt:lpstr>PowerPoint 演示文稿</vt:lpstr>
      <vt:lpstr>9.3 拉普拉斯反变换</vt:lpstr>
      <vt:lpstr>9.3 拉普拉斯反变换</vt:lpstr>
      <vt:lpstr>9.3 拉普拉斯反变换</vt:lpstr>
      <vt:lpstr>9.3 拉普拉斯反变换</vt:lpstr>
      <vt:lpstr>9.3 拉普拉斯反变换</vt:lpstr>
      <vt:lpstr>9.4  由零极点图对傅里叶变换几何求值</vt:lpstr>
      <vt:lpstr>PowerPoint 演示文稿</vt:lpstr>
      <vt:lpstr>9.4  由零极点图对傅里叶变换几何求值</vt:lpstr>
      <vt:lpstr>9.4  由零极点图对傅里叶变换几何求值</vt:lpstr>
      <vt:lpstr>回顾：由线性常系数微分方程表征的系统</vt:lpstr>
      <vt:lpstr>PowerPoint 演示文稿</vt:lpstr>
      <vt:lpstr>PowerPoint 演示文稿</vt:lpstr>
      <vt:lpstr>9.4  由零极点图对傅里叶变换几何求值</vt:lpstr>
      <vt:lpstr>9.4  由零极点图对傅里叶变换几何求值</vt:lpstr>
      <vt:lpstr>9.4  由零极点图对傅里叶变换几何求值</vt:lpstr>
      <vt:lpstr>9.4  由零极点图对傅里叶变换几何求值</vt:lpstr>
      <vt:lpstr>9.5  拉普拉斯变换的性质</vt:lpstr>
      <vt:lpstr>9.5  拉普拉斯变换的性质</vt:lpstr>
      <vt:lpstr>9.5  拉普拉斯变换的性质</vt:lpstr>
      <vt:lpstr>9.5  拉普拉斯变换的性质</vt:lpstr>
      <vt:lpstr>9.5  拉普拉斯变换的性质</vt:lpstr>
      <vt:lpstr>9.5  拉普拉斯变换的性质</vt:lpstr>
      <vt:lpstr>课后作业</vt:lpstr>
      <vt:lpstr>9.5  拉普拉斯变换的性质</vt:lpstr>
      <vt:lpstr>9.5  拉普拉斯变换的性质</vt:lpstr>
      <vt:lpstr>9.5  拉普拉斯变换的性质</vt:lpstr>
      <vt:lpstr>9.5  拉普拉斯变换的性质</vt:lpstr>
      <vt:lpstr>9.5  拉普拉斯变换的性质</vt:lpstr>
      <vt:lpstr>9.5  拉普拉斯变换的性质</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9.7 用拉普拉斯变换分析与表征LTI系统</vt:lpstr>
      <vt:lpstr>课后作业</vt:lpstr>
      <vt:lpstr>9.8 系统函数的代数属性与方框图表示</vt:lpstr>
      <vt:lpstr>9.8 系统函数的代数属性与方框图表示</vt:lpstr>
      <vt:lpstr>9.8 系统函数的代数属性与方框图表示</vt:lpstr>
      <vt:lpstr>PowerPoint 演示文稿</vt:lpstr>
      <vt:lpstr>PowerPoint 演示文稿</vt:lpstr>
      <vt:lpstr>9.8 系统函数的代数属性与方框图表示</vt:lpstr>
      <vt:lpstr>PowerPoint 演示文稿</vt:lpstr>
      <vt:lpstr>PowerPoint 演示文稿</vt:lpstr>
      <vt:lpstr>9.8 系统函数的代数属性与方框图表示</vt:lpstr>
      <vt:lpstr>9.9 单边拉普拉斯变换</vt:lpstr>
      <vt:lpstr>9.9 单边拉普拉斯变换</vt:lpstr>
      <vt:lpstr>9.9 单边拉普拉斯变换</vt:lpstr>
      <vt:lpstr>9.9 单边拉普拉斯变换</vt:lpstr>
      <vt:lpstr>9.9 单边拉普拉斯变换</vt:lpstr>
      <vt:lpstr>9.9 单边拉普拉斯变换</vt:lpstr>
      <vt:lpstr>9.9 单边拉普拉斯变换</vt:lpstr>
      <vt:lpstr>9.9 单边拉普拉斯变换</vt:lpstr>
      <vt:lpstr>课后作业</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Dell</cp:lastModifiedBy>
  <cp:revision>1180</cp:revision>
  <dcterms:created xsi:type="dcterms:W3CDTF">2009-02-26T06:47:18Z</dcterms:created>
  <dcterms:modified xsi:type="dcterms:W3CDTF">2025-04-21T13:19:24Z</dcterms:modified>
</cp:coreProperties>
</file>